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2" r:id="rId2"/>
    <p:sldId id="14998713" r:id="rId3"/>
    <p:sldId id="14998719" r:id="rId4"/>
    <p:sldId id="14998725" r:id="rId5"/>
    <p:sldId id="14998729" r:id="rId6"/>
    <p:sldId id="14998728" r:id="rId7"/>
    <p:sldId id="14998726" r:id="rId8"/>
    <p:sldId id="14998732" r:id="rId9"/>
    <p:sldId id="1499873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接口测试" id="{43E1DC0D-35C3-4FEB-A915-4FDD60BF2FEB}">
          <p14:sldIdLst>
            <p14:sldId id="262"/>
            <p14:sldId id="14998713"/>
            <p14:sldId id="14998719"/>
          </p14:sldIdLst>
        </p14:section>
        <p14:section name="接口测试" id="{63A46874-5345-45A7-B54C-BAB1F479D9DE}">
          <p14:sldIdLst>
            <p14:sldId id="14998725"/>
            <p14:sldId id="14998729"/>
            <p14:sldId id="14998728"/>
            <p14:sldId id="14998726"/>
            <p14:sldId id="14998732"/>
            <p14:sldId id="1499873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DE50"/>
    <a:srgbClr val="00FF00"/>
    <a:srgbClr val="1DAA16"/>
    <a:srgbClr val="082C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14" autoAdjust="0"/>
    <p:restoredTop sz="94660"/>
  </p:normalViewPr>
  <p:slideViewPr>
    <p:cSldViewPr snapToGrid="0">
      <p:cViewPr varScale="1">
        <p:scale>
          <a:sx n="65" d="100"/>
          <a:sy n="65" d="100"/>
        </p:scale>
        <p:origin x="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-239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87E264-8165-4FB5-9E3E-9815859752C3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2F179-2244-4468-A6A5-03DD05457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213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98869E-AAAB-42D1-9F8D-61E74FDA281D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478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8804E-9225-E28B-CE88-3289DB003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4460876-66F4-A0E1-CBAE-DAE5C3703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C6572D-628A-433D-BE84-75C0F1A81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0656F0-EA87-5F83-95AE-4A46237B76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98869E-AAAB-42D1-9F8D-61E74FDA281D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351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C0DD6-D3E6-95AA-D278-83DB9F2C7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5BE26E7-C4EB-C8D7-77CF-B213FC2846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8A30E5-133D-6967-A07F-D60B71C96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664F23-48FF-A330-5B8C-C6FAE315F3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98869E-AAAB-42D1-9F8D-61E74FDA281D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821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11C1B2E-0F6D-2C83-76B6-6E5914C9C2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1870645F-21A5-F1F7-EAFF-4E6E44E09C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72714"/>
          <a:stretch/>
        </p:blipFill>
        <p:spPr>
          <a:xfrm>
            <a:off x="0" y="5270269"/>
            <a:ext cx="12536784" cy="1587731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9AE52CD5-D272-15E8-960A-D67189B3D48D}"/>
              </a:ext>
            </a:extLst>
          </p:cNvPr>
          <p:cNvGrpSpPr/>
          <p:nvPr userDrawn="1"/>
        </p:nvGrpSpPr>
        <p:grpSpPr>
          <a:xfrm flipH="1">
            <a:off x="228202" y="469541"/>
            <a:ext cx="340055" cy="147425"/>
            <a:chOff x="2843847" y="1178879"/>
            <a:chExt cx="960705" cy="438520"/>
          </a:xfrm>
          <a:gradFill flip="none" rotWithShape="1">
            <a:gsLst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10800000" scaled="0"/>
            <a:tileRect/>
          </a:gradFill>
        </p:grpSpPr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4FDE9778-B4F6-96E0-A491-DD25E615BC56}"/>
                </a:ext>
              </a:extLst>
            </p:cNvPr>
            <p:cNvSpPr/>
            <p:nvPr/>
          </p:nvSpPr>
          <p:spPr>
            <a:xfrm>
              <a:off x="2843847" y="1178879"/>
              <a:ext cx="439103" cy="438520"/>
            </a:xfrm>
            <a:prstGeom prst="parallelogram">
              <a:avLst>
                <a:gd name="adj" fmla="val 5773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"/>
                <a:ea typeface="HarmonyOS Sans SC"/>
                <a:cs typeface="+mn-cs"/>
              </a:endParaRPr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B10F66D1-2700-7124-7398-95B063618475}"/>
                </a:ext>
              </a:extLst>
            </p:cNvPr>
            <p:cNvSpPr/>
            <p:nvPr/>
          </p:nvSpPr>
          <p:spPr>
            <a:xfrm>
              <a:off x="3104649" y="1178879"/>
              <a:ext cx="439104" cy="438520"/>
            </a:xfrm>
            <a:prstGeom prst="parallelogram">
              <a:avLst>
                <a:gd name="adj" fmla="val 5773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"/>
                <a:ea typeface="HarmonyOS Sans SC"/>
                <a:cs typeface="+mn-cs"/>
              </a:endParaRPr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9E45FB4-DBB4-5182-B251-B5D208778D9A}"/>
                </a:ext>
              </a:extLst>
            </p:cNvPr>
            <p:cNvSpPr/>
            <p:nvPr/>
          </p:nvSpPr>
          <p:spPr>
            <a:xfrm>
              <a:off x="3365448" y="1178879"/>
              <a:ext cx="439104" cy="438520"/>
            </a:xfrm>
            <a:prstGeom prst="parallelogram">
              <a:avLst>
                <a:gd name="adj" fmla="val 5773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"/>
                <a:ea typeface="HarmonyOS Sans SC"/>
                <a:cs typeface="+mn-cs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8886F07-950F-E968-8B4E-B9D688326A2B}"/>
              </a:ext>
            </a:extLst>
          </p:cNvPr>
          <p:cNvGrpSpPr/>
          <p:nvPr userDrawn="1"/>
        </p:nvGrpSpPr>
        <p:grpSpPr>
          <a:xfrm flipV="1">
            <a:off x="323284" y="663012"/>
            <a:ext cx="4252999" cy="379819"/>
            <a:chOff x="6386125" y="1096552"/>
            <a:chExt cx="4252999" cy="379819"/>
          </a:xfrm>
        </p:grpSpPr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2FBA8C7D-B588-944E-CDCE-84B70A1A0C3D}"/>
                </a:ext>
              </a:extLst>
            </p:cNvPr>
            <p:cNvSpPr/>
            <p:nvPr/>
          </p:nvSpPr>
          <p:spPr>
            <a:xfrm flipV="1">
              <a:off x="7278748" y="1096552"/>
              <a:ext cx="1680906" cy="96908"/>
            </a:xfrm>
            <a:custGeom>
              <a:avLst/>
              <a:gdLst>
                <a:gd name="connsiteX0" fmla="*/ 0 w 950118"/>
                <a:gd name="connsiteY0" fmla="*/ 0 h 90488"/>
                <a:gd name="connsiteX1" fmla="*/ 47625 w 950118"/>
                <a:gd name="connsiteY1" fmla="*/ 90488 h 90488"/>
                <a:gd name="connsiteX2" fmla="*/ 950118 w 950118"/>
                <a:gd name="connsiteY2" fmla="*/ 80963 h 90488"/>
                <a:gd name="connsiteX0" fmla="*/ 0 w 1439068"/>
                <a:gd name="connsiteY0" fmla="*/ 0 h 96838"/>
                <a:gd name="connsiteX1" fmla="*/ 47625 w 1439068"/>
                <a:gd name="connsiteY1" fmla="*/ 90488 h 96838"/>
                <a:gd name="connsiteX2" fmla="*/ 1439068 w 1439068"/>
                <a:gd name="connsiteY2" fmla="*/ 96838 h 96838"/>
                <a:gd name="connsiteX0" fmla="*/ 0 w 1432718"/>
                <a:gd name="connsiteY0" fmla="*/ 0 h 90488"/>
                <a:gd name="connsiteX1" fmla="*/ 47625 w 1432718"/>
                <a:gd name="connsiteY1" fmla="*/ 90488 h 90488"/>
                <a:gd name="connsiteX2" fmla="*/ 1432718 w 1432718"/>
                <a:gd name="connsiteY2" fmla="*/ 90488 h 90488"/>
                <a:gd name="connsiteX0" fmla="*/ 0 w 1588293"/>
                <a:gd name="connsiteY0" fmla="*/ 0 h 106363"/>
                <a:gd name="connsiteX1" fmla="*/ 203200 w 1588293"/>
                <a:gd name="connsiteY1" fmla="*/ 106363 h 106363"/>
                <a:gd name="connsiteX2" fmla="*/ 1588293 w 1588293"/>
                <a:gd name="connsiteY2" fmla="*/ 106363 h 106363"/>
                <a:gd name="connsiteX0" fmla="*/ 0 w 1538286"/>
                <a:gd name="connsiteY0" fmla="*/ 0 h 87313"/>
                <a:gd name="connsiteX1" fmla="*/ 153193 w 1538286"/>
                <a:gd name="connsiteY1" fmla="*/ 87313 h 87313"/>
                <a:gd name="connsiteX2" fmla="*/ 1538286 w 1538286"/>
                <a:gd name="connsiteY2" fmla="*/ 87313 h 87313"/>
                <a:gd name="connsiteX0" fmla="*/ 0 w 1514474"/>
                <a:gd name="connsiteY0" fmla="*/ 0 h 87313"/>
                <a:gd name="connsiteX1" fmla="*/ 129381 w 1514474"/>
                <a:gd name="connsiteY1" fmla="*/ 87313 h 87313"/>
                <a:gd name="connsiteX2" fmla="*/ 1514474 w 1514474"/>
                <a:gd name="connsiteY2" fmla="*/ 87313 h 87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14474" h="87313">
                  <a:moveTo>
                    <a:pt x="0" y="0"/>
                  </a:moveTo>
                  <a:lnTo>
                    <a:pt x="129381" y="87313"/>
                  </a:lnTo>
                  <a:lnTo>
                    <a:pt x="1514474" y="87313"/>
                  </a:lnTo>
                </a:path>
              </a:pathLst>
            </a:custGeom>
            <a:noFill/>
            <a:ln w="15875">
              <a:gradFill flip="none" rotWithShape="1">
                <a:gsLst>
                  <a:gs pos="100000">
                    <a:schemeClr val="accent1">
                      <a:alpha val="0"/>
                    </a:schemeClr>
                  </a:gs>
                  <a:gs pos="51000">
                    <a:schemeClr val="accent1"/>
                  </a:gs>
                  <a:gs pos="0">
                    <a:schemeClr val="accent2"/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Gotham"/>
                <a:ea typeface="HarmonyOS Sans SC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CD4B49CD-3DB8-ADD8-B60C-B6DE516138BB}"/>
                </a:ext>
              </a:extLst>
            </p:cNvPr>
            <p:cNvSpPr/>
            <p:nvPr/>
          </p:nvSpPr>
          <p:spPr>
            <a:xfrm flipV="1">
              <a:off x="6480515" y="1194945"/>
              <a:ext cx="4158609" cy="243691"/>
            </a:xfrm>
            <a:custGeom>
              <a:avLst/>
              <a:gdLst>
                <a:gd name="connsiteX0" fmla="*/ 0 w 2006600"/>
                <a:gd name="connsiteY0" fmla="*/ 76200 h 419100"/>
                <a:gd name="connsiteX1" fmla="*/ 0 w 2006600"/>
                <a:gd name="connsiteY1" fmla="*/ 0 h 419100"/>
                <a:gd name="connsiteX2" fmla="*/ 342900 w 2006600"/>
                <a:gd name="connsiteY2" fmla="*/ 0 h 419100"/>
                <a:gd name="connsiteX3" fmla="*/ 736600 w 2006600"/>
                <a:gd name="connsiteY3" fmla="*/ 419100 h 419100"/>
                <a:gd name="connsiteX4" fmla="*/ 2006600 w 2006600"/>
                <a:gd name="connsiteY4" fmla="*/ 393700 h 419100"/>
                <a:gd name="connsiteX0" fmla="*/ 0 w 2016125"/>
                <a:gd name="connsiteY0" fmla="*/ 76200 h 428821"/>
                <a:gd name="connsiteX1" fmla="*/ 0 w 2016125"/>
                <a:gd name="connsiteY1" fmla="*/ 0 h 428821"/>
                <a:gd name="connsiteX2" fmla="*/ 342900 w 2016125"/>
                <a:gd name="connsiteY2" fmla="*/ 0 h 428821"/>
                <a:gd name="connsiteX3" fmla="*/ 736600 w 2016125"/>
                <a:gd name="connsiteY3" fmla="*/ 419100 h 428821"/>
                <a:gd name="connsiteX4" fmla="*/ 2016125 w 2016125"/>
                <a:gd name="connsiteY4" fmla="*/ 427037 h 428821"/>
                <a:gd name="connsiteX0" fmla="*/ 0 w 2016125"/>
                <a:gd name="connsiteY0" fmla="*/ 76200 h 427497"/>
                <a:gd name="connsiteX1" fmla="*/ 0 w 2016125"/>
                <a:gd name="connsiteY1" fmla="*/ 0 h 427497"/>
                <a:gd name="connsiteX2" fmla="*/ 342900 w 2016125"/>
                <a:gd name="connsiteY2" fmla="*/ 0 h 427497"/>
                <a:gd name="connsiteX3" fmla="*/ 736600 w 2016125"/>
                <a:gd name="connsiteY3" fmla="*/ 419100 h 427497"/>
                <a:gd name="connsiteX4" fmla="*/ 2016125 w 2016125"/>
                <a:gd name="connsiteY4" fmla="*/ 427037 h 427497"/>
                <a:gd name="connsiteX0" fmla="*/ 0 w 2016125"/>
                <a:gd name="connsiteY0" fmla="*/ 76200 h 419100"/>
                <a:gd name="connsiteX1" fmla="*/ 0 w 2016125"/>
                <a:gd name="connsiteY1" fmla="*/ 0 h 419100"/>
                <a:gd name="connsiteX2" fmla="*/ 342900 w 2016125"/>
                <a:gd name="connsiteY2" fmla="*/ 0 h 419100"/>
                <a:gd name="connsiteX3" fmla="*/ 736600 w 2016125"/>
                <a:gd name="connsiteY3" fmla="*/ 419100 h 419100"/>
                <a:gd name="connsiteX4" fmla="*/ 2016125 w 2016125"/>
                <a:gd name="connsiteY4" fmla="*/ 412750 h 419100"/>
                <a:gd name="connsiteX0" fmla="*/ 0 w 2016125"/>
                <a:gd name="connsiteY0" fmla="*/ 0 h 419100"/>
                <a:gd name="connsiteX1" fmla="*/ 342900 w 2016125"/>
                <a:gd name="connsiteY1" fmla="*/ 0 h 419100"/>
                <a:gd name="connsiteX2" fmla="*/ 736600 w 2016125"/>
                <a:gd name="connsiteY2" fmla="*/ 419100 h 419100"/>
                <a:gd name="connsiteX3" fmla="*/ 2016125 w 2016125"/>
                <a:gd name="connsiteY3" fmla="*/ 412750 h 419100"/>
                <a:gd name="connsiteX0" fmla="*/ 0 w 2625725"/>
                <a:gd name="connsiteY0" fmla="*/ 0 h 419100"/>
                <a:gd name="connsiteX1" fmla="*/ 342900 w 2625725"/>
                <a:gd name="connsiteY1" fmla="*/ 0 h 419100"/>
                <a:gd name="connsiteX2" fmla="*/ 736600 w 2625725"/>
                <a:gd name="connsiteY2" fmla="*/ 419100 h 419100"/>
                <a:gd name="connsiteX3" fmla="*/ 2625725 w 2625725"/>
                <a:gd name="connsiteY3" fmla="*/ 407988 h 419100"/>
                <a:gd name="connsiteX0" fmla="*/ 0 w 2620962"/>
                <a:gd name="connsiteY0" fmla="*/ 0 h 419100"/>
                <a:gd name="connsiteX1" fmla="*/ 342900 w 2620962"/>
                <a:gd name="connsiteY1" fmla="*/ 0 h 419100"/>
                <a:gd name="connsiteX2" fmla="*/ 736600 w 2620962"/>
                <a:gd name="connsiteY2" fmla="*/ 419100 h 419100"/>
                <a:gd name="connsiteX3" fmla="*/ 2620962 w 2620962"/>
                <a:gd name="connsiteY3" fmla="*/ 412751 h 419100"/>
                <a:gd name="connsiteX0" fmla="*/ 0 w 2620962"/>
                <a:gd name="connsiteY0" fmla="*/ 0 h 419100"/>
                <a:gd name="connsiteX1" fmla="*/ 342900 w 2620962"/>
                <a:gd name="connsiteY1" fmla="*/ 0 h 419100"/>
                <a:gd name="connsiteX2" fmla="*/ 736600 w 2620962"/>
                <a:gd name="connsiteY2" fmla="*/ 419100 h 419100"/>
                <a:gd name="connsiteX3" fmla="*/ 2620962 w 2620962"/>
                <a:gd name="connsiteY3" fmla="*/ 412751 h 419100"/>
                <a:gd name="connsiteX0" fmla="*/ 0 w 2274571"/>
                <a:gd name="connsiteY0" fmla="*/ 0 h 422355"/>
                <a:gd name="connsiteX1" fmla="*/ 342900 w 2274571"/>
                <a:gd name="connsiteY1" fmla="*/ 0 h 422355"/>
                <a:gd name="connsiteX2" fmla="*/ 736600 w 2274571"/>
                <a:gd name="connsiteY2" fmla="*/ 419100 h 422355"/>
                <a:gd name="connsiteX3" fmla="*/ 2274571 w 2274571"/>
                <a:gd name="connsiteY3" fmla="*/ 421749 h 422355"/>
                <a:gd name="connsiteX0" fmla="*/ 0 w 2256577"/>
                <a:gd name="connsiteY0" fmla="*/ 0 h 422355"/>
                <a:gd name="connsiteX1" fmla="*/ 342900 w 2256577"/>
                <a:gd name="connsiteY1" fmla="*/ 0 h 422355"/>
                <a:gd name="connsiteX2" fmla="*/ 736600 w 2256577"/>
                <a:gd name="connsiteY2" fmla="*/ 419100 h 422355"/>
                <a:gd name="connsiteX3" fmla="*/ 2256577 w 2256577"/>
                <a:gd name="connsiteY3" fmla="*/ 421749 h 422355"/>
                <a:gd name="connsiteX0" fmla="*/ 0 w 2252079"/>
                <a:gd name="connsiteY0" fmla="*/ 0 h 426725"/>
                <a:gd name="connsiteX1" fmla="*/ 342900 w 2252079"/>
                <a:gd name="connsiteY1" fmla="*/ 0 h 426725"/>
                <a:gd name="connsiteX2" fmla="*/ 736600 w 2252079"/>
                <a:gd name="connsiteY2" fmla="*/ 419100 h 426725"/>
                <a:gd name="connsiteX3" fmla="*/ 2252079 w 2252079"/>
                <a:gd name="connsiteY3" fmla="*/ 426247 h 426725"/>
                <a:gd name="connsiteX0" fmla="*/ 0 w 2252079"/>
                <a:gd name="connsiteY0" fmla="*/ 0 h 422355"/>
                <a:gd name="connsiteX1" fmla="*/ 342900 w 2252079"/>
                <a:gd name="connsiteY1" fmla="*/ 0 h 422355"/>
                <a:gd name="connsiteX2" fmla="*/ 736600 w 2252079"/>
                <a:gd name="connsiteY2" fmla="*/ 419100 h 422355"/>
                <a:gd name="connsiteX3" fmla="*/ 2252079 w 2252079"/>
                <a:gd name="connsiteY3" fmla="*/ 421749 h 422355"/>
                <a:gd name="connsiteX0" fmla="*/ 0 w 2144113"/>
                <a:gd name="connsiteY0" fmla="*/ 0 h 431142"/>
                <a:gd name="connsiteX1" fmla="*/ 342900 w 2144113"/>
                <a:gd name="connsiteY1" fmla="*/ 0 h 431142"/>
                <a:gd name="connsiteX2" fmla="*/ 736600 w 2144113"/>
                <a:gd name="connsiteY2" fmla="*/ 419100 h 431142"/>
                <a:gd name="connsiteX3" fmla="*/ 2144113 w 2144113"/>
                <a:gd name="connsiteY3" fmla="*/ 430747 h 431142"/>
                <a:gd name="connsiteX0" fmla="*/ 0 w 2193598"/>
                <a:gd name="connsiteY0" fmla="*/ 0 h 426725"/>
                <a:gd name="connsiteX1" fmla="*/ 342900 w 2193598"/>
                <a:gd name="connsiteY1" fmla="*/ 0 h 426725"/>
                <a:gd name="connsiteX2" fmla="*/ 736600 w 2193598"/>
                <a:gd name="connsiteY2" fmla="*/ 419100 h 426725"/>
                <a:gd name="connsiteX3" fmla="*/ 2193598 w 2193598"/>
                <a:gd name="connsiteY3" fmla="*/ 426249 h 426725"/>
                <a:gd name="connsiteX0" fmla="*/ 0 w 2180102"/>
                <a:gd name="connsiteY0" fmla="*/ 0 h 439745"/>
                <a:gd name="connsiteX1" fmla="*/ 342900 w 2180102"/>
                <a:gd name="connsiteY1" fmla="*/ 0 h 439745"/>
                <a:gd name="connsiteX2" fmla="*/ 736600 w 2180102"/>
                <a:gd name="connsiteY2" fmla="*/ 419100 h 439745"/>
                <a:gd name="connsiteX3" fmla="*/ 2180102 w 2180102"/>
                <a:gd name="connsiteY3" fmla="*/ 439745 h 439745"/>
                <a:gd name="connsiteX0" fmla="*/ 0 w 2175604"/>
                <a:gd name="connsiteY0" fmla="*/ 0 h 426249"/>
                <a:gd name="connsiteX1" fmla="*/ 342900 w 2175604"/>
                <a:gd name="connsiteY1" fmla="*/ 0 h 426249"/>
                <a:gd name="connsiteX2" fmla="*/ 736600 w 2175604"/>
                <a:gd name="connsiteY2" fmla="*/ 419100 h 426249"/>
                <a:gd name="connsiteX3" fmla="*/ 2175604 w 2175604"/>
                <a:gd name="connsiteY3" fmla="*/ 426249 h 426249"/>
                <a:gd name="connsiteX0" fmla="*/ 0 w 2166606"/>
                <a:gd name="connsiteY0" fmla="*/ 0 h 426249"/>
                <a:gd name="connsiteX1" fmla="*/ 342900 w 2166606"/>
                <a:gd name="connsiteY1" fmla="*/ 0 h 426249"/>
                <a:gd name="connsiteX2" fmla="*/ 736600 w 2166606"/>
                <a:gd name="connsiteY2" fmla="*/ 419100 h 426249"/>
                <a:gd name="connsiteX3" fmla="*/ 2166606 w 2166606"/>
                <a:gd name="connsiteY3" fmla="*/ 426249 h 426249"/>
                <a:gd name="connsiteX0" fmla="*/ 0 w 2162108"/>
                <a:gd name="connsiteY0" fmla="*/ 0 h 421751"/>
                <a:gd name="connsiteX1" fmla="*/ 342900 w 2162108"/>
                <a:gd name="connsiteY1" fmla="*/ 0 h 421751"/>
                <a:gd name="connsiteX2" fmla="*/ 736600 w 2162108"/>
                <a:gd name="connsiteY2" fmla="*/ 419100 h 421751"/>
                <a:gd name="connsiteX3" fmla="*/ 2162108 w 2162108"/>
                <a:gd name="connsiteY3" fmla="*/ 421751 h 421751"/>
                <a:gd name="connsiteX0" fmla="*/ 0 w 5586491"/>
                <a:gd name="connsiteY0" fmla="*/ 0 h 427876"/>
                <a:gd name="connsiteX1" fmla="*/ 342900 w 5586491"/>
                <a:gd name="connsiteY1" fmla="*/ 0 h 427876"/>
                <a:gd name="connsiteX2" fmla="*/ 736600 w 5586491"/>
                <a:gd name="connsiteY2" fmla="*/ 419100 h 427876"/>
                <a:gd name="connsiteX3" fmla="*/ 5586491 w 5586491"/>
                <a:gd name="connsiteY3" fmla="*/ 427876 h 427876"/>
                <a:gd name="connsiteX0" fmla="*/ 0 w 7301745"/>
                <a:gd name="connsiteY0" fmla="*/ 0 h 427876"/>
                <a:gd name="connsiteX1" fmla="*/ 342900 w 7301745"/>
                <a:gd name="connsiteY1" fmla="*/ 0 h 427876"/>
                <a:gd name="connsiteX2" fmla="*/ 736600 w 7301745"/>
                <a:gd name="connsiteY2" fmla="*/ 419100 h 427876"/>
                <a:gd name="connsiteX3" fmla="*/ 7301745 w 7301745"/>
                <a:gd name="connsiteY3" fmla="*/ 427876 h 427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01745" h="427876">
                  <a:moveTo>
                    <a:pt x="0" y="0"/>
                  </a:moveTo>
                  <a:lnTo>
                    <a:pt x="342900" y="0"/>
                  </a:lnTo>
                  <a:lnTo>
                    <a:pt x="736600" y="419100"/>
                  </a:lnTo>
                  <a:lnTo>
                    <a:pt x="7301745" y="427876"/>
                  </a:lnTo>
                </a:path>
              </a:pathLst>
            </a:custGeom>
            <a:noFill/>
            <a:ln w="22225">
              <a:gradFill flip="none" rotWithShape="1">
                <a:gsLst>
                  <a:gs pos="100000">
                    <a:schemeClr val="accent1">
                      <a:alpha val="0"/>
                    </a:schemeClr>
                  </a:gs>
                  <a:gs pos="51000">
                    <a:schemeClr val="accent1"/>
                  </a:gs>
                  <a:gs pos="0">
                    <a:schemeClr val="accent2"/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"/>
                <a:ea typeface="HarmonyOS Sans SC"/>
                <a:cs typeface="+mn-cs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01F85618-F73C-426B-AB82-26B3CC40B666}"/>
                </a:ext>
              </a:extLst>
            </p:cNvPr>
            <p:cNvSpPr/>
            <p:nvPr/>
          </p:nvSpPr>
          <p:spPr>
            <a:xfrm>
              <a:off x="6386125" y="1391441"/>
              <a:ext cx="84930" cy="84930"/>
            </a:xfrm>
            <a:prstGeom prst="ellipse">
              <a:avLst/>
            </a:prstGeom>
            <a:noFill/>
            <a:ln w="222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"/>
                <a:ea typeface="HarmonyOS Sans SC"/>
                <a:cs typeface="+mn-cs"/>
              </a:endParaRPr>
            </a:p>
          </p:txBody>
        </p:sp>
      </p:grpSp>
      <p:pic>
        <p:nvPicPr>
          <p:cNvPr id="33" name="图片 32">
            <a:extLst>
              <a:ext uri="{FF2B5EF4-FFF2-40B4-BE49-F238E27FC236}">
                <a16:creationId xmlns:a16="http://schemas.microsoft.com/office/drawing/2014/main" id="{CBD7775F-3233-9315-0E51-1B235C751DE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t="62256"/>
          <a:stretch>
            <a:fillRect/>
          </a:stretch>
        </p:blipFill>
        <p:spPr>
          <a:xfrm>
            <a:off x="1993036" y="0"/>
            <a:ext cx="8205927" cy="1774139"/>
          </a:xfrm>
          <a:custGeom>
            <a:avLst/>
            <a:gdLst>
              <a:gd name="connsiteX0" fmla="*/ 0 w 8205927"/>
              <a:gd name="connsiteY0" fmla="*/ 0 h 1774139"/>
              <a:gd name="connsiteX1" fmla="*/ 8205927 w 8205927"/>
              <a:gd name="connsiteY1" fmla="*/ 0 h 1774139"/>
              <a:gd name="connsiteX2" fmla="*/ 8205927 w 8205927"/>
              <a:gd name="connsiteY2" fmla="*/ 1774139 h 1774139"/>
              <a:gd name="connsiteX3" fmla="*/ 0 w 8205927"/>
              <a:gd name="connsiteY3" fmla="*/ 1774139 h 1774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05927" h="1774139">
                <a:moveTo>
                  <a:pt x="0" y="0"/>
                </a:moveTo>
                <a:lnTo>
                  <a:pt x="8205927" y="0"/>
                </a:lnTo>
                <a:lnTo>
                  <a:pt x="8205927" y="1774139"/>
                </a:lnTo>
                <a:lnTo>
                  <a:pt x="0" y="1774139"/>
                </a:lnTo>
                <a:close/>
              </a:path>
            </a:pathLst>
          </a:custGeom>
        </p:spPr>
      </p:pic>
      <p:grpSp>
        <p:nvGrpSpPr>
          <p:cNvPr id="1058" name="方能演亦6">
            <a:extLst>
              <a:ext uri="{FF2B5EF4-FFF2-40B4-BE49-F238E27FC236}">
                <a16:creationId xmlns:a16="http://schemas.microsoft.com/office/drawing/2014/main" id="{82534EAF-AEA2-6A4C-7C68-94A319B8D89D}"/>
              </a:ext>
            </a:extLst>
          </p:cNvPr>
          <p:cNvGrpSpPr/>
          <p:nvPr userDrawn="1"/>
        </p:nvGrpSpPr>
        <p:grpSpPr>
          <a:xfrm rot="12627068">
            <a:off x="8549719" y="-1814047"/>
            <a:ext cx="10823687" cy="6224878"/>
            <a:chOff x="2324179" y="2761541"/>
            <a:chExt cx="7021475" cy="3694149"/>
          </a:xfrm>
          <a:noFill/>
        </p:grpSpPr>
        <p:sp>
          <p:nvSpPr>
            <p:cNvPr id="1059" name="方能演亦6-1">
              <a:extLst>
                <a:ext uri="{FF2B5EF4-FFF2-40B4-BE49-F238E27FC236}">
                  <a16:creationId xmlns:a16="http://schemas.microsoft.com/office/drawing/2014/main" id="{B0652A66-6712-08B5-C299-084368E6D1E6}"/>
                </a:ext>
              </a:extLst>
            </p:cNvPr>
            <p:cNvSpPr/>
            <p:nvPr/>
          </p:nvSpPr>
          <p:spPr>
            <a:xfrm>
              <a:off x="4130094" y="3104680"/>
              <a:ext cx="5215560" cy="3351010"/>
            </a:xfrm>
            <a:custGeom>
              <a:avLst/>
              <a:gdLst>
                <a:gd name="connsiteX0" fmla="*/ 5215561 w 5215560"/>
                <a:gd name="connsiteY0" fmla="*/ 0 h 3351010"/>
                <a:gd name="connsiteX1" fmla="*/ 4659584 w 5215560"/>
                <a:gd name="connsiteY1" fmla="*/ 821126 h 3351010"/>
                <a:gd name="connsiteX2" fmla="*/ 3957277 w 5215560"/>
                <a:gd name="connsiteY2" fmla="*/ 1337390 h 3351010"/>
                <a:gd name="connsiteX3" fmla="*/ 990873 w 5215560"/>
                <a:gd name="connsiteY3" fmla="*/ 1859156 h 3351010"/>
                <a:gd name="connsiteX4" fmla="*/ 438086 w 5215560"/>
                <a:gd name="connsiteY4" fmla="*/ 2154688 h 3351010"/>
                <a:gd name="connsiteX5" fmla="*/ 9620 w 5215560"/>
                <a:gd name="connsiteY5" fmla="*/ 3351010 h 3351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15560" h="3351010">
                  <a:moveTo>
                    <a:pt x="5215561" y="0"/>
                  </a:moveTo>
                  <a:cubicBezTo>
                    <a:pt x="5119070" y="312039"/>
                    <a:pt x="4902644" y="583409"/>
                    <a:pt x="4659584" y="821126"/>
                  </a:cubicBezTo>
                  <a:cubicBezTo>
                    <a:pt x="4453605" y="1022640"/>
                    <a:pt x="4223224" y="1206928"/>
                    <a:pt x="3957277" y="1337390"/>
                  </a:cubicBezTo>
                  <a:cubicBezTo>
                    <a:pt x="3063105" y="1775903"/>
                    <a:pt x="1942779" y="1539143"/>
                    <a:pt x="990873" y="1859156"/>
                  </a:cubicBezTo>
                  <a:cubicBezTo>
                    <a:pt x="789279" y="1926938"/>
                    <a:pt x="595262" y="2020718"/>
                    <a:pt x="438086" y="2154688"/>
                  </a:cubicBezTo>
                  <a:cubicBezTo>
                    <a:pt x="88966" y="2452373"/>
                    <a:pt x="-37987" y="2919913"/>
                    <a:pt x="9620" y="3351010"/>
                  </a:cubicBez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67000">
                    <a:schemeClr val="accent1">
                      <a:alpha val="4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  <p:sp>
          <p:nvSpPr>
            <p:cNvPr id="1060" name="方能演亦6-2">
              <a:extLst>
                <a:ext uri="{FF2B5EF4-FFF2-40B4-BE49-F238E27FC236}">
                  <a16:creationId xmlns:a16="http://schemas.microsoft.com/office/drawing/2014/main" id="{DE721E88-8BD7-C740-4725-8827C72FD1C9}"/>
                </a:ext>
              </a:extLst>
            </p:cNvPr>
            <p:cNvSpPr/>
            <p:nvPr/>
          </p:nvSpPr>
          <p:spPr>
            <a:xfrm>
              <a:off x="4000083" y="3078364"/>
              <a:ext cx="5325316" cy="3307150"/>
            </a:xfrm>
            <a:custGeom>
              <a:avLst/>
              <a:gdLst>
                <a:gd name="connsiteX0" fmla="*/ 0 w 5325316"/>
                <a:gd name="connsiteY0" fmla="*/ 3307151 h 3307150"/>
                <a:gd name="connsiteX1" fmla="*/ 538672 w 5325316"/>
                <a:gd name="connsiteY1" fmla="*/ 2175262 h 3307150"/>
                <a:gd name="connsiteX2" fmla="*/ 1105733 w 5325316"/>
                <a:gd name="connsiteY2" fmla="*/ 1843287 h 3307150"/>
                <a:gd name="connsiteX3" fmla="*/ 3923574 w 5325316"/>
                <a:gd name="connsiteY3" fmla="*/ 1327342 h 3307150"/>
                <a:gd name="connsiteX4" fmla="*/ 4776757 w 5325316"/>
                <a:gd name="connsiteY4" fmla="*/ 828941 h 3307150"/>
                <a:gd name="connsiteX5" fmla="*/ 5325317 w 5325316"/>
                <a:gd name="connsiteY5" fmla="*/ 0 h 330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25316" h="3307150">
                  <a:moveTo>
                    <a:pt x="0" y="3307151"/>
                  </a:moveTo>
                  <a:cubicBezTo>
                    <a:pt x="8453" y="2913454"/>
                    <a:pt x="171928" y="2484749"/>
                    <a:pt x="538672" y="2175262"/>
                  </a:cubicBezTo>
                  <a:cubicBezTo>
                    <a:pt x="705816" y="2034354"/>
                    <a:pt x="897122" y="1920160"/>
                    <a:pt x="1105733" y="1843287"/>
                  </a:cubicBezTo>
                  <a:cubicBezTo>
                    <a:pt x="2001180" y="1513146"/>
                    <a:pt x="3056196" y="1707004"/>
                    <a:pt x="3923574" y="1327342"/>
                  </a:cubicBezTo>
                  <a:cubicBezTo>
                    <a:pt x="4234177" y="1191378"/>
                    <a:pt x="4530347" y="1079338"/>
                    <a:pt x="4776757" y="828941"/>
                  </a:cubicBezTo>
                  <a:cubicBezTo>
                    <a:pt x="5015351" y="586439"/>
                    <a:pt x="5227072" y="312996"/>
                    <a:pt x="5325317" y="0"/>
                  </a:cubicBez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67000">
                    <a:schemeClr val="accent1">
                      <a:alpha val="4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  <p:sp>
          <p:nvSpPr>
            <p:cNvPr id="1061" name="方能演亦6-3">
              <a:extLst>
                <a:ext uri="{FF2B5EF4-FFF2-40B4-BE49-F238E27FC236}">
                  <a16:creationId xmlns:a16="http://schemas.microsoft.com/office/drawing/2014/main" id="{3EA7969B-322D-0E68-A9A2-3674BD38A409}"/>
                </a:ext>
              </a:extLst>
            </p:cNvPr>
            <p:cNvSpPr/>
            <p:nvPr/>
          </p:nvSpPr>
          <p:spPr>
            <a:xfrm>
              <a:off x="3860371" y="3051889"/>
              <a:ext cx="5444694" cy="3263451"/>
            </a:xfrm>
            <a:custGeom>
              <a:avLst/>
              <a:gdLst>
                <a:gd name="connsiteX0" fmla="*/ 0 w 5444694"/>
                <a:gd name="connsiteY0" fmla="*/ 3263451 h 3263451"/>
                <a:gd name="connsiteX1" fmla="*/ 648799 w 5444694"/>
                <a:gd name="connsiteY1" fmla="*/ 2195916 h 3263451"/>
                <a:gd name="connsiteX2" fmla="*/ 1230214 w 5444694"/>
                <a:gd name="connsiteY2" fmla="*/ 1827418 h 3263451"/>
                <a:gd name="connsiteX3" fmla="*/ 3899491 w 5444694"/>
                <a:gd name="connsiteY3" fmla="*/ 1317215 h 3263451"/>
                <a:gd name="connsiteX4" fmla="*/ 4903550 w 5444694"/>
                <a:gd name="connsiteY4" fmla="*/ 836676 h 3263451"/>
                <a:gd name="connsiteX5" fmla="*/ 5444695 w 5444694"/>
                <a:gd name="connsiteY5" fmla="*/ 0 h 326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44694" h="3263451">
                  <a:moveTo>
                    <a:pt x="0" y="3263451"/>
                  </a:moveTo>
                  <a:cubicBezTo>
                    <a:pt x="64593" y="2907234"/>
                    <a:pt x="264591" y="2517285"/>
                    <a:pt x="648799" y="2195916"/>
                  </a:cubicBezTo>
                  <a:cubicBezTo>
                    <a:pt x="825911" y="2047991"/>
                    <a:pt x="1014346" y="1913861"/>
                    <a:pt x="1230214" y="1827418"/>
                  </a:cubicBezTo>
                  <a:cubicBezTo>
                    <a:pt x="2070000" y="1491217"/>
                    <a:pt x="3064729" y="1647993"/>
                    <a:pt x="3899491" y="1317215"/>
                  </a:cubicBezTo>
                  <a:cubicBezTo>
                    <a:pt x="4256027" y="1175908"/>
                    <a:pt x="4617109" y="1136434"/>
                    <a:pt x="4903550" y="836676"/>
                  </a:cubicBezTo>
                  <a:cubicBezTo>
                    <a:pt x="5138796" y="590506"/>
                    <a:pt x="5344615" y="313793"/>
                    <a:pt x="5444695" y="0"/>
                  </a:cubicBez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67000">
                    <a:schemeClr val="accent1">
                      <a:alpha val="4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  <p:sp>
          <p:nvSpPr>
            <p:cNvPr id="1062" name="方能演亦6-4">
              <a:extLst>
                <a:ext uri="{FF2B5EF4-FFF2-40B4-BE49-F238E27FC236}">
                  <a16:creationId xmlns:a16="http://schemas.microsoft.com/office/drawing/2014/main" id="{F92F4467-2B78-AF89-24B6-FE57C180572D}"/>
                </a:ext>
              </a:extLst>
            </p:cNvPr>
            <p:cNvSpPr/>
            <p:nvPr/>
          </p:nvSpPr>
          <p:spPr>
            <a:xfrm>
              <a:off x="3720739" y="3025414"/>
              <a:ext cx="5564070" cy="3219671"/>
            </a:xfrm>
            <a:custGeom>
              <a:avLst/>
              <a:gdLst>
                <a:gd name="connsiteX0" fmla="*/ 0 w 5564070"/>
                <a:gd name="connsiteY0" fmla="*/ 3219672 h 3219671"/>
                <a:gd name="connsiteX1" fmla="*/ 759005 w 5564070"/>
                <a:gd name="connsiteY1" fmla="*/ 2216569 h 3219671"/>
                <a:gd name="connsiteX2" fmla="*/ 1354694 w 5564070"/>
                <a:gd name="connsiteY2" fmla="*/ 1811628 h 3219671"/>
                <a:gd name="connsiteX3" fmla="*/ 3875408 w 5564070"/>
                <a:gd name="connsiteY3" fmla="*/ 1307167 h 3219671"/>
                <a:gd name="connsiteX4" fmla="*/ 5030343 w 5564070"/>
                <a:gd name="connsiteY4" fmla="*/ 844491 h 3219671"/>
                <a:gd name="connsiteX5" fmla="*/ 5564071 w 5564070"/>
                <a:gd name="connsiteY5" fmla="*/ 0 h 321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4070" h="3219671">
                  <a:moveTo>
                    <a:pt x="0" y="3219672"/>
                  </a:moveTo>
                  <a:cubicBezTo>
                    <a:pt x="120653" y="2900934"/>
                    <a:pt x="357174" y="2549741"/>
                    <a:pt x="759005" y="2216569"/>
                  </a:cubicBezTo>
                  <a:cubicBezTo>
                    <a:pt x="946165" y="2061706"/>
                    <a:pt x="1131570" y="1907880"/>
                    <a:pt x="1354694" y="1811628"/>
                  </a:cubicBezTo>
                  <a:cubicBezTo>
                    <a:pt x="2139696" y="1473034"/>
                    <a:pt x="3076929" y="1596159"/>
                    <a:pt x="3875408" y="1307167"/>
                  </a:cubicBezTo>
                  <a:cubicBezTo>
                    <a:pt x="4278754" y="1161155"/>
                    <a:pt x="4704189" y="1194010"/>
                    <a:pt x="5030343" y="844491"/>
                  </a:cubicBezTo>
                  <a:cubicBezTo>
                    <a:pt x="5262797" y="595370"/>
                    <a:pt x="5462158" y="314750"/>
                    <a:pt x="5564071" y="0"/>
                  </a:cubicBez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67000">
                    <a:schemeClr val="accent1">
                      <a:alpha val="4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  <p:sp>
          <p:nvSpPr>
            <p:cNvPr id="1063" name="方能演亦6-5">
              <a:extLst>
                <a:ext uri="{FF2B5EF4-FFF2-40B4-BE49-F238E27FC236}">
                  <a16:creationId xmlns:a16="http://schemas.microsoft.com/office/drawing/2014/main" id="{8A335ACB-9223-7725-80DC-F5427670E4BD}"/>
                </a:ext>
              </a:extLst>
            </p:cNvPr>
            <p:cNvSpPr/>
            <p:nvPr/>
          </p:nvSpPr>
          <p:spPr>
            <a:xfrm>
              <a:off x="3581107" y="2999178"/>
              <a:ext cx="5683527" cy="3175732"/>
            </a:xfrm>
            <a:custGeom>
              <a:avLst/>
              <a:gdLst>
                <a:gd name="connsiteX0" fmla="*/ 0 w 5683527"/>
                <a:gd name="connsiteY0" fmla="*/ 3175733 h 3175732"/>
                <a:gd name="connsiteX1" fmla="*/ 869212 w 5683527"/>
                <a:gd name="connsiteY1" fmla="*/ 2237064 h 3175732"/>
                <a:gd name="connsiteX2" fmla="*/ 1479255 w 5683527"/>
                <a:gd name="connsiteY2" fmla="*/ 1795680 h 3175732"/>
                <a:gd name="connsiteX3" fmla="*/ 3851405 w 5683527"/>
                <a:gd name="connsiteY3" fmla="*/ 1297039 h 3175732"/>
                <a:gd name="connsiteX4" fmla="*/ 5157216 w 5683527"/>
                <a:gd name="connsiteY4" fmla="*/ 852226 h 3175732"/>
                <a:gd name="connsiteX5" fmla="*/ 5683528 w 5683527"/>
                <a:gd name="connsiteY5" fmla="*/ 0 h 317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83527" h="3175732">
                  <a:moveTo>
                    <a:pt x="0" y="3175733"/>
                  </a:moveTo>
                  <a:cubicBezTo>
                    <a:pt x="176713" y="2894475"/>
                    <a:pt x="449837" y="2582037"/>
                    <a:pt x="869212" y="2237064"/>
                  </a:cubicBezTo>
                  <a:cubicBezTo>
                    <a:pt x="1066339" y="2075263"/>
                    <a:pt x="1248794" y="1902218"/>
                    <a:pt x="1479255" y="1795680"/>
                  </a:cubicBezTo>
                  <a:cubicBezTo>
                    <a:pt x="2210429" y="1457724"/>
                    <a:pt x="3091682" y="1549430"/>
                    <a:pt x="3851405" y="1297039"/>
                  </a:cubicBezTo>
                  <a:cubicBezTo>
                    <a:pt x="4302279" y="1147200"/>
                    <a:pt x="4791749" y="1251984"/>
                    <a:pt x="5157216" y="852226"/>
                  </a:cubicBezTo>
                  <a:cubicBezTo>
                    <a:pt x="5387358" y="600474"/>
                    <a:pt x="5579860" y="315627"/>
                    <a:pt x="5683528" y="0"/>
                  </a:cubicBez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67000">
                    <a:schemeClr val="accent1">
                      <a:alpha val="4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  <p:sp>
          <p:nvSpPr>
            <p:cNvPr id="1064" name="方能演亦6-6">
              <a:extLst>
                <a:ext uri="{FF2B5EF4-FFF2-40B4-BE49-F238E27FC236}">
                  <a16:creationId xmlns:a16="http://schemas.microsoft.com/office/drawing/2014/main" id="{0C3BE24B-5902-87AA-F8AB-3556C58A88C7}"/>
                </a:ext>
              </a:extLst>
            </p:cNvPr>
            <p:cNvSpPr/>
            <p:nvPr/>
          </p:nvSpPr>
          <p:spPr>
            <a:xfrm>
              <a:off x="3441395" y="2972703"/>
              <a:ext cx="5802904" cy="3131953"/>
            </a:xfrm>
            <a:custGeom>
              <a:avLst/>
              <a:gdLst>
                <a:gd name="connsiteX0" fmla="*/ 0 w 5802904"/>
                <a:gd name="connsiteY0" fmla="*/ 3131953 h 3131953"/>
                <a:gd name="connsiteX1" fmla="*/ 979418 w 5802904"/>
                <a:gd name="connsiteY1" fmla="*/ 2257718 h 3131953"/>
                <a:gd name="connsiteX2" fmla="*/ 1603815 w 5802904"/>
                <a:gd name="connsiteY2" fmla="*/ 1779890 h 3131953"/>
                <a:gd name="connsiteX3" fmla="*/ 3827402 w 5802904"/>
                <a:gd name="connsiteY3" fmla="*/ 1286991 h 3131953"/>
                <a:gd name="connsiteX4" fmla="*/ 5284010 w 5802904"/>
                <a:gd name="connsiteY4" fmla="*/ 860041 h 3131953"/>
                <a:gd name="connsiteX5" fmla="*/ 5802905 w 5802904"/>
                <a:gd name="connsiteY5" fmla="*/ 0 h 3131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02904" h="3131953">
                  <a:moveTo>
                    <a:pt x="0" y="3131953"/>
                  </a:moveTo>
                  <a:cubicBezTo>
                    <a:pt x="232853" y="2888175"/>
                    <a:pt x="542420" y="2614573"/>
                    <a:pt x="979418" y="2257718"/>
                  </a:cubicBezTo>
                  <a:cubicBezTo>
                    <a:pt x="1186594" y="2088899"/>
                    <a:pt x="1366098" y="1897114"/>
                    <a:pt x="1603815" y="1779890"/>
                  </a:cubicBezTo>
                  <a:cubicBezTo>
                    <a:pt x="2282040" y="1445284"/>
                    <a:pt x="3108030" y="1506846"/>
                    <a:pt x="3827402" y="1286991"/>
                  </a:cubicBezTo>
                  <a:cubicBezTo>
                    <a:pt x="4326442" y="1134441"/>
                    <a:pt x="4879786" y="1310436"/>
                    <a:pt x="5284010" y="860041"/>
                  </a:cubicBezTo>
                  <a:cubicBezTo>
                    <a:pt x="5512078" y="605976"/>
                    <a:pt x="5697404" y="316505"/>
                    <a:pt x="5802905" y="0"/>
                  </a:cubicBez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67000">
                    <a:schemeClr val="accent1">
                      <a:alpha val="4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  <p:sp>
          <p:nvSpPr>
            <p:cNvPr id="1065" name="方能演亦6-7">
              <a:extLst>
                <a:ext uri="{FF2B5EF4-FFF2-40B4-BE49-F238E27FC236}">
                  <a16:creationId xmlns:a16="http://schemas.microsoft.com/office/drawing/2014/main" id="{F516DF8F-3D1B-5D87-6A23-BFD384E01A5A}"/>
                </a:ext>
              </a:extLst>
            </p:cNvPr>
            <p:cNvSpPr/>
            <p:nvPr/>
          </p:nvSpPr>
          <p:spPr>
            <a:xfrm>
              <a:off x="3301763" y="2946308"/>
              <a:ext cx="5922202" cy="3088173"/>
            </a:xfrm>
            <a:custGeom>
              <a:avLst/>
              <a:gdLst>
                <a:gd name="connsiteX0" fmla="*/ 0 w 5922202"/>
                <a:gd name="connsiteY0" fmla="*/ 3088173 h 3088173"/>
                <a:gd name="connsiteX1" fmla="*/ 1089625 w 5922202"/>
                <a:gd name="connsiteY1" fmla="*/ 2278371 h 3088173"/>
                <a:gd name="connsiteX2" fmla="*/ 1728296 w 5922202"/>
                <a:gd name="connsiteY2" fmla="*/ 1764021 h 3088173"/>
                <a:gd name="connsiteX3" fmla="*/ 3803319 w 5922202"/>
                <a:gd name="connsiteY3" fmla="*/ 1276864 h 3088173"/>
                <a:gd name="connsiteX4" fmla="*/ 5410803 w 5922202"/>
                <a:gd name="connsiteY4" fmla="*/ 867776 h 3088173"/>
                <a:gd name="connsiteX5" fmla="*/ 5922202 w 5922202"/>
                <a:gd name="connsiteY5" fmla="*/ 0 h 308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922202" h="3088173">
                  <a:moveTo>
                    <a:pt x="0" y="3088173"/>
                  </a:moveTo>
                  <a:cubicBezTo>
                    <a:pt x="288913" y="2881875"/>
                    <a:pt x="635083" y="2647028"/>
                    <a:pt x="1089625" y="2278371"/>
                  </a:cubicBezTo>
                  <a:cubicBezTo>
                    <a:pt x="1306768" y="2102615"/>
                    <a:pt x="1483561" y="1892569"/>
                    <a:pt x="1728296" y="1764021"/>
                  </a:cubicBezTo>
                  <a:cubicBezTo>
                    <a:pt x="2354527" y="1435236"/>
                    <a:pt x="3125414" y="1467214"/>
                    <a:pt x="3803319" y="1276864"/>
                  </a:cubicBezTo>
                  <a:cubicBezTo>
                    <a:pt x="4351082" y="1123037"/>
                    <a:pt x="4968063" y="1369128"/>
                    <a:pt x="5410803" y="867776"/>
                  </a:cubicBezTo>
                  <a:cubicBezTo>
                    <a:pt x="5637037" y="611638"/>
                    <a:pt x="5815026" y="317382"/>
                    <a:pt x="5922202" y="0"/>
                  </a:cubicBez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67000">
                    <a:schemeClr val="accent1">
                      <a:alpha val="4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  <p:sp>
          <p:nvSpPr>
            <p:cNvPr id="1066" name="方能演亦6-8">
              <a:extLst>
                <a:ext uri="{FF2B5EF4-FFF2-40B4-BE49-F238E27FC236}">
                  <a16:creationId xmlns:a16="http://schemas.microsoft.com/office/drawing/2014/main" id="{F9C0B450-1011-8704-9D00-6E973AB09134}"/>
                </a:ext>
              </a:extLst>
            </p:cNvPr>
            <p:cNvSpPr/>
            <p:nvPr/>
          </p:nvSpPr>
          <p:spPr>
            <a:xfrm>
              <a:off x="3162131" y="2919992"/>
              <a:ext cx="6041658" cy="3044313"/>
            </a:xfrm>
            <a:custGeom>
              <a:avLst/>
              <a:gdLst>
                <a:gd name="connsiteX0" fmla="*/ 0 w 6041658"/>
                <a:gd name="connsiteY0" fmla="*/ 3044314 h 3044313"/>
                <a:gd name="connsiteX1" fmla="*/ 1199831 w 6041658"/>
                <a:gd name="connsiteY1" fmla="*/ 2298945 h 3044313"/>
                <a:gd name="connsiteX2" fmla="*/ 1852856 w 6041658"/>
                <a:gd name="connsiteY2" fmla="*/ 1748152 h 3044313"/>
                <a:gd name="connsiteX3" fmla="*/ 3779317 w 6041658"/>
                <a:gd name="connsiteY3" fmla="*/ 1266816 h 3044313"/>
                <a:gd name="connsiteX4" fmla="*/ 5537676 w 6041658"/>
                <a:gd name="connsiteY4" fmla="*/ 875591 h 3044313"/>
                <a:gd name="connsiteX5" fmla="*/ 6041659 w 6041658"/>
                <a:gd name="connsiteY5" fmla="*/ 0 h 3044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41658" h="3044313">
                  <a:moveTo>
                    <a:pt x="0" y="3044314"/>
                  </a:moveTo>
                  <a:cubicBezTo>
                    <a:pt x="344973" y="2875496"/>
                    <a:pt x="727746" y="2679405"/>
                    <a:pt x="1199831" y="2298945"/>
                  </a:cubicBezTo>
                  <a:cubicBezTo>
                    <a:pt x="1426943" y="2116251"/>
                    <a:pt x="1601343" y="1888502"/>
                    <a:pt x="1852856" y="1748152"/>
                  </a:cubicBezTo>
                  <a:cubicBezTo>
                    <a:pt x="2428051" y="1427182"/>
                    <a:pt x="3143596" y="1430052"/>
                    <a:pt x="3779317" y="1266816"/>
                  </a:cubicBezTo>
                  <a:cubicBezTo>
                    <a:pt x="4376282" y="1113548"/>
                    <a:pt x="5056978" y="1428298"/>
                    <a:pt x="5537676" y="875591"/>
                  </a:cubicBezTo>
                  <a:cubicBezTo>
                    <a:pt x="5762156" y="617459"/>
                    <a:pt x="5932649" y="318259"/>
                    <a:pt x="6041659" y="0"/>
                  </a:cubicBez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67000">
                    <a:schemeClr val="accent1">
                      <a:alpha val="4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  <p:sp>
          <p:nvSpPr>
            <p:cNvPr id="1067" name="方能演亦6-9">
              <a:extLst>
                <a:ext uri="{FF2B5EF4-FFF2-40B4-BE49-F238E27FC236}">
                  <a16:creationId xmlns:a16="http://schemas.microsoft.com/office/drawing/2014/main" id="{5CD9444D-FEE8-8B7F-59B8-C7FF9691FAED}"/>
                </a:ext>
              </a:extLst>
            </p:cNvPr>
            <p:cNvSpPr/>
            <p:nvPr/>
          </p:nvSpPr>
          <p:spPr>
            <a:xfrm>
              <a:off x="3022419" y="2893517"/>
              <a:ext cx="6160955" cy="3000534"/>
            </a:xfrm>
            <a:custGeom>
              <a:avLst/>
              <a:gdLst>
                <a:gd name="connsiteX0" fmla="*/ 0 w 6160955"/>
                <a:gd name="connsiteY0" fmla="*/ 3000535 h 3000534"/>
                <a:gd name="connsiteX1" fmla="*/ 1309958 w 6160955"/>
                <a:gd name="connsiteY1" fmla="*/ 2319599 h 3000534"/>
                <a:gd name="connsiteX2" fmla="*/ 1977257 w 6160955"/>
                <a:gd name="connsiteY2" fmla="*/ 1732363 h 3000534"/>
                <a:gd name="connsiteX3" fmla="*/ 3755154 w 6160955"/>
                <a:gd name="connsiteY3" fmla="*/ 1256768 h 3000534"/>
                <a:gd name="connsiteX4" fmla="*/ 5664389 w 6160955"/>
                <a:gd name="connsiteY4" fmla="*/ 883326 h 3000534"/>
                <a:gd name="connsiteX5" fmla="*/ 6160956 w 6160955"/>
                <a:gd name="connsiteY5" fmla="*/ 0 h 3000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60955" h="3000534">
                  <a:moveTo>
                    <a:pt x="0" y="3000535"/>
                  </a:moveTo>
                  <a:cubicBezTo>
                    <a:pt x="401113" y="2869196"/>
                    <a:pt x="820328" y="2711860"/>
                    <a:pt x="1309958" y="2319599"/>
                  </a:cubicBezTo>
                  <a:cubicBezTo>
                    <a:pt x="1547117" y="2129888"/>
                    <a:pt x="1719364" y="1885312"/>
                    <a:pt x="1977257" y="1732363"/>
                  </a:cubicBezTo>
                  <a:cubicBezTo>
                    <a:pt x="2502373" y="1420882"/>
                    <a:pt x="3162017" y="1394806"/>
                    <a:pt x="3755154" y="1256768"/>
                  </a:cubicBezTo>
                  <a:cubicBezTo>
                    <a:pt x="4401879" y="1106291"/>
                    <a:pt x="5146132" y="1487867"/>
                    <a:pt x="5664389" y="883326"/>
                  </a:cubicBezTo>
                  <a:cubicBezTo>
                    <a:pt x="5887354" y="623281"/>
                    <a:pt x="6050192" y="319136"/>
                    <a:pt x="6160956" y="0"/>
                  </a:cubicBez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67000">
                    <a:schemeClr val="accent1">
                      <a:alpha val="4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  <p:sp>
          <p:nvSpPr>
            <p:cNvPr id="1068" name="方能演亦6-10">
              <a:extLst>
                <a:ext uri="{FF2B5EF4-FFF2-40B4-BE49-F238E27FC236}">
                  <a16:creationId xmlns:a16="http://schemas.microsoft.com/office/drawing/2014/main" id="{39094D82-8525-8AD2-C9AA-670EA9BBF28B}"/>
                </a:ext>
              </a:extLst>
            </p:cNvPr>
            <p:cNvSpPr/>
            <p:nvPr/>
          </p:nvSpPr>
          <p:spPr>
            <a:xfrm>
              <a:off x="2882787" y="2867122"/>
              <a:ext cx="6280413" cy="2956754"/>
            </a:xfrm>
            <a:custGeom>
              <a:avLst/>
              <a:gdLst>
                <a:gd name="connsiteX0" fmla="*/ 0 w 6280413"/>
                <a:gd name="connsiteY0" fmla="*/ 2956755 h 2956754"/>
                <a:gd name="connsiteX1" fmla="*/ 1420164 w 6280413"/>
                <a:gd name="connsiteY1" fmla="*/ 2340253 h 2956754"/>
                <a:gd name="connsiteX2" fmla="*/ 2101818 w 6280413"/>
                <a:gd name="connsiteY2" fmla="*/ 1716573 h 2956754"/>
                <a:gd name="connsiteX3" fmla="*/ 3731151 w 6280413"/>
                <a:gd name="connsiteY3" fmla="*/ 1246721 h 2956754"/>
                <a:gd name="connsiteX4" fmla="*/ 5791262 w 6280413"/>
                <a:gd name="connsiteY4" fmla="*/ 891141 h 2956754"/>
                <a:gd name="connsiteX5" fmla="*/ 6280413 w 6280413"/>
                <a:gd name="connsiteY5" fmla="*/ 0 h 295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280413" h="2956754">
                  <a:moveTo>
                    <a:pt x="0" y="2956755"/>
                  </a:moveTo>
                  <a:cubicBezTo>
                    <a:pt x="457174" y="2862896"/>
                    <a:pt x="912991" y="2744396"/>
                    <a:pt x="1420164" y="2340253"/>
                  </a:cubicBezTo>
                  <a:cubicBezTo>
                    <a:pt x="1667292" y="2143603"/>
                    <a:pt x="1838024" y="1882999"/>
                    <a:pt x="2101818" y="1716573"/>
                  </a:cubicBezTo>
                  <a:cubicBezTo>
                    <a:pt x="2577811" y="1416177"/>
                    <a:pt x="3180677" y="1361153"/>
                    <a:pt x="3731151" y="1246721"/>
                  </a:cubicBezTo>
                  <a:cubicBezTo>
                    <a:pt x="4428115" y="1101905"/>
                    <a:pt x="5235924" y="1547755"/>
                    <a:pt x="5791262" y="891141"/>
                  </a:cubicBezTo>
                  <a:cubicBezTo>
                    <a:pt x="6012792" y="629261"/>
                    <a:pt x="6167815" y="320093"/>
                    <a:pt x="6280413" y="0"/>
                  </a:cubicBez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67000">
                    <a:schemeClr val="accent1">
                      <a:alpha val="4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  <p:sp>
          <p:nvSpPr>
            <p:cNvPr id="1069" name="方能演亦6-11">
              <a:extLst>
                <a:ext uri="{FF2B5EF4-FFF2-40B4-BE49-F238E27FC236}">
                  <a16:creationId xmlns:a16="http://schemas.microsoft.com/office/drawing/2014/main" id="{5EA7288B-FB2E-7882-3CC7-172F05D878F9}"/>
                </a:ext>
              </a:extLst>
            </p:cNvPr>
            <p:cNvSpPr/>
            <p:nvPr/>
          </p:nvSpPr>
          <p:spPr>
            <a:xfrm>
              <a:off x="2743155" y="2840727"/>
              <a:ext cx="6399869" cy="2912895"/>
            </a:xfrm>
            <a:custGeom>
              <a:avLst/>
              <a:gdLst>
                <a:gd name="connsiteX0" fmla="*/ 0 w 6399869"/>
                <a:gd name="connsiteY0" fmla="*/ 2912896 h 2912895"/>
                <a:gd name="connsiteX1" fmla="*/ 1530371 w 6399869"/>
                <a:gd name="connsiteY1" fmla="*/ 2360747 h 2912895"/>
                <a:gd name="connsiteX2" fmla="*/ 2226378 w 6399869"/>
                <a:gd name="connsiteY2" fmla="*/ 1700624 h 2912895"/>
                <a:gd name="connsiteX3" fmla="*/ 3707148 w 6399869"/>
                <a:gd name="connsiteY3" fmla="*/ 1236593 h 2912895"/>
                <a:gd name="connsiteX4" fmla="*/ 5918135 w 6399869"/>
                <a:gd name="connsiteY4" fmla="*/ 898877 h 2912895"/>
                <a:gd name="connsiteX5" fmla="*/ 6399870 w 6399869"/>
                <a:gd name="connsiteY5" fmla="*/ 0 h 2912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99869" h="2912895">
                  <a:moveTo>
                    <a:pt x="0" y="2912896"/>
                  </a:moveTo>
                  <a:cubicBezTo>
                    <a:pt x="513234" y="2856517"/>
                    <a:pt x="1005574" y="2776772"/>
                    <a:pt x="1530371" y="2360747"/>
                  </a:cubicBezTo>
                  <a:cubicBezTo>
                    <a:pt x="1787546" y="2157160"/>
                    <a:pt x="1957560" y="1881564"/>
                    <a:pt x="2226378" y="1700624"/>
                  </a:cubicBezTo>
                  <a:cubicBezTo>
                    <a:pt x="2654286" y="1412429"/>
                    <a:pt x="3199417" y="1328618"/>
                    <a:pt x="3707148" y="1236593"/>
                  </a:cubicBezTo>
                  <a:cubicBezTo>
                    <a:pt x="4454830" y="1101028"/>
                    <a:pt x="5326115" y="1607882"/>
                    <a:pt x="5918135" y="898877"/>
                  </a:cubicBezTo>
                  <a:cubicBezTo>
                    <a:pt x="6138309" y="635242"/>
                    <a:pt x="6285437" y="320891"/>
                    <a:pt x="6399870" y="0"/>
                  </a:cubicBez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67000">
                    <a:schemeClr val="accent1">
                      <a:alpha val="4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  <p:sp>
          <p:nvSpPr>
            <p:cNvPr id="1070" name="方能演亦6-12">
              <a:extLst>
                <a:ext uri="{FF2B5EF4-FFF2-40B4-BE49-F238E27FC236}">
                  <a16:creationId xmlns:a16="http://schemas.microsoft.com/office/drawing/2014/main" id="{A9811239-615D-767C-CDCE-5E919EF57D28}"/>
                </a:ext>
              </a:extLst>
            </p:cNvPr>
            <p:cNvSpPr/>
            <p:nvPr/>
          </p:nvSpPr>
          <p:spPr>
            <a:xfrm>
              <a:off x="2603522" y="2814252"/>
              <a:ext cx="6519246" cy="2869195"/>
            </a:xfrm>
            <a:custGeom>
              <a:avLst/>
              <a:gdLst>
                <a:gd name="connsiteX0" fmla="*/ 0 w 6519246"/>
                <a:gd name="connsiteY0" fmla="*/ 2869196 h 2869195"/>
                <a:gd name="connsiteX1" fmla="*/ 1640577 w 6519246"/>
                <a:gd name="connsiteY1" fmla="*/ 2381480 h 2869195"/>
                <a:gd name="connsiteX2" fmla="*/ 2350859 w 6519246"/>
                <a:gd name="connsiteY2" fmla="*/ 1684835 h 2869195"/>
                <a:gd name="connsiteX3" fmla="*/ 3683065 w 6519246"/>
                <a:gd name="connsiteY3" fmla="*/ 1226545 h 2869195"/>
                <a:gd name="connsiteX4" fmla="*/ 6044929 w 6519246"/>
                <a:gd name="connsiteY4" fmla="*/ 906691 h 2869195"/>
                <a:gd name="connsiteX5" fmla="*/ 6519247 w 6519246"/>
                <a:gd name="connsiteY5" fmla="*/ 0 h 2869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9246" h="2869195">
                  <a:moveTo>
                    <a:pt x="0" y="2869196"/>
                  </a:moveTo>
                  <a:cubicBezTo>
                    <a:pt x="569374" y="2850297"/>
                    <a:pt x="1098237" y="2809308"/>
                    <a:pt x="1640577" y="2381480"/>
                  </a:cubicBezTo>
                  <a:cubicBezTo>
                    <a:pt x="1907720" y="2170876"/>
                    <a:pt x="2078134" y="1881724"/>
                    <a:pt x="2350859" y="1684835"/>
                  </a:cubicBezTo>
                  <a:cubicBezTo>
                    <a:pt x="2731797" y="1409798"/>
                    <a:pt x="3217678" y="1297358"/>
                    <a:pt x="3683065" y="1226545"/>
                  </a:cubicBezTo>
                  <a:cubicBezTo>
                    <a:pt x="4481863" y="1104935"/>
                    <a:pt x="5416704" y="1668488"/>
                    <a:pt x="6044929" y="906691"/>
                  </a:cubicBezTo>
                  <a:cubicBezTo>
                    <a:pt x="6263747" y="641303"/>
                    <a:pt x="6403060" y="321847"/>
                    <a:pt x="6519247" y="0"/>
                  </a:cubicBez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67000">
                    <a:schemeClr val="accent1">
                      <a:alpha val="4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  <p:sp>
          <p:nvSpPr>
            <p:cNvPr id="1071" name="方能演亦6-13">
              <a:extLst>
                <a:ext uri="{FF2B5EF4-FFF2-40B4-BE49-F238E27FC236}">
                  <a16:creationId xmlns:a16="http://schemas.microsoft.com/office/drawing/2014/main" id="{C4910BDB-E3D2-860D-E0D3-42CD579127A7}"/>
                </a:ext>
              </a:extLst>
            </p:cNvPr>
            <p:cNvSpPr/>
            <p:nvPr/>
          </p:nvSpPr>
          <p:spPr>
            <a:xfrm>
              <a:off x="2463811" y="2788016"/>
              <a:ext cx="6638703" cy="2830883"/>
            </a:xfrm>
            <a:custGeom>
              <a:avLst/>
              <a:gdLst>
                <a:gd name="connsiteX0" fmla="*/ 0 w 6638703"/>
                <a:gd name="connsiteY0" fmla="*/ 2825257 h 2830883"/>
                <a:gd name="connsiteX1" fmla="*/ 1750784 w 6638703"/>
                <a:gd name="connsiteY1" fmla="*/ 2401975 h 2830883"/>
                <a:gd name="connsiteX2" fmla="*/ 2475419 w 6638703"/>
                <a:gd name="connsiteY2" fmla="*/ 1668887 h 2830883"/>
                <a:gd name="connsiteX3" fmla="*/ 3659062 w 6638703"/>
                <a:gd name="connsiteY3" fmla="*/ 1216418 h 2830883"/>
                <a:gd name="connsiteX4" fmla="*/ 6171801 w 6638703"/>
                <a:gd name="connsiteY4" fmla="*/ 914427 h 2830883"/>
                <a:gd name="connsiteX5" fmla="*/ 6638704 w 6638703"/>
                <a:gd name="connsiteY5" fmla="*/ 0 h 283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38703" h="2830883">
                  <a:moveTo>
                    <a:pt x="0" y="2825257"/>
                  </a:moveTo>
                  <a:cubicBezTo>
                    <a:pt x="625434" y="2843837"/>
                    <a:pt x="1190900" y="2841605"/>
                    <a:pt x="1750784" y="2401975"/>
                  </a:cubicBezTo>
                  <a:cubicBezTo>
                    <a:pt x="2027895" y="2184433"/>
                    <a:pt x="2200302" y="1883318"/>
                    <a:pt x="2475419" y="1668887"/>
                  </a:cubicBezTo>
                  <a:cubicBezTo>
                    <a:pt x="2810584" y="1407645"/>
                    <a:pt x="3235541" y="1266896"/>
                    <a:pt x="3659062" y="1216418"/>
                  </a:cubicBezTo>
                  <a:cubicBezTo>
                    <a:pt x="4509295" y="1114983"/>
                    <a:pt x="5507772" y="1729332"/>
                    <a:pt x="6171801" y="914427"/>
                  </a:cubicBezTo>
                  <a:cubicBezTo>
                    <a:pt x="6389424" y="647363"/>
                    <a:pt x="6520682" y="322725"/>
                    <a:pt x="6638704" y="0"/>
                  </a:cubicBez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67000">
                    <a:schemeClr val="accent1">
                      <a:alpha val="4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  <p:sp>
          <p:nvSpPr>
            <p:cNvPr id="1072" name="方能演亦6-14">
              <a:extLst>
                <a:ext uri="{FF2B5EF4-FFF2-40B4-BE49-F238E27FC236}">
                  <a16:creationId xmlns:a16="http://schemas.microsoft.com/office/drawing/2014/main" id="{032ABD33-E7D0-76D0-B5AB-F7FBA40EC9AA}"/>
                </a:ext>
              </a:extLst>
            </p:cNvPr>
            <p:cNvSpPr/>
            <p:nvPr/>
          </p:nvSpPr>
          <p:spPr>
            <a:xfrm>
              <a:off x="2324179" y="2761541"/>
              <a:ext cx="6758000" cy="2814046"/>
            </a:xfrm>
            <a:custGeom>
              <a:avLst/>
              <a:gdLst>
                <a:gd name="connsiteX0" fmla="*/ 0 w 6758000"/>
                <a:gd name="connsiteY0" fmla="*/ 2781477 h 2814046"/>
                <a:gd name="connsiteX1" fmla="*/ 1860990 w 6758000"/>
                <a:gd name="connsiteY1" fmla="*/ 2422628 h 2814046"/>
                <a:gd name="connsiteX2" fmla="*/ 2599900 w 6758000"/>
                <a:gd name="connsiteY2" fmla="*/ 1653097 h 2814046"/>
                <a:gd name="connsiteX3" fmla="*/ 3634980 w 6758000"/>
                <a:gd name="connsiteY3" fmla="*/ 1206370 h 2814046"/>
                <a:gd name="connsiteX4" fmla="*/ 6298515 w 6758000"/>
                <a:gd name="connsiteY4" fmla="*/ 922242 h 2814046"/>
                <a:gd name="connsiteX5" fmla="*/ 6758001 w 6758000"/>
                <a:gd name="connsiteY5" fmla="*/ 0 h 2814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58000" h="2814046">
                  <a:moveTo>
                    <a:pt x="0" y="2781477"/>
                  </a:moveTo>
                  <a:cubicBezTo>
                    <a:pt x="681494" y="2837538"/>
                    <a:pt x="1283483" y="2874140"/>
                    <a:pt x="1860990" y="2422628"/>
                  </a:cubicBezTo>
                  <a:cubicBezTo>
                    <a:pt x="2148149" y="2198149"/>
                    <a:pt x="2324623" y="1887146"/>
                    <a:pt x="2599900" y="1653097"/>
                  </a:cubicBezTo>
                  <a:cubicBezTo>
                    <a:pt x="2890567" y="1405970"/>
                    <a:pt x="3252367" y="1237391"/>
                    <a:pt x="3634980" y="1206370"/>
                  </a:cubicBezTo>
                  <a:cubicBezTo>
                    <a:pt x="4536647" y="1133245"/>
                    <a:pt x="5599238" y="1790576"/>
                    <a:pt x="6298515" y="922242"/>
                  </a:cubicBezTo>
                  <a:cubicBezTo>
                    <a:pt x="6514941" y="653504"/>
                    <a:pt x="6638226" y="323602"/>
                    <a:pt x="6758001" y="0"/>
                  </a:cubicBez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67000">
                    <a:schemeClr val="accent1">
                      <a:alpha val="4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</p:grpSp>
      <p:pic>
        <p:nvPicPr>
          <p:cNvPr id="23" name="图片 22" descr="黑暗中的灯光&#10;&#10;描述已自动生成">
            <a:extLst>
              <a:ext uri="{FF2B5EF4-FFF2-40B4-BE49-F238E27FC236}">
                <a16:creationId xmlns:a16="http://schemas.microsoft.com/office/drawing/2014/main" id="{054308DD-D34B-B4A0-2CB6-2ABC21BF0A0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861" y="555980"/>
            <a:ext cx="4576552" cy="7569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28170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11C1B2E-0F6D-2C83-76B6-6E5914C9C2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1870645F-21A5-F1F7-EAFF-4E6E44E09C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72714"/>
          <a:stretch/>
        </p:blipFill>
        <p:spPr>
          <a:xfrm>
            <a:off x="0" y="5270269"/>
            <a:ext cx="12536784" cy="1587731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CBD7775F-3233-9315-0E51-1B235C751DE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t="62256"/>
          <a:stretch>
            <a:fillRect/>
          </a:stretch>
        </p:blipFill>
        <p:spPr>
          <a:xfrm>
            <a:off x="1993036" y="0"/>
            <a:ext cx="8205927" cy="1774139"/>
          </a:xfrm>
          <a:custGeom>
            <a:avLst/>
            <a:gdLst>
              <a:gd name="connsiteX0" fmla="*/ 0 w 8205927"/>
              <a:gd name="connsiteY0" fmla="*/ 0 h 1774139"/>
              <a:gd name="connsiteX1" fmla="*/ 8205927 w 8205927"/>
              <a:gd name="connsiteY1" fmla="*/ 0 h 1774139"/>
              <a:gd name="connsiteX2" fmla="*/ 8205927 w 8205927"/>
              <a:gd name="connsiteY2" fmla="*/ 1774139 h 1774139"/>
              <a:gd name="connsiteX3" fmla="*/ 0 w 8205927"/>
              <a:gd name="connsiteY3" fmla="*/ 1774139 h 1774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05927" h="1774139">
                <a:moveTo>
                  <a:pt x="0" y="0"/>
                </a:moveTo>
                <a:lnTo>
                  <a:pt x="8205927" y="0"/>
                </a:lnTo>
                <a:lnTo>
                  <a:pt x="8205927" y="1774139"/>
                </a:lnTo>
                <a:lnTo>
                  <a:pt x="0" y="1774139"/>
                </a:lnTo>
                <a:close/>
              </a:path>
            </a:pathLst>
          </a:custGeom>
        </p:spPr>
      </p:pic>
      <p:grpSp>
        <p:nvGrpSpPr>
          <p:cNvPr id="1058" name="方能演亦6">
            <a:extLst>
              <a:ext uri="{FF2B5EF4-FFF2-40B4-BE49-F238E27FC236}">
                <a16:creationId xmlns:a16="http://schemas.microsoft.com/office/drawing/2014/main" id="{82534EAF-AEA2-6A4C-7C68-94A319B8D89D}"/>
              </a:ext>
            </a:extLst>
          </p:cNvPr>
          <p:cNvGrpSpPr/>
          <p:nvPr userDrawn="1"/>
        </p:nvGrpSpPr>
        <p:grpSpPr>
          <a:xfrm rot="12627068">
            <a:off x="8549719" y="-1814047"/>
            <a:ext cx="10823687" cy="6224878"/>
            <a:chOff x="2324179" y="2761541"/>
            <a:chExt cx="7021475" cy="3694149"/>
          </a:xfrm>
          <a:noFill/>
        </p:grpSpPr>
        <p:sp>
          <p:nvSpPr>
            <p:cNvPr id="1059" name="方能演亦6-1">
              <a:extLst>
                <a:ext uri="{FF2B5EF4-FFF2-40B4-BE49-F238E27FC236}">
                  <a16:creationId xmlns:a16="http://schemas.microsoft.com/office/drawing/2014/main" id="{B0652A66-6712-08B5-C299-084368E6D1E6}"/>
                </a:ext>
              </a:extLst>
            </p:cNvPr>
            <p:cNvSpPr/>
            <p:nvPr/>
          </p:nvSpPr>
          <p:spPr>
            <a:xfrm>
              <a:off x="4130094" y="3104680"/>
              <a:ext cx="5215560" cy="3351010"/>
            </a:xfrm>
            <a:custGeom>
              <a:avLst/>
              <a:gdLst>
                <a:gd name="connsiteX0" fmla="*/ 5215561 w 5215560"/>
                <a:gd name="connsiteY0" fmla="*/ 0 h 3351010"/>
                <a:gd name="connsiteX1" fmla="*/ 4659584 w 5215560"/>
                <a:gd name="connsiteY1" fmla="*/ 821126 h 3351010"/>
                <a:gd name="connsiteX2" fmla="*/ 3957277 w 5215560"/>
                <a:gd name="connsiteY2" fmla="*/ 1337390 h 3351010"/>
                <a:gd name="connsiteX3" fmla="*/ 990873 w 5215560"/>
                <a:gd name="connsiteY3" fmla="*/ 1859156 h 3351010"/>
                <a:gd name="connsiteX4" fmla="*/ 438086 w 5215560"/>
                <a:gd name="connsiteY4" fmla="*/ 2154688 h 3351010"/>
                <a:gd name="connsiteX5" fmla="*/ 9620 w 5215560"/>
                <a:gd name="connsiteY5" fmla="*/ 3351010 h 3351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15560" h="3351010">
                  <a:moveTo>
                    <a:pt x="5215561" y="0"/>
                  </a:moveTo>
                  <a:cubicBezTo>
                    <a:pt x="5119070" y="312039"/>
                    <a:pt x="4902644" y="583409"/>
                    <a:pt x="4659584" y="821126"/>
                  </a:cubicBezTo>
                  <a:cubicBezTo>
                    <a:pt x="4453605" y="1022640"/>
                    <a:pt x="4223224" y="1206928"/>
                    <a:pt x="3957277" y="1337390"/>
                  </a:cubicBezTo>
                  <a:cubicBezTo>
                    <a:pt x="3063105" y="1775903"/>
                    <a:pt x="1942779" y="1539143"/>
                    <a:pt x="990873" y="1859156"/>
                  </a:cubicBezTo>
                  <a:cubicBezTo>
                    <a:pt x="789279" y="1926938"/>
                    <a:pt x="595262" y="2020718"/>
                    <a:pt x="438086" y="2154688"/>
                  </a:cubicBezTo>
                  <a:cubicBezTo>
                    <a:pt x="88966" y="2452373"/>
                    <a:pt x="-37987" y="2919913"/>
                    <a:pt x="9620" y="3351010"/>
                  </a:cubicBez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67000">
                    <a:schemeClr val="accent1">
                      <a:alpha val="4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  <p:sp>
          <p:nvSpPr>
            <p:cNvPr id="1060" name="方能演亦6-2">
              <a:extLst>
                <a:ext uri="{FF2B5EF4-FFF2-40B4-BE49-F238E27FC236}">
                  <a16:creationId xmlns:a16="http://schemas.microsoft.com/office/drawing/2014/main" id="{DE721E88-8BD7-C740-4725-8827C72FD1C9}"/>
                </a:ext>
              </a:extLst>
            </p:cNvPr>
            <p:cNvSpPr/>
            <p:nvPr/>
          </p:nvSpPr>
          <p:spPr>
            <a:xfrm>
              <a:off x="4000083" y="3078364"/>
              <a:ext cx="5325316" cy="3307150"/>
            </a:xfrm>
            <a:custGeom>
              <a:avLst/>
              <a:gdLst>
                <a:gd name="connsiteX0" fmla="*/ 0 w 5325316"/>
                <a:gd name="connsiteY0" fmla="*/ 3307151 h 3307150"/>
                <a:gd name="connsiteX1" fmla="*/ 538672 w 5325316"/>
                <a:gd name="connsiteY1" fmla="*/ 2175262 h 3307150"/>
                <a:gd name="connsiteX2" fmla="*/ 1105733 w 5325316"/>
                <a:gd name="connsiteY2" fmla="*/ 1843287 h 3307150"/>
                <a:gd name="connsiteX3" fmla="*/ 3923574 w 5325316"/>
                <a:gd name="connsiteY3" fmla="*/ 1327342 h 3307150"/>
                <a:gd name="connsiteX4" fmla="*/ 4776757 w 5325316"/>
                <a:gd name="connsiteY4" fmla="*/ 828941 h 3307150"/>
                <a:gd name="connsiteX5" fmla="*/ 5325317 w 5325316"/>
                <a:gd name="connsiteY5" fmla="*/ 0 h 330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25316" h="3307150">
                  <a:moveTo>
                    <a:pt x="0" y="3307151"/>
                  </a:moveTo>
                  <a:cubicBezTo>
                    <a:pt x="8453" y="2913454"/>
                    <a:pt x="171928" y="2484749"/>
                    <a:pt x="538672" y="2175262"/>
                  </a:cubicBezTo>
                  <a:cubicBezTo>
                    <a:pt x="705816" y="2034354"/>
                    <a:pt x="897122" y="1920160"/>
                    <a:pt x="1105733" y="1843287"/>
                  </a:cubicBezTo>
                  <a:cubicBezTo>
                    <a:pt x="2001180" y="1513146"/>
                    <a:pt x="3056196" y="1707004"/>
                    <a:pt x="3923574" y="1327342"/>
                  </a:cubicBezTo>
                  <a:cubicBezTo>
                    <a:pt x="4234177" y="1191378"/>
                    <a:pt x="4530347" y="1079338"/>
                    <a:pt x="4776757" y="828941"/>
                  </a:cubicBezTo>
                  <a:cubicBezTo>
                    <a:pt x="5015351" y="586439"/>
                    <a:pt x="5227072" y="312996"/>
                    <a:pt x="5325317" y="0"/>
                  </a:cubicBez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67000">
                    <a:schemeClr val="accent1">
                      <a:alpha val="4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  <p:sp>
          <p:nvSpPr>
            <p:cNvPr id="1061" name="方能演亦6-3">
              <a:extLst>
                <a:ext uri="{FF2B5EF4-FFF2-40B4-BE49-F238E27FC236}">
                  <a16:creationId xmlns:a16="http://schemas.microsoft.com/office/drawing/2014/main" id="{3EA7969B-322D-0E68-A9A2-3674BD38A409}"/>
                </a:ext>
              </a:extLst>
            </p:cNvPr>
            <p:cNvSpPr/>
            <p:nvPr/>
          </p:nvSpPr>
          <p:spPr>
            <a:xfrm>
              <a:off x="3860371" y="3051889"/>
              <a:ext cx="5444694" cy="3263451"/>
            </a:xfrm>
            <a:custGeom>
              <a:avLst/>
              <a:gdLst>
                <a:gd name="connsiteX0" fmla="*/ 0 w 5444694"/>
                <a:gd name="connsiteY0" fmla="*/ 3263451 h 3263451"/>
                <a:gd name="connsiteX1" fmla="*/ 648799 w 5444694"/>
                <a:gd name="connsiteY1" fmla="*/ 2195916 h 3263451"/>
                <a:gd name="connsiteX2" fmla="*/ 1230214 w 5444694"/>
                <a:gd name="connsiteY2" fmla="*/ 1827418 h 3263451"/>
                <a:gd name="connsiteX3" fmla="*/ 3899491 w 5444694"/>
                <a:gd name="connsiteY3" fmla="*/ 1317215 h 3263451"/>
                <a:gd name="connsiteX4" fmla="*/ 4903550 w 5444694"/>
                <a:gd name="connsiteY4" fmla="*/ 836676 h 3263451"/>
                <a:gd name="connsiteX5" fmla="*/ 5444695 w 5444694"/>
                <a:gd name="connsiteY5" fmla="*/ 0 h 326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44694" h="3263451">
                  <a:moveTo>
                    <a:pt x="0" y="3263451"/>
                  </a:moveTo>
                  <a:cubicBezTo>
                    <a:pt x="64593" y="2907234"/>
                    <a:pt x="264591" y="2517285"/>
                    <a:pt x="648799" y="2195916"/>
                  </a:cubicBezTo>
                  <a:cubicBezTo>
                    <a:pt x="825911" y="2047991"/>
                    <a:pt x="1014346" y="1913861"/>
                    <a:pt x="1230214" y="1827418"/>
                  </a:cubicBezTo>
                  <a:cubicBezTo>
                    <a:pt x="2070000" y="1491217"/>
                    <a:pt x="3064729" y="1647993"/>
                    <a:pt x="3899491" y="1317215"/>
                  </a:cubicBezTo>
                  <a:cubicBezTo>
                    <a:pt x="4256027" y="1175908"/>
                    <a:pt x="4617109" y="1136434"/>
                    <a:pt x="4903550" y="836676"/>
                  </a:cubicBezTo>
                  <a:cubicBezTo>
                    <a:pt x="5138796" y="590506"/>
                    <a:pt x="5344615" y="313793"/>
                    <a:pt x="5444695" y="0"/>
                  </a:cubicBez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67000">
                    <a:schemeClr val="accent1">
                      <a:alpha val="4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  <p:sp>
          <p:nvSpPr>
            <p:cNvPr id="1062" name="方能演亦6-4">
              <a:extLst>
                <a:ext uri="{FF2B5EF4-FFF2-40B4-BE49-F238E27FC236}">
                  <a16:creationId xmlns:a16="http://schemas.microsoft.com/office/drawing/2014/main" id="{F92F4467-2B78-AF89-24B6-FE57C180572D}"/>
                </a:ext>
              </a:extLst>
            </p:cNvPr>
            <p:cNvSpPr/>
            <p:nvPr/>
          </p:nvSpPr>
          <p:spPr>
            <a:xfrm>
              <a:off x="3720739" y="3025414"/>
              <a:ext cx="5564070" cy="3219671"/>
            </a:xfrm>
            <a:custGeom>
              <a:avLst/>
              <a:gdLst>
                <a:gd name="connsiteX0" fmla="*/ 0 w 5564070"/>
                <a:gd name="connsiteY0" fmla="*/ 3219672 h 3219671"/>
                <a:gd name="connsiteX1" fmla="*/ 759005 w 5564070"/>
                <a:gd name="connsiteY1" fmla="*/ 2216569 h 3219671"/>
                <a:gd name="connsiteX2" fmla="*/ 1354694 w 5564070"/>
                <a:gd name="connsiteY2" fmla="*/ 1811628 h 3219671"/>
                <a:gd name="connsiteX3" fmla="*/ 3875408 w 5564070"/>
                <a:gd name="connsiteY3" fmla="*/ 1307167 h 3219671"/>
                <a:gd name="connsiteX4" fmla="*/ 5030343 w 5564070"/>
                <a:gd name="connsiteY4" fmla="*/ 844491 h 3219671"/>
                <a:gd name="connsiteX5" fmla="*/ 5564071 w 5564070"/>
                <a:gd name="connsiteY5" fmla="*/ 0 h 321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64070" h="3219671">
                  <a:moveTo>
                    <a:pt x="0" y="3219672"/>
                  </a:moveTo>
                  <a:cubicBezTo>
                    <a:pt x="120653" y="2900934"/>
                    <a:pt x="357174" y="2549741"/>
                    <a:pt x="759005" y="2216569"/>
                  </a:cubicBezTo>
                  <a:cubicBezTo>
                    <a:pt x="946165" y="2061706"/>
                    <a:pt x="1131570" y="1907880"/>
                    <a:pt x="1354694" y="1811628"/>
                  </a:cubicBezTo>
                  <a:cubicBezTo>
                    <a:pt x="2139696" y="1473034"/>
                    <a:pt x="3076929" y="1596159"/>
                    <a:pt x="3875408" y="1307167"/>
                  </a:cubicBezTo>
                  <a:cubicBezTo>
                    <a:pt x="4278754" y="1161155"/>
                    <a:pt x="4704189" y="1194010"/>
                    <a:pt x="5030343" y="844491"/>
                  </a:cubicBezTo>
                  <a:cubicBezTo>
                    <a:pt x="5262797" y="595370"/>
                    <a:pt x="5462158" y="314750"/>
                    <a:pt x="5564071" y="0"/>
                  </a:cubicBez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67000">
                    <a:schemeClr val="accent1">
                      <a:alpha val="4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  <p:sp>
          <p:nvSpPr>
            <p:cNvPr id="1063" name="方能演亦6-5">
              <a:extLst>
                <a:ext uri="{FF2B5EF4-FFF2-40B4-BE49-F238E27FC236}">
                  <a16:creationId xmlns:a16="http://schemas.microsoft.com/office/drawing/2014/main" id="{8A335ACB-9223-7725-80DC-F5427670E4BD}"/>
                </a:ext>
              </a:extLst>
            </p:cNvPr>
            <p:cNvSpPr/>
            <p:nvPr/>
          </p:nvSpPr>
          <p:spPr>
            <a:xfrm>
              <a:off x="3581107" y="2999178"/>
              <a:ext cx="5683527" cy="3175732"/>
            </a:xfrm>
            <a:custGeom>
              <a:avLst/>
              <a:gdLst>
                <a:gd name="connsiteX0" fmla="*/ 0 w 5683527"/>
                <a:gd name="connsiteY0" fmla="*/ 3175733 h 3175732"/>
                <a:gd name="connsiteX1" fmla="*/ 869212 w 5683527"/>
                <a:gd name="connsiteY1" fmla="*/ 2237064 h 3175732"/>
                <a:gd name="connsiteX2" fmla="*/ 1479255 w 5683527"/>
                <a:gd name="connsiteY2" fmla="*/ 1795680 h 3175732"/>
                <a:gd name="connsiteX3" fmla="*/ 3851405 w 5683527"/>
                <a:gd name="connsiteY3" fmla="*/ 1297039 h 3175732"/>
                <a:gd name="connsiteX4" fmla="*/ 5157216 w 5683527"/>
                <a:gd name="connsiteY4" fmla="*/ 852226 h 3175732"/>
                <a:gd name="connsiteX5" fmla="*/ 5683528 w 5683527"/>
                <a:gd name="connsiteY5" fmla="*/ 0 h 317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83527" h="3175732">
                  <a:moveTo>
                    <a:pt x="0" y="3175733"/>
                  </a:moveTo>
                  <a:cubicBezTo>
                    <a:pt x="176713" y="2894475"/>
                    <a:pt x="449837" y="2582037"/>
                    <a:pt x="869212" y="2237064"/>
                  </a:cubicBezTo>
                  <a:cubicBezTo>
                    <a:pt x="1066339" y="2075263"/>
                    <a:pt x="1248794" y="1902218"/>
                    <a:pt x="1479255" y="1795680"/>
                  </a:cubicBezTo>
                  <a:cubicBezTo>
                    <a:pt x="2210429" y="1457724"/>
                    <a:pt x="3091682" y="1549430"/>
                    <a:pt x="3851405" y="1297039"/>
                  </a:cubicBezTo>
                  <a:cubicBezTo>
                    <a:pt x="4302279" y="1147200"/>
                    <a:pt x="4791749" y="1251984"/>
                    <a:pt x="5157216" y="852226"/>
                  </a:cubicBezTo>
                  <a:cubicBezTo>
                    <a:pt x="5387358" y="600474"/>
                    <a:pt x="5579860" y="315627"/>
                    <a:pt x="5683528" y="0"/>
                  </a:cubicBez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67000">
                    <a:schemeClr val="accent1">
                      <a:alpha val="4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  <p:sp>
          <p:nvSpPr>
            <p:cNvPr id="1064" name="方能演亦6-6">
              <a:extLst>
                <a:ext uri="{FF2B5EF4-FFF2-40B4-BE49-F238E27FC236}">
                  <a16:creationId xmlns:a16="http://schemas.microsoft.com/office/drawing/2014/main" id="{0C3BE24B-5902-87AA-F8AB-3556C58A88C7}"/>
                </a:ext>
              </a:extLst>
            </p:cNvPr>
            <p:cNvSpPr/>
            <p:nvPr/>
          </p:nvSpPr>
          <p:spPr>
            <a:xfrm>
              <a:off x="3441395" y="2972703"/>
              <a:ext cx="5802904" cy="3131953"/>
            </a:xfrm>
            <a:custGeom>
              <a:avLst/>
              <a:gdLst>
                <a:gd name="connsiteX0" fmla="*/ 0 w 5802904"/>
                <a:gd name="connsiteY0" fmla="*/ 3131953 h 3131953"/>
                <a:gd name="connsiteX1" fmla="*/ 979418 w 5802904"/>
                <a:gd name="connsiteY1" fmla="*/ 2257718 h 3131953"/>
                <a:gd name="connsiteX2" fmla="*/ 1603815 w 5802904"/>
                <a:gd name="connsiteY2" fmla="*/ 1779890 h 3131953"/>
                <a:gd name="connsiteX3" fmla="*/ 3827402 w 5802904"/>
                <a:gd name="connsiteY3" fmla="*/ 1286991 h 3131953"/>
                <a:gd name="connsiteX4" fmla="*/ 5284010 w 5802904"/>
                <a:gd name="connsiteY4" fmla="*/ 860041 h 3131953"/>
                <a:gd name="connsiteX5" fmla="*/ 5802905 w 5802904"/>
                <a:gd name="connsiteY5" fmla="*/ 0 h 3131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02904" h="3131953">
                  <a:moveTo>
                    <a:pt x="0" y="3131953"/>
                  </a:moveTo>
                  <a:cubicBezTo>
                    <a:pt x="232853" y="2888175"/>
                    <a:pt x="542420" y="2614573"/>
                    <a:pt x="979418" y="2257718"/>
                  </a:cubicBezTo>
                  <a:cubicBezTo>
                    <a:pt x="1186594" y="2088899"/>
                    <a:pt x="1366098" y="1897114"/>
                    <a:pt x="1603815" y="1779890"/>
                  </a:cubicBezTo>
                  <a:cubicBezTo>
                    <a:pt x="2282040" y="1445284"/>
                    <a:pt x="3108030" y="1506846"/>
                    <a:pt x="3827402" y="1286991"/>
                  </a:cubicBezTo>
                  <a:cubicBezTo>
                    <a:pt x="4326442" y="1134441"/>
                    <a:pt x="4879786" y="1310436"/>
                    <a:pt x="5284010" y="860041"/>
                  </a:cubicBezTo>
                  <a:cubicBezTo>
                    <a:pt x="5512078" y="605976"/>
                    <a:pt x="5697404" y="316505"/>
                    <a:pt x="5802905" y="0"/>
                  </a:cubicBez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67000">
                    <a:schemeClr val="accent1">
                      <a:alpha val="4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  <p:sp>
          <p:nvSpPr>
            <p:cNvPr id="1065" name="方能演亦6-7">
              <a:extLst>
                <a:ext uri="{FF2B5EF4-FFF2-40B4-BE49-F238E27FC236}">
                  <a16:creationId xmlns:a16="http://schemas.microsoft.com/office/drawing/2014/main" id="{F516DF8F-3D1B-5D87-6A23-BFD384E01A5A}"/>
                </a:ext>
              </a:extLst>
            </p:cNvPr>
            <p:cNvSpPr/>
            <p:nvPr/>
          </p:nvSpPr>
          <p:spPr>
            <a:xfrm>
              <a:off x="3301763" y="2946308"/>
              <a:ext cx="5922202" cy="3088173"/>
            </a:xfrm>
            <a:custGeom>
              <a:avLst/>
              <a:gdLst>
                <a:gd name="connsiteX0" fmla="*/ 0 w 5922202"/>
                <a:gd name="connsiteY0" fmla="*/ 3088173 h 3088173"/>
                <a:gd name="connsiteX1" fmla="*/ 1089625 w 5922202"/>
                <a:gd name="connsiteY1" fmla="*/ 2278371 h 3088173"/>
                <a:gd name="connsiteX2" fmla="*/ 1728296 w 5922202"/>
                <a:gd name="connsiteY2" fmla="*/ 1764021 h 3088173"/>
                <a:gd name="connsiteX3" fmla="*/ 3803319 w 5922202"/>
                <a:gd name="connsiteY3" fmla="*/ 1276864 h 3088173"/>
                <a:gd name="connsiteX4" fmla="*/ 5410803 w 5922202"/>
                <a:gd name="connsiteY4" fmla="*/ 867776 h 3088173"/>
                <a:gd name="connsiteX5" fmla="*/ 5922202 w 5922202"/>
                <a:gd name="connsiteY5" fmla="*/ 0 h 308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922202" h="3088173">
                  <a:moveTo>
                    <a:pt x="0" y="3088173"/>
                  </a:moveTo>
                  <a:cubicBezTo>
                    <a:pt x="288913" y="2881875"/>
                    <a:pt x="635083" y="2647028"/>
                    <a:pt x="1089625" y="2278371"/>
                  </a:cubicBezTo>
                  <a:cubicBezTo>
                    <a:pt x="1306768" y="2102615"/>
                    <a:pt x="1483561" y="1892569"/>
                    <a:pt x="1728296" y="1764021"/>
                  </a:cubicBezTo>
                  <a:cubicBezTo>
                    <a:pt x="2354527" y="1435236"/>
                    <a:pt x="3125414" y="1467214"/>
                    <a:pt x="3803319" y="1276864"/>
                  </a:cubicBezTo>
                  <a:cubicBezTo>
                    <a:pt x="4351082" y="1123037"/>
                    <a:pt x="4968063" y="1369128"/>
                    <a:pt x="5410803" y="867776"/>
                  </a:cubicBezTo>
                  <a:cubicBezTo>
                    <a:pt x="5637037" y="611638"/>
                    <a:pt x="5815026" y="317382"/>
                    <a:pt x="5922202" y="0"/>
                  </a:cubicBez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67000">
                    <a:schemeClr val="accent1">
                      <a:alpha val="4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  <p:sp>
          <p:nvSpPr>
            <p:cNvPr id="1066" name="方能演亦6-8">
              <a:extLst>
                <a:ext uri="{FF2B5EF4-FFF2-40B4-BE49-F238E27FC236}">
                  <a16:creationId xmlns:a16="http://schemas.microsoft.com/office/drawing/2014/main" id="{F9C0B450-1011-8704-9D00-6E973AB09134}"/>
                </a:ext>
              </a:extLst>
            </p:cNvPr>
            <p:cNvSpPr/>
            <p:nvPr/>
          </p:nvSpPr>
          <p:spPr>
            <a:xfrm>
              <a:off x="3162131" y="2919992"/>
              <a:ext cx="6041658" cy="3044313"/>
            </a:xfrm>
            <a:custGeom>
              <a:avLst/>
              <a:gdLst>
                <a:gd name="connsiteX0" fmla="*/ 0 w 6041658"/>
                <a:gd name="connsiteY0" fmla="*/ 3044314 h 3044313"/>
                <a:gd name="connsiteX1" fmla="*/ 1199831 w 6041658"/>
                <a:gd name="connsiteY1" fmla="*/ 2298945 h 3044313"/>
                <a:gd name="connsiteX2" fmla="*/ 1852856 w 6041658"/>
                <a:gd name="connsiteY2" fmla="*/ 1748152 h 3044313"/>
                <a:gd name="connsiteX3" fmla="*/ 3779317 w 6041658"/>
                <a:gd name="connsiteY3" fmla="*/ 1266816 h 3044313"/>
                <a:gd name="connsiteX4" fmla="*/ 5537676 w 6041658"/>
                <a:gd name="connsiteY4" fmla="*/ 875591 h 3044313"/>
                <a:gd name="connsiteX5" fmla="*/ 6041659 w 6041658"/>
                <a:gd name="connsiteY5" fmla="*/ 0 h 3044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41658" h="3044313">
                  <a:moveTo>
                    <a:pt x="0" y="3044314"/>
                  </a:moveTo>
                  <a:cubicBezTo>
                    <a:pt x="344973" y="2875496"/>
                    <a:pt x="727746" y="2679405"/>
                    <a:pt x="1199831" y="2298945"/>
                  </a:cubicBezTo>
                  <a:cubicBezTo>
                    <a:pt x="1426943" y="2116251"/>
                    <a:pt x="1601343" y="1888502"/>
                    <a:pt x="1852856" y="1748152"/>
                  </a:cubicBezTo>
                  <a:cubicBezTo>
                    <a:pt x="2428051" y="1427182"/>
                    <a:pt x="3143596" y="1430052"/>
                    <a:pt x="3779317" y="1266816"/>
                  </a:cubicBezTo>
                  <a:cubicBezTo>
                    <a:pt x="4376282" y="1113548"/>
                    <a:pt x="5056978" y="1428298"/>
                    <a:pt x="5537676" y="875591"/>
                  </a:cubicBezTo>
                  <a:cubicBezTo>
                    <a:pt x="5762156" y="617459"/>
                    <a:pt x="5932649" y="318259"/>
                    <a:pt x="6041659" y="0"/>
                  </a:cubicBez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67000">
                    <a:schemeClr val="accent1">
                      <a:alpha val="4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  <p:sp>
          <p:nvSpPr>
            <p:cNvPr id="1067" name="方能演亦6-9">
              <a:extLst>
                <a:ext uri="{FF2B5EF4-FFF2-40B4-BE49-F238E27FC236}">
                  <a16:creationId xmlns:a16="http://schemas.microsoft.com/office/drawing/2014/main" id="{5CD9444D-FEE8-8B7F-59B8-C7FF9691FAED}"/>
                </a:ext>
              </a:extLst>
            </p:cNvPr>
            <p:cNvSpPr/>
            <p:nvPr/>
          </p:nvSpPr>
          <p:spPr>
            <a:xfrm>
              <a:off x="3022419" y="2893517"/>
              <a:ext cx="6160955" cy="3000534"/>
            </a:xfrm>
            <a:custGeom>
              <a:avLst/>
              <a:gdLst>
                <a:gd name="connsiteX0" fmla="*/ 0 w 6160955"/>
                <a:gd name="connsiteY0" fmla="*/ 3000535 h 3000534"/>
                <a:gd name="connsiteX1" fmla="*/ 1309958 w 6160955"/>
                <a:gd name="connsiteY1" fmla="*/ 2319599 h 3000534"/>
                <a:gd name="connsiteX2" fmla="*/ 1977257 w 6160955"/>
                <a:gd name="connsiteY2" fmla="*/ 1732363 h 3000534"/>
                <a:gd name="connsiteX3" fmla="*/ 3755154 w 6160955"/>
                <a:gd name="connsiteY3" fmla="*/ 1256768 h 3000534"/>
                <a:gd name="connsiteX4" fmla="*/ 5664389 w 6160955"/>
                <a:gd name="connsiteY4" fmla="*/ 883326 h 3000534"/>
                <a:gd name="connsiteX5" fmla="*/ 6160956 w 6160955"/>
                <a:gd name="connsiteY5" fmla="*/ 0 h 3000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60955" h="3000534">
                  <a:moveTo>
                    <a:pt x="0" y="3000535"/>
                  </a:moveTo>
                  <a:cubicBezTo>
                    <a:pt x="401113" y="2869196"/>
                    <a:pt x="820328" y="2711860"/>
                    <a:pt x="1309958" y="2319599"/>
                  </a:cubicBezTo>
                  <a:cubicBezTo>
                    <a:pt x="1547117" y="2129888"/>
                    <a:pt x="1719364" y="1885312"/>
                    <a:pt x="1977257" y="1732363"/>
                  </a:cubicBezTo>
                  <a:cubicBezTo>
                    <a:pt x="2502373" y="1420882"/>
                    <a:pt x="3162017" y="1394806"/>
                    <a:pt x="3755154" y="1256768"/>
                  </a:cubicBezTo>
                  <a:cubicBezTo>
                    <a:pt x="4401879" y="1106291"/>
                    <a:pt x="5146132" y="1487867"/>
                    <a:pt x="5664389" y="883326"/>
                  </a:cubicBezTo>
                  <a:cubicBezTo>
                    <a:pt x="5887354" y="623281"/>
                    <a:pt x="6050192" y="319136"/>
                    <a:pt x="6160956" y="0"/>
                  </a:cubicBez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67000">
                    <a:schemeClr val="accent1">
                      <a:alpha val="4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  <p:sp>
          <p:nvSpPr>
            <p:cNvPr id="1068" name="方能演亦6-10">
              <a:extLst>
                <a:ext uri="{FF2B5EF4-FFF2-40B4-BE49-F238E27FC236}">
                  <a16:creationId xmlns:a16="http://schemas.microsoft.com/office/drawing/2014/main" id="{39094D82-8525-8AD2-C9AA-670EA9BBF28B}"/>
                </a:ext>
              </a:extLst>
            </p:cNvPr>
            <p:cNvSpPr/>
            <p:nvPr/>
          </p:nvSpPr>
          <p:spPr>
            <a:xfrm>
              <a:off x="2882787" y="2867122"/>
              <a:ext cx="6280413" cy="2956754"/>
            </a:xfrm>
            <a:custGeom>
              <a:avLst/>
              <a:gdLst>
                <a:gd name="connsiteX0" fmla="*/ 0 w 6280413"/>
                <a:gd name="connsiteY0" fmla="*/ 2956755 h 2956754"/>
                <a:gd name="connsiteX1" fmla="*/ 1420164 w 6280413"/>
                <a:gd name="connsiteY1" fmla="*/ 2340253 h 2956754"/>
                <a:gd name="connsiteX2" fmla="*/ 2101818 w 6280413"/>
                <a:gd name="connsiteY2" fmla="*/ 1716573 h 2956754"/>
                <a:gd name="connsiteX3" fmla="*/ 3731151 w 6280413"/>
                <a:gd name="connsiteY3" fmla="*/ 1246721 h 2956754"/>
                <a:gd name="connsiteX4" fmla="*/ 5791262 w 6280413"/>
                <a:gd name="connsiteY4" fmla="*/ 891141 h 2956754"/>
                <a:gd name="connsiteX5" fmla="*/ 6280413 w 6280413"/>
                <a:gd name="connsiteY5" fmla="*/ 0 h 295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280413" h="2956754">
                  <a:moveTo>
                    <a:pt x="0" y="2956755"/>
                  </a:moveTo>
                  <a:cubicBezTo>
                    <a:pt x="457174" y="2862896"/>
                    <a:pt x="912991" y="2744396"/>
                    <a:pt x="1420164" y="2340253"/>
                  </a:cubicBezTo>
                  <a:cubicBezTo>
                    <a:pt x="1667292" y="2143603"/>
                    <a:pt x="1838024" y="1882999"/>
                    <a:pt x="2101818" y="1716573"/>
                  </a:cubicBezTo>
                  <a:cubicBezTo>
                    <a:pt x="2577811" y="1416177"/>
                    <a:pt x="3180677" y="1361153"/>
                    <a:pt x="3731151" y="1246721"/>
                  </a:cubicBezTo>
                  <a:cubicBezTo>
                    <a:pt x="4428115" y="1101905"/>
                    <a:pt x="5235924" y="1547755"/>
                    <a:pt x="5791262" y="891141"/>
                  </a:cubicBezTo>
                  <a:cubicBezTo>
                    <a:pt x="6012792" y="629261"/>
                    <a:pt x="6167815" y="320093"/>
                    <a:pt x="6280413" y="0"/>
                  </a:cubicBez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67000">
                    <a:schemeClr val="accent1">
                      <a:alpha val="4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  <p:sp>
          <p:nvSpPr>
            <p:cNvPr id="1069" name="方能演亦6-11">
              <a:extLst>
                <a:ext uri="{FF2B5EF4-FFF2-40B4-BE49-F238E27FC236}">
                  <a16:creationId xmlns:a16="http://schemas.microsoft.com/office/drawing/2014/main" id="{5EA7288B-FB2E-7882-3CC7-172F05D878F9}"/>
                </a:ext>
              </a:extLst>
            </p:cNvPr>
            <p:cNvSpPr/>
            <p:nvPr/>
          </p:nvSpPr>
          <p:spPr>
            <a:xfrm>
              <a:off x="2743155" y="2840727"/>
              <a:ext cx="6399869" cy="2912895"/>
            </a:xfrm>
            <a:custGeom>
              <a:avLst/>
              <a:gdLst>
                <a:gd name="connsiteX0" fmla="*/ 0 w 6399869"/>
                <a:gd name="connsiteY0" fmla="*/ 2912896 h 2912895"/>
                <a:gd name="connsiteX1" fmla="*/ 1530371 w 6399869"/>
                <a:gd name="connsiteY1" fmla="*/ 2360747 h 2912895"/>
                <a:gd name="connsiteX2" fmla="*/ 2226378 w 6399869"/>
                <a:gd name="connsiteY2" fmla="*/ 1700624 h 2912895"/>
                <a:gd name="connsiteX3" fmla="*/ 3707148 w 6399869"/>
                <a:gd name="connsiteY3" fmla="*/ 1236593 h 2912895"/>
                <a:gd name="connsiteX4" fmla="*/ 5918135 w 6399869"/>
                <a:gd name="connsiteY4" fmla="*/ 898877 h 2912895"/>
                <a:gd name="connsiteX5" fmla="*/ 6399870 w 6399869"/>
                <a:gd name="connsiteY5" fmla="*/ 0 h 2912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99869" h="2912895">
                  <a:moveTo>
                    <a:pt x="0" y="2912896"/>
                  </a:moveTo>
                  <a:cubicBezTo>
                    <a:pt x="513234" y="2856517"/>
                    <a:pt x="1005574" y="2776772"/>
                    <a:pt x="1530371" y="2360747"/>
                  </a:cubicBezTo>
                  <a:cubicBezTo>
                    <a:pt x="1787546" y="2157160"/>
                    <a:pt x="1957560" y="1881564"/>
                    <a:pt x="2226378" y="1700624"/>
                  </a:cubicBezTo>
                  <a:cubicBezTo>
                    <a:pt x="2654286" y="1412429"/>
                    <a:pt x="3199417" y="1328618"/>
                    <a:pt x="3707148" y="1236593"/>
                  </a:cubicBezTo>
                  <a:cubicBezTo>
                    <a:pt x="4454830" y="1101028"/>
                    <a:pt x="5326115" y="1607882"/>
                    <a:pt x="5918135" y="898877"/>
                  </a:cubicBezTo>
                  <a:cubicBezTo>
                    <a:pt x="6138309" y="635242"/>
                    <a:pt x="6285437" y="320891"/>
                    <a:pt x="6399870" y="0"/>
                  </a:cubicBez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67000">
                    <a:schemeClr val="accent1">
                      <a:alpha val="4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  <p:sp>
          <p:nvSpPr>
            <p:cNvPr id="1070" name="方能演亦6-12">
              <a:extLst>
                <a:ext uri="{FF2B5EF4-FFF2-40B4-BE49-F238E27FC236}">
                  <a16:creationId xmlns:a16="http://schemas.microsoft.com/office/drawing/2014/main" id="{A9811239-615D-767C-CDCE-5E919EF57D28}"/>
                </a:ext>
              </a:extLst>
            </p:cNvPr>
            <p:cNvSpPr/>
            <p:nvPr/>
          </p:nvSpPr>
          <p:spPr>
            <a:xfrm>
              <a:off x="2603522" y="2814252"/>
              <a:ext cx="6519246" cy="2869195"/>
            </a:xfrm>
            <a:custGeom>
              <a:avLst/>
              <a:gdLst>
                <a:gd name="connsiteX0" fmla="*/ 0 w 6519246"/>
                <a:gd name="connsiteY0" fmla="*/ 2869196 h 2869195"/>
                <a:gd name="connsiteX1" fmla="*/ 1640577 w 6519246"/>
                <a:gd name="connsiteY1" fmla="*/ 2381480 h 2869195"/>
                <a:gd name="connsiteX2" fmla="*/ 2350859 w 6519246"/>
                <a:gd name="connsiteY2" fmla="*/ 1684835 h 2869195"/>
                <a:gd name="connsiteX3" fmla="*/ 3683065 w 6519246"/>
                <a:gd name="connsiteY3" fmla="*/ 1226545 h 2869195"/>
                <a:gd name="connsiteX4" fmla="*/ 6044929 w 6519246"/>
                <a:gd name="connsiteY4" fmla="*/ 906691 h 2869195"/>
                <a:gd name="connsiteX5" fmla="*/ 6519247 w 6519246"/>
                <a:gd name="connsiteY5" fmla="*/ 0 h 2869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9246" h="2869195">
                  <a:moveTo>
                    <a:pt x="0" y="2869196"/>
                  </a:moveTo>
                  <a:cubicBezTo>
                    <a:pt x="569374" y="2850297"/>
                    <a:pt x="1098237" y="2809308"/>
                    <a:pt x="1640577" y="2381480"/>
                  </a:cubicBezTo>
                  <a:cubicBezTo>
                    <a:pt x="1907720" y="2170876"/>
                    <a:pt x="2078134" y="1881724"/>
                    <a:pt x="2350859" y="1684835"/>
                  </a:cubicBezTo>
                  <a:cubicBezTo>
                    <a:pt x="2731797" y="1409798"/>
                    <a:pt x="3217678" y="1297358"/>
                    <a:pt x="3683065" y="1226545"/>
                  </a:cubicBezTo>
                  <a:cubicBezTo>
                    <a:pt x="4481863" y="1104935"/>
                    <a:pt x="5416704" y="1668488"/>
                    <a:pt x="6044929" y="906691"/>
                  </a:cubicBezTo>
                  <a:cubicBezTo>
                    <a:pt x="6263747" y="641303"/>
                    <a:pt x="6403060" y="321847"/>
                    <a:pt x="6519247" y="0"/>
                  </a:cubicBez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67000">
                    <a:schemeClr val="accent1">
                      <a:alpha val="4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  <p:sp>
          <p:nvSpPr>
            <p:cNvPr id="1071" name="方能演亦6-13">
              <a:extLst>
                <a:ext uri="{FF2B5EF4-FFF2-40B4-BE49-F238E27FC236}">
                  <a16:creationId xmlns:a16="http://schemas.microsoft.com/office/drawing/2014/main" id="{C4910BDB-E3D2-860D-E0D3-42CD579127A7}"/>
                </a:ext>
              </a:extLst>
            </p:cNvPr>
            <p:cNvSpPr/>
            <p:nvPr/>
          </p:nvSpPr>
          <p:spPr>
            <a:xfrm>
              <a:off x="2463811" y="2788016"/>
              <a:ext cx="6638703" cy="2830883"/>
            </a:xfrm>
            <a:custGeom>
              <a:avLst/>
              <a:gdLst>
                <a:gd name="connsiteX0" fmla="*/ 0 w 6638703"/>
                <a:gd name="connsiteY0" fmla="*/ 2825257 h 2830883"/>
                <a:gd name="connsiteX1" fmla="*/ 1750784 w 6638703"/>
                <a:gd name="connsiteY1" fmla="*/ 2401975 h 2830883"/>
                <a:gd name="connsiteX2" fmla="*/ 2475419 w 6638703"/>
                <a:gd name="connsiteY2" fmla="*/ 1668887 h 2830883"/>
                <a:gd name="connsiteX3" fmla="*/ 3659062 w 6638703"/>
                <a:gd name="connsiteY3" fmla="*/ 1216418 h 2830883"/>
                <a:gd name="connsiteX4" fmla="*/ 6171801 w 6638703"/>
                <a:gd name="connsiteY4" fmla="*/ 914427 h 2830883"/>
                <a:gd name="connsiteX5" fmla="*/ 6638704 w 6638703"/>
                <a:gd name="connsiteY5" fmla="*/ 0 h 283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38703" h="2830883">
                  <a:moveTo>
                    <a:pt x="0" y="2825257"/>
                  </a:moveTo>
                  <a:cubicBezTo>
                    <a:pt x="625434" y="2843837"/>
                    <a:pt x="1190900" y="2841605"/>
                    <a:pt x="1750784" y="2401975"/>
                  </a:cubicBezTo>
                  <a:cubicBezTo>
                    <a:pt x="2027895" y="2184433"/>
                    <a:pt x="2200302" y="1883318"/>
                    <a:pt x="2475419" y="1668887"/>
                  </a:cubicBezTo>
                  <a:cubicBezTo>
                    <a:pt x="2810584" y="1407645"/>
                    <a:pt x="3235541" y="1266896"/>
                    <a:pt x="3659062" y="1216418"/>
                  </a:cubicBezTo>
                  <a:cubicBezTo>
                    <a:pt x="4509295" y="1114983"/>
                    <a:pt x="5507772" y="1729332"/>
                    <a:pt x="6171801" y="914427"/>
                  </a:cubicBezTo>
                  <a:cubicBezTo>
                    <a:pt x="6389424" y="647363"/>
                    <a:pt x="6520682" y="322725"/>
                    <a:pt x="6638704" y="0"/>
                  </a:cubicBez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67000">
                    <a:schemeClr val="accent1">
                      <a:alpha val="4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  <p:sp>
          <p:nvSpPr>
            <p:cNvPr id="1072" name="方能演亦6-14">
              <a:extLst>
                <a:ext uri="{FF2B5EF4-FFF2-40B4-BE49-F238E27FC236}">
                  <a16:creationId xmlns:a16="http://schemas.microsoft.com/office/drawing/2014/main" id="{032ABD33-E7D0-76D0-B5AB-F7FBA40EC9AA}"/>
                </a:ext>
              </a:extLst>
            </p:cNvPr>
            <p:cNvSpPr/>
            <p:nvPr/>
          </p:nvSpPr>
          <p:spPr>
            <a:xfrm>
              <a:off x="2324179" y="2761541"/>
              <a:ext cx="6758000" cy="2814046"/>
            </a:xfrm>
            <a:custGeom>
              <a:avLst/>
              <a:gdLst>
                <a:gd name="connsiteX0" fmla="*/ 0 w 6758000"/>
                <a:gd name="connsiteY0" fmla="*/ 2781477 h 2814046"/>
                <a:gd name="connsiteX1" fmla="*/ 1860990 w 6758000"/>
                <a:gd name="connsiteY1" fmla="*/ 2422628 h 2814046"/>
                <a:gd name="connsiteX2" fmla="*/ 2599900 w 6758000"/>
                <a:gd name="connsiteY2" fmla="*/ 1653097 h 2814046"/>
                <a:gd name="connsiteX3" fmla="*/ 3634980 w 6758000"/>
                <a:gd name="connsiteY3" fmla="*/ 1206370 h 2814046"/>
                <a:gd name="connsiteX4" fmla="*/ 6298515 w 6758000"/>
                <a:gd name="connsiteY4" fmla="*/ 922242 h 2814046"/>
                <a:gd name="connsiteX5" fmla="*/ 6758001 w 6758000"/>
                <a:gd name="connsiteY5" fmla="*/ 0 h 2814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58000" h="2814046">
                  <a:moveTo>
                    <a:pt x="0" y="2781477"/>
                  </a:moveTo>
                  <a:cubicBezTo>
                    <a:pt x="681494" y="2837538"/>
                    <a:pt x="1283483" y="2874140"/>
                    <a:pt x="1860990" y="2422628"/>
                  </a:cubicBezTo>
                  <a:cubicBezTo>
                    <a:pt x="2148149" y="2198149"/>
                    <a:pt x="2324623" y="1887146"/>
                    <a:pt x="2599900" y="1653097"/>
                  </a:cubicBezTo>
                  <a:cubicBezTo>
                    <a:pt x="2890567" y="1405970"/>
                    <a:pt x="3252367" y="1237391"/>
                    <a:pt x="3634980" y="1206370"/>
                  </a:cubicBezTo>
                  <a:cubicBezTo>
                    <a:pt x="4536647" y="1133245"/>
                    <a:pt x="5599238" y="1790576"/>
                    <a:pt x="6298515" y="922242"/>
                  </a:cubicBezTo>
                  <a:cubicBezTo>
                    <a:pt x="6514941" y="653504"/>
                    <a:pt x="6638226" y="323602"/>
                    <a:pt x="6758001" y="0"/>
                  </a:cubicBezTo>
                </a:path>
              </a:pathLst>
            </a:custGeom>
            <a:noFill/>
            <a:ln w="12700" cap="flat">
              <a:gradFill>
                <a:gsLst>
                  <a:gs pos="0">
                    <a:schemeClr val="accent1">
                      <a:alpha val="0"/>
                    </a:schemeClr>
                  </a:gs>
                  <a:gs pos="67000">
                    <a:schemeClr val="accent1">
                      <a:alpha val="4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HarmonyOS Sans S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7886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77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2325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C16C9B7-F7DA-5F1A-E1DC-9F4796A30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48AA-F531-4641-8E7B-4B2D7D97DE14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537D59-6FF8-CBFF-BA9D-8ED935AA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BB0D67-24C7-1A6E-6DB8-3009AA504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3B85B-0492-46EC-85E8-2FEC0FE861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977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65">
          <p15:clr>
            <a:srgbClr val="FBAE40"/>
          </p15:clr>
        </p15:guide>
        <p15:guide id="4" orient="horz" pos="640">
          <p15:clr>
            <a:srgbClr val="FBAE40"/>
          </p15:clr>
        </p15:guide>
        <p15:guide id="5" pos="415">
          <p15:clr>
            <a:srgbClr val="FBAE40"/>
          </p15:clr>
        </p15:guide>
        <p15:guide id="6" orient="horz" pos="709">
          <p15:clr>
            <a:srgbClr val="FBAE40"/>
          </p15:clr>
        </p15:guide>
        <p15:guide id="7" orient="horz" pos="3929">
          <p15:clr>
            <a:srgbClr val="FBAE40"/>
          </p15:clr>
        </p15:guide>
        <p15:guide id="8" orient="horz" pos="386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697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254E167-A6A3-C818-71B0-4ACE7E191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D0E3E8-01AD-D327-A813-0E9426716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8B34BE-943C-B26D-C265-9E959CD00B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8162B9-31B2-40F8-830B-72B83B3950F0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8AE452-0F1A-4BB1-310F-AE3AB9CCB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435ADE-BCBC-CD07-1B20-6EDAF469C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09127-2A3E-4BB2-A0C6-0EFC19AE8B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921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49" r:id="rId3"/>
    <p:sldLayoutId id="2147483655" r:id="rId4"/>
    <p:sldLayoutId id="2147483661" r:id="rId5"/>
    <p:sldLayoutId id="214748366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13" Type="http://schemas.openxmlformats.org/officeDocument/2006/relationships/image" Target="../media/image9.png"/><Relationship Id="rId3" Type="http://schemas.openxmlformats.org/officeDocument/2006/relationships/tags" Target="../tags/tag1.xml"/><Relationship Id="rId7" Type="http://schemas.openxmlformats.org/officeDocument/2006/relationships/slideLayout" Target="../slideLayouts/slideLayout4.xml"/><Relationship Id="rId12" Type="http://schemas.openxmlformats.org/officeDocument/2006/relationships/image" Target="../media/image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tags" Target="../tags/tag4.xml"/><Relationship Id="rId11" Type="http://schemas.openxmlformats.org/officeDocument/2006/relationships/image" Target="../media/image7.png"/><Relationship Id="rId5" Type="http://schemas.openxmlformats.org/officeDocument/2006/relationships/tags" Target="../tags/tag3.xml"/><Relationship Id="rId10" Type="http://schemas.openxmlformats.org/officeDocument/2006/relationships/image" Target="../media/image6.png"/><Relationship Id="rId4" Type="http://schemas.openxmlformats.org/officeDocument/2006/relationships/tags" Target="../tags/tag2.xml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tags" Target="../tags/tag18.xml"/><Relationship Id="rId18" Type="http://schemas.openxmlformats.org/officeDocument/2006/relationships/image" Target="../media/image14.png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tags" Target="../tags/tag17.xml"/><Relationship Id="rId17" Type="http://schemas.openxmlformats.org/officeDocument/2006/relationships/image" Target="../media/image13.png"/><Relationship Id="rId2" Type="http://schemas.openxmlformats.org/officeDocument/2006/relationships/tags" Target="../tags/tag7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tags" Target="../tags/tag16.xml"/><Relationship Id="rId5" Type="http://schemas.openxmlformats.org/officeDocument/2006/relationships/tags" Target="../tags/tag10.xml"/><Relationship Id="rId15" Type="http://schemas.openxmlformats.org/officeDocument/2006/relationships/tags" Target="../tags/tag20.xml"/><Relationship Id="rId10" Type="http://schemas.openxmlformats.org/officeDocument/2006/relationships/tags" Target="../tags/tag15.xml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tags" Target="../tags/tag1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33.xml"/><Relationship Id="rId18" Type="http://schemas.openxmlformats.org/officeDocument/2006/relationships/image" Target="../media/image15.png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image" Target="../media/image13.png"/><Relationship Id="rId2" Type="http://schemas.openxmlformats.org/officeDocument/2006/relationships/tags" Target="../tags/tag22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5" Type="http://schemas.openxmlformats.org/officeDocument/2006/relationships/tags" Target="../tags/tag35.xml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13" Type="http://schemas.openxmlformats.org/officeDocument/2006/relationships/tags" Target="../tags/tag48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12" Type="http://schemas.openxmlformats.org/officeDocument/2006/relationships/tags" Target="../tags/tag47.xml"/><Relationship Id="rId17" Type="http://schemas.openxmlformats.org/officeDocument/2006/relationships/image" Target="../media/image16.png"/><Relationship Id="rId2" Type="http://schemas.openxmlformats.org/officeDocument/2006/relationships/tags" Target="../tags/tag37.xml"/><Relationship Id="rId16" Type="http://schemas.openxmlformats.org/officeDocument/2006/relationships/image" Target="../media/image13.png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tags" Target="../tags/tag46.xml"/><Relationship Id="rId5" Type="http://schemas.openxmlformats.org/officeDocument/2006/relationships/tags" Target="../tags/tag40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45.xml"/><Relationship Id="rId4" Type="http://schemas.openxmlformats.org/officeDocument/2006/relationships/tags" Target="../tags/tag39.xml"/><Relationship Id="rId9" Type="http://schemas.openxmlformats.org/officeDocument/2006/relationships/tags" Target="../tags/tag44.xml"/><Relationship Id="rId14" Type="http://schemas.openxmlformats.org/officeDocument/2006/relationships/tags" Target="../tags/tag4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13" Type="http://schemas.openxmlformats.org/officeDocument/2006/relationships/tags" Target="../tags/tag62.xml"/><Relationship Id="rId18" Type="http://schemas.openxmlformats.org/officeDocument/2006/relationships/image" Target="../media/image18.png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12" Type="http://schemas.openxmlformats.org/officeDocument/2006/relationships/tags" Target="../tags/tag61.xml"/><Relationship Id="rId17" Type="http://schemas.openxmlformats.org/officeDocument/2006/relationships/image" Target="../media/image17.png"/><Relationship Id="rId2" Type="http://schemas.openxmlformats.org/officeDocument/2006/relationships/tags" Target="../tags/tag51.xml"/><Relationship Id="rId16" Type="http://schemas.openxmlformats.org/officeDocument/2006/relationships/image" Target="../media/image13.png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tags" Target="../tags/tag60.xml"/><Relationship Id="rId5" Type="http://schemas.openxmlformats.org/officeDocument/2006/relationships/tags" Target="../tags/tag54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59.xml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tags" Target="../tags/tag6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tags" Target="../tags/tag76.xml"/><Relationship Id="rId18" Type="http://schemas.openxmlformats.org/officeDocument/2006/relationships/image" Target="../media/image20.png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12" Type="http://schemas.openxmlformats.org/officeDocument/2006/relationships/tags" Target="../tags/tag75.xml"/><Relationship Id="rId17" Type="http://schemas.openxmlformats.org/officeDocument/2006/relationships/image" Target="../media/image19.png"/><Relationship Id="rId2" Type="http://schemas.openxmlformats.org/officeDocument/2006/relationships/tags" Target="../tags/tag65.xml"/><Relationship Id="rId16" Type="http://schemas.openxmlformats.org/officeDocument/2006/relationships/image" Target="../media/image13.png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tags" Target="../tags/tag74.xml"/><Relationship Id="rId5" Type="http://schemas.openxmlformats.org/officeDocument/2006/relationships/tags" Target="../tags/tag68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73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tags" Target="../tags/tag7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13" Type="http://schemas.openxmlformats.org/officeDocument/2006/relationships/tags" Target="../tags/tag90.xml"/><Relationship Id="rId18" Type="http://schemas.openxmlformats.org/officeDocument/2006/relationships/image" Target="../media/image22.png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tags" Target="../tags/tag89.xml"/><Relationship Id="rId17" Type="http://schemas.openxmlformats.org/officeDocument/2006/relationships/image" Target="../media/image21.png"/><Relationship Id="rId2" Type="http://schemas.openxmlformats.org/officeDocument/2006/relationships/tags" Target="../tags/tag79.xml"/><Relationship Id="rId16" Type="http://schemas.openxmlformats.org/officeDocument/2006/relationships/image" Target="../media/image13.png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tags" Target="../tags/tag88.xml"/><Relationship Id="rId5" Type="http://schemas.openxmlformats.org/officeDocument/2006/relationships/tags" Target="../tags/tag82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87.xml"/><Relationship Id="rId4" Type="http://schemas.openxmlformats.org/officeDocument/2006/relationships/tags" Target="../tags/tag81.xml"/><Relationship Id="rId9" Type="http://schemas.openxmlformats.org/officeDocument/2006/relationships/tags" Target="../tags/tag86.xml"/><Relationship Id="rId14" Type="http://schemas.openxmlformats.org/officeDocument/2006/relationships/tags" Target="../tags/tag9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13" Type="http://schemas.openxmlformats.org/officeDocument/2006/relationships/image" Target="../media/image9.png"/><Relationship Id="rId3" Type="http://schemas.openxmlformats.org/officeDocument/2006/relationships/tags" Target="../tags/tag92.xml"/><Relationship Id="rId7" Type="http://schemas.openxmlformats.org/officeDocument/2006/relationships/slideLayout" Target="../slideLayouts/slideLayout4.xml"/><Relationship Id="rId12" Type="http://schemas.openxmlformats.org/officeDocument/2006/relationships/image" Target="../media/image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tags" Target="../tags/tag95.xml"/><Relationship Id="rId11" Type="http://schemas.openxmlformats.org/officeDocument/2006/relationships/image" Target="../media/image7.png"/><Relationship Id="rId5" Type="http://schemas.openxmlformats.org/officeDocument/2006/relationships/tags" Target="../tags/tag94.xml"/><Relationship Id="rId10" Type="http://schemas.openxmlformats.org/officeDocument/2006/relationships/image" Target="../media/image6.png"/><Relationship Id="rId4" Type="http://schemas.openxmlformats.org/officeDocument/2006/relationships/tags" Target="../tags/tag93.xml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f1d6d5b732a7b324244013a955941f3a">
            <a:hlinkClick r:id="" action="ppaction://media"/>
            <a:extLst>
              <a:ext uri="{FF2B5EF4-FFF2-40B4-BE49-F238E27FC236}">
                <a16:creationId xmlns:a16="http://schemas.microsoft.com/office/drawing/2014/main" id="{7AD4D6CA-50E6-A915-2C7F-BFDFB818390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92075" y="92074"/>
            <a:ext cx="12111832" cy="6899619"/>
          </a:xfrm>
          <a:prstGeom prst="rect">
            <a:avLst/>
          </a:prstGeom>
        </p:spPr>
      </p:pic>
      <p:sp>
        <p:nvSpPr>
          <p:cNvPr id="2145" name="Picture 7-mask+">
            <a:extLst>
              <a:ext uri="{FF2B5EF4-FFF2-40B4-BE49-F238E27FC236}">
                <a16:creationId xmlns:a16="http://schemas.microsoft.com/office/drawing/2014/main" id="{BEF25EC6-FEC9-B647-83C9-5D7AE804C263}"/>
              </a:ext>
            </a:extLst>
          </p:cNvPr>
          <p:cNvSpPr/>
          <p:nvPr/>
        </p:nvSpPr>
        <p:spPr>
          <a:xfrm>
            <a:off x="-7940" y="0"/>
            <a:ext cx="12199940" cy="6877537"/>
          </a:xfrm>
          <a:prstGeom prst="rect">
            <a:avLst/>
          </a:prstGeom>
          <a:gradFill flip="none" rotWithShape="1">
            <a:gsLst>
              <a:gs pos="16000">
                <a:srgbClr val="002629"/>
              </a:gs>
              <a:gs pos="51000">
                <a:srgbClr val="002629">
                  <a:alpha val="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Picture 7-mask">
            <a:extLst>
              <a:ext uri="{FF2B5EF4-FFF2-40B4-BE49-F238E27FC236}">
                <a16:creationId xmlns:a16="http://schemas.microsoft.com/office/drawing/2014/main" id="{CA8BC21F-7BA8-452F-C298-BADA68A32803}"/>
              </a:ext>
            </a:extLst>
          </p:cNvPr>
          <p:cNvSpPr/>
          <p:nvPr/>
        </p:nvSpPr>
        <p:spPr>
          <a:xfrm>
            <a:off x="0" y="141193"/>
            <a:ext cx="12192000" cy="6736343"/>
          </a:xfrm>
          <a:prstGeom prst="rect">
            <a:avLst/>
          </a:prstGeom>
          <a:gradFill flip="none" rotWithShape="1">
            <a:gsLst>
              <a:gs pos="43000">
                <a:srgbClr val="002629">
                  <a:alpha val="76000"/>
                </a:srgbClr>
              </a:gs>
              <a:gs pos="25000">
                <a:srgbClr val="002629">
                  <a:alpha val="78000"/>
                </a:srgbClr>
              </a:gs>
              <a:gs pos="90000">
                <a:srgbClr val="002629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150" name="图片 2149" descr="黑暗中的灯光&#10;&#10;中度可信度描述已自动生成">
            <a:extLst>
              <a:ext uri="{FF2B5EF4-FFF2-40B4-BE49-F238E27FC236}">
                <a16:creationId xmlns:a16="http://schemas.microsoft.com/office/drawing/2014/main" id="{3B957942-FF6A-CD22-69B4-486EA7E151ED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6"/>
          <a:stretch/>
        </p:blipFill>
        <p:spPr>
          <a:xfrm>
            <a:off x="12251310" y="5908789"/>
            <a:ext cx="5270863" cy="230618"/>
          </a:xfrm>
          <a:custGeom>
            <a:avLst/>
            <a:gdLst>
              <a:gd name="connsiteX0" fmla="*/ 0 w 3795769"/>
              <a:gd name="connsiteY0" fmla="*/ 0 h 575060"/>
              <a:gd name="connsiteX1" fmla="*/ 3795769 w 3795769"/>
              <a:gd name="connsiteY1" fmla="*/ 0 h 575060"/>
              <a:gd name="connsiteX2" fmla="*/ 3795769 w 3795769"/>
              <a:gd name="connsiteY2" fmla="*/ 575060 h 575060"/>
              <a:gd name="connsiteX3" fmla="*/ 0 w 3795769"/>
              <a:gd name="connsiteY3" fmla="*/ 575060 h 575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95769" h="575060">
                <a:moveTo>
                  <a:pt x="0" y="0"/>
                </a:moveTo>
                <a:lnTo>
                  <a:pt x="3795769" y="0"/>
                </a:lnTo>
                <a:lnTo>
                  <a:pt x="3795769" y="575060"/>
                </a:lnTo>
                <a:lnTo>
                  <a:pt x="0" y="575060"/>
                </a:lnTo>
                <a:close/>
              </a:path>
            </a:pathLst>
          </a:custGeom>
        </p:spPr>
      </p:pic>
      <p:pic>
        <p:nvPicPr>
          <p:cNvPr id="2120" name="图片 2119">
            <a:extLst>
              <a:ext uri="{FF2B5EF4-FFF2-40B4-BE49-F238E27FC236}">
                <a16:creationId xmlns:a16="http://schemas.microsoft.com/office/drawing/2014/main" id="{ED49EA59-3BFE-B534-1F04-2852AA3761F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39529"/>
          <a:stretch>
            <a:fillRect/>
          </a:stretch>
        </p:blipFill>
        <p:spPr>
          <a:xfrm flipH="1" flipV="1">
            <a:off x="-2" y="-1"/>
            <a:ext cx="5378826" cy="2223106"/>
          </a:xfrm>
          <a:custGeom>
            <a:avLst/>
            <a:gdLst>
              <a:gd name="connsiteX0" fmla="*/ 0 w 6706290"/>
              <a:gd name="connsiteY0" fmla="*/ 2771755 h 2771755"/>
              <a:gd name="connsiteX1" fmla="*/ 6706290 w 6706290"/>
              <a:gd name="connsiteY1" fmla="*/ 2771755 h 2771755"/>
              <a:gd name="connsiteX2" fmla="*/ 6706290 w 6706290"/>
              <a:gd name="connsiteY2" fmla="*/ 0 h 2771755"/>
              <a:gd name="connsiteX3" fmla="*/ 0 w 6706290"/>
              <a:gd name="connsiteY3" fmla="*/ 0 h 277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06290" h="2771755">
                <a:moveTo>
                  <a:pt x="0" y="2771755"/>
                </a:moveTo>
                <a:lnTo>
                  <a:pt x="6706290" y="2771755"/>
                </a:lnTo>
                <a:lnTo>
                  <a:pt x="6706290" y="0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F00D9171-7219-545A-ABED-A634136FCB94}"/>
              </a:ext>
            </a:extLst>
          </p:cNvPr>
          <p:cNvGrpSpPr/>
          <p:nvPr/>
        </p:nvGrpSpPr>
        <p:grpSpPr>
          <a:xfrm>
            <a:off x="499459" y="293055"/>
            <a:ext cx="7611239" cy="3787246"/>
            <a:chOff x="15001" y="448653"/>
            <a:chExt cx="7611239" cy="3787246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733977A-26E0-5045-5C5E-B83DAAEC93D7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15001" y="544484"/>
              <a:ext cx="2315217" cy="3412601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8480" dirty="0">
                  <a:gradFill>
                    <a:gsLst>
                      <a:gs pos="31000">
                        <a:schemeClr val="bg1"/>
                      </a:gs>
                      <a:gs pos="77000">
                        <a:schemeClr val="accent1">
                          <a:lumMod val="40000"/>
                          <a:lumOff val="60000"/>
                        </a:schemeClr>
                      </a:gs>
                    </a:gsLst>
                    <a:lin ang="2700000" scaled="1"/>
                  </a:gradFill>
                  <a:effectLst>
                    <a:outerShdw blurRad="221637" dist="153441" dir="20820001" algn="t" rotWithShape="0">
                      <a:schemeClr val="tx1">
                        <a:alpha val="40000"/>
                      </a:schemeClr>
                    </a:outerShdw>
                  </a:effectLst>
                  <a:latin typeface="鸿雷行书简体" panose="00000505000000000000" pitchFamily="2" charset="-122"/>
                  <a:ea typeface="鸿雷行书简体" panose="00000505000000000000" pitchFamily="2" charset="-122"/>
                  <a:cs typeface="艾迪鹅演示引擎标题体 Normal" panose="02000600000000000000" pitchFamily="2" charset="-122"/>
                </a:rPr>
                <a:t>栾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BCD0B62-8095-94CC-72CD-8A86D3DFFCF5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1744025" y="782587"/>
              <a:ext cx="2314736" cy="3412601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8480" dirty="0">
                  <a:gradFill>
                    <a:gsLst>
                      <a:gs pos="31000">
                        <a:schemeClr val="bg1"/>
                      </a:gs>
                      <a:gs pos="77000">
                        <a:schemeClr val="accent1">
                          <a:lumMod val="40000"/>
                          <a:lumOff val="60000"/>
                        </a:schemeClr>
                      </a:gs>
                    </a:gsLst>
                    <a:lin ang="2700000" scaled="1"/>
                  </a:gradFill>
                  <a:effectLst>
                    <a:outerShdw blurRad="221637" dist="153441" dir="20820001" algn="t" rotWithShape="0">
                      <a:schemeClr val="tx1">
                        <a:alpha val="40000"/>
                      </a:schemeClr>
                    </a:outerShdw>
                  </a:effectLst>
                  <a:latin typeface="鸿雷行书简体" panose="00000505000000000000" pitchFamily="2" charset="-122"/>
                  <a:ea typeface="鸿雷行书简体" panose="00000505000000000000" pitchFamily="2" charset="-122"/>
                  <a:cs typeface="艾迪鹅演示引擎标题体 Normal" panose="02000600000000000000" pitchFamily="2" charset="-122"/>
                </a:rPr>
                <a:t>果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1B57E01-A803-AE05-CF0F-26D2C4F41400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503285" y="448653"/>
              <a:ext cx="2314736" cy="3412601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8480" dirty="0">
                  <a:gradFill>
                    <a:gsLst>
                      <a:gs pos="31000">
                        <a:schemeClr val="bg1"/>
                      </a:gs>
                      <a:gs pos="77000">
                        <a:schemeClr val="accent1">
                          <a:lumMod val="40000"/>
                          <a:lumOff val="60000"/>
                        </a:schemeClr>
                      </a:gs>
                    </a:gsLst>
                    <a:lin ang="2700000" scaled="1"/>
                  </a:gradFill>
                  <a:effectLst>
                    <a:outerShdw blurRad="221637" dist="153441" dir="20820001" algn="t" rotWithShape="0">
                      <a:schemeClr val="tx1">
                        <a:alpha val="40000"/>
                      </a:schemeClr>
                    </a:outerShdw>
                  </a:effectLst>
                  <a:latin typeface="鸿雷行书简体" panose="00000505000000000000" pitchFamily="2" charset="-122"/>
                  <a:ea typeface="鸿雷行书简体" panose="00000505000000000000" pitchFamily="2" charset="-122"/>
                  <a:cs typeface="艾迪鹅演示引擎标题体 Normal" panose="02000600000000000000" pitchFamily="2" charset="-122"/>
                </a:rPr>
                <a:t>智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9E34C7D5-6EDA-884E-9BCA-02940D2994B3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5311504" y="823298"/>
              <a:ext cx="2314736" cy="3412601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8480" dirty="0">
                  <a:solidFill>
                    <a:srgbClr val="FFFF00"/>
                  </a:solidFill>
                  <a:effectLst>
                    <a:outerShdw blurRad="221637" dist="153441" dir="20820001" algn="t" rotWithShape="0">
                      <a:schemeClr val="tx1">
                        <a:alpha val="40000"/>
                      </a:schemeClr>
                    </a:outerShdw>
                  </a:effectLst>
                  <a:latin typeface="鸿雷行书简体" panose="00000505000000000000" pitchFamily="2" charset="-122"/>
                  <a:ea typeface="鸿雷行书简体" panose="00000505000000000000" pitchFamily="2" charset="-122"/>
                  <a:cs typeface="艾迪鹅演示引擎标题体 Normal" panose="02000600000000000000" pitchFamily="2" charset="-122"/>
                </a:rPr>
                <a:t>测</a:t>
              </a:r>
            </a:p>
          </p:txBody>
        </p:sp>
      </p:grpSp>
      <p:pic>
        <p:nvPicPr>
          <p:cNvPr id="2215" name="图片 2214" descr="黑暗中的灯光&#10;&#10;描述已自动生成">
            <a:extLst>
              <a:ext uri="{FF2B5EF4-FFF2-40B4-BE49-F238E27FC236}">
                <a16:creationId xmlns:a16="http://schemas.microsoft.com/office/drawing/2014/main" id="{7E95D55A-F745-622F-F2C4-B02728DF47D3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99161">
            <a:off x="6888732" y="-566436"/>
            <a:ext cx="1146787" cy="4635620"/>
          </a:xfrm>
          <a:prstGeom prst="rect">
            <a:avLst/>
          </a:prstGeom>
        </p:spPr>
      </p:pic>
      <p:pic>
        <p:nvPicPr>
          <p:cNvPr id="2216" name="图片 2215" descr="黑暗中的灯光&#10;&#10;描述已自动生成">
            <a:extLst>
              <a:ext uri="{FF2B5EF4-FFF2-40B4-BE49-F238E27FC236}">
                <a16:creationId xmlns:a16="http://schemas.microsoft.com/office/drawing/2014/main" id="{08B8B2FB-EADD-12CF-5059-3564DF82DF8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99161">
            <a:off x="2718674" y="-774494"/>
            <a:ext cx="1284349" cy="5191684"/>
          </a:xfrm>
          <a:prstGeom prst="rect">
            <a:avLst/>
          </a:prstGeom>
        </p:spPr>
      </p:pic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3A4ABE99-59CF-8FBD-CB29-BC8E78AF1A9C}"/>
              </a:ext>
            </a:extLst>
          </p:cNvPr>
          <p:cNvCxnSpPr>
            <a:cxnSpLocks/>
          </p:cNvCxnSpPr>
          <p:nvPr/>
        </p:nvCxnSpPr>
        <p:spPr>
          <a:xfrm>
            <a:off x="499459" y="4247175"/>
            <a:ext cx="8688667" cy="39803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图片 33" descr="徽标&#10;&#10;AI 生成的内容可能不正确。">
            <a:extLst>
              <a:ext uri="{FF2B5EF4-FFF2-40B4-BE49-F238E27FC236}">
                <a16:creationId xmlns:a16="http://schemas.microsoft.com/office/drawing/2014/main" id="{BB9568C0-1671-926A-CFE9-DFA64348765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2326" b="94862"/>
          <a:stretch>
            <a:fillRect/>
          </a:stretch>
        </p:blipFill>
        <p:spPr>
          <a:xfrm>
            <a:off x="1462058" y="4379374"/>
            <a:ext cx="6844212" cy="721571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35" name="图片 34" descr="图标&#10;&#10;AI 生成的内容可能不正确。">
            <a:extLst>
              <a:ext uri="{FF2B5EF4-FFF2-40B4-BE49-F238E27FC236}">
                <a16:creationId xmlns:a16="http://schemas.microsoft.com/office/drawing/2014/main" id="{71EEC145-6868-2CC4-E543-90F4FBAFE54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292" b="-75961"/>
          <a:stretch>
            <a:fillRect/>
          </a:stretch>
        </p:blipFill>
        <p:spPr>
          <a:xfrm>
            <a:off x="883440" y="3708987"/>
            <a:ext cx="8553879" cy="371769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F4C19FC5-3991-88EA-46E0-E0ED78EA25E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39529"/>
          <a:stretch>
            <a:fillRect/>
          </a:stretch>
        </p:blipFill>
        <p:spPr>
          <a:xfrm flipV="1">
            <a:off x="8404693" y="0"/>
            <a:ext cx="3799214" cy="1570241"/>
          </a:xfrm>
          <a:custGeom>
            <a:avLst/>
            <a:gdLst>
              <a:gd name="connsiteX0" fmla="*/ 0 w 6706290"/>
              <a:gd name="connsiteY0" fmla="*/ 2771755 h 2771755"/>
              <a:gd name="connsiteX1" fmla="*/ 6706290 w 6706290"/>
              <a:gd name="connsiteY1" fmla="*/ 2771755 h 2771755"/>
              <a:gd name="connsiteX2" fmla="*/ 6706290 w 6706290"/>
              <a:gd name="connsiteY2" fmla="*/ 0 h 2771755"/>
              <a:gd name="connsiteX3" fmla="*/ 0 w 6706290"/>
              <a:gd name="connsiteY3" fmla="*/ 0 h 277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06290" h="2771755">
                <a:moveTo>
                  <a:pt x="0" y="2771755"/>
                </a:moveTo>
                <a:lnTo>
                  <a:pt x="6706290" y="2771755"/>
                </a:lnTo>
                <a:lnTo>
                  <a:pt x="670629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3" name="图片 2" descr="徽标&#10;&#10;AI 生成的内容可能不正确。">
            <a:extLst>
              <a:ext uri="{FF2B5EF4-FFF2-40B4-BE49-F238E27FC236}">
                <a16:creationId xmlns:a16="http://schemas.microsoft.com/office/drawing/2014/main" id="{AFC2802B-2D27-B00E-B239-0F60DA82F3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336" y="3392389"/>
            <a:ext cx="6844212" cy="1069581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44AA420-C088-6290-B52B-55CAEC19D681}"/>
              </a:ext>
            </a:extLst>
          </p:cNvPr>
          <p:cNvSpPr txBox="1"/>
          <p:nvPr/>
        </p:nvSpPr>
        <p:spPr>
          <a:xfrm>
            <a:off x="7665621" y="4702697"/>
            <a:ext cx="115416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zh-CN" altLang="en-US" dirty="0">
                <a:gradFill flip="none" rotWithShape="1">
                  <a:gsLst>
                    <a:gs pos="28000">
                      <a:schemeClr val="bg1"/>
                    </a:gs>
                    <a:gs pos="100000">
                      <a:schemeClr val="accent1">
                        <a:lumMod val="40000"/>
                        <a:lumOff val="6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127000" sx="102000" sy="102000" rotWithShape="0">
                    <a:srgbClr val="000000">
                      <a:alpha val="57000"/>
                    </a:srgbClr>
                  </a:outerShdw>
                </a:effectLst>
                <a:latin typeface="+mj-ea"/>
                <a:ea typeface="+mj-ea"/>
              </a:rPr>
              <a:t>孪镜智测团</a:t>
            </a:r>
            <a:endParaRPr lang="en-US" altLang="zh-CN" dirty="0">
              <a:gradFill flip="none" rotWithShape="1">
                <a:gsLst>
                  <a:gs pos="28000">
                    <a:schemeClr val="bg1"/>
                  </a:gs>
                  <a:gs pos="100000">
                    <a:schemeClr val="accent1">
                      <a:lumMod val="40000"/>
                      <a:lumOff val="60000"/>
                    </a:schemeClr>
                  </a:gs>
                </a:gsLst>
                <a:lin ang="5400000" scaled="1"/>
                <a:tileRect/>
              </a:gradFill>
              <a:effectLst>
                <a:outerShdw blurRad="127000" sx="102000" sy="102000" rotWithShape="0">
                  <a:srgbClr val="000000">
                    <a:alpha val="57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67D21627-E200-F900-43E0-8D38FCA6EDBE}"/>
              </a:ext>
            </a:extLst>
          </p:cNvPr>
          <p:cNvSpPr/>
          <p:nvPr/>
        </p:nvSpPr>
        <p:spPr>
          <a:xfrm>
            <a:off x="7425834" y="4770230"/>
            <a:ext cx="97813" cy="117105"/>
          </a:xfrm>
          <a:custGeom>
            <a:avLst/>
            <a:gdLst>
              <a:gd name="connsiteX0" fmla="*/ 0 w 867655"/>
              <a:gd name="connsiteY0" fmla="*/ 0 h 1038791"/>
              <a:gd name="connsiteX1" fmla="*/ 398166 w 867655"/>
              <a:gd name="connsiteY1" fmla="*/ 0 h 1038791"/>
              <a:gd name="connsiteX2" fmla="*/ 867655 w 867655"/>
              <a:gd name="connsiteY2" fmla="*/ 519396 h 1038791"/>
              <a:gd name="connsiteX3" fmla="*/ 398166 w 867655"/>
              <a:gd name="connsiteY3" fmla="*/ 1038791 h 1038791"/>
              <a:gd name="connsiteX4" fmla="*/ 0 w 867655"/>
              <a:gd name="connsiteY4" fmla="*/ 1038791 h 1038791"/>
              <a:gd name="connsiteX5" fmla="*/ 469489 w 867655"/>
              <a:gd name="connsiteY5" fmla="*/ 519396 h 1038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7655" h="1038791">
                <a:moveTo>
                  <a:pt x="0" y="0"/>
                </a:moveTo>
                <a:lnTo>
                  <a:pt x="398166" y="0"/>
                </a:lnTo>
                <a:lnTo>
                  <a:pt x="867655" y="519396"/>
                </a:lnTo>
                <a:lnTo>
                  <a:pt x="398166" y="1038791"/>
                </a:lnTo>
                <a:lnTo>
                  <a:pt x="0" y="1038791"/>
                </a:lnTo>
                <a:lnTo>
                  <a:pt x="469489" y="519396"/>
                </a:lnTo>
                <a:close/>
              </a:path>
            </a:pathLst>
          </a:custGeom>
          <a:gradFill flip="none" rotWithShape="1">
            <a:gsLst>
              <a:gs pos="24000">
                <a:schemeClr val="accent1">
                  <a:alpha val="62000"/>
                </a:schemeClr>
              </a:gs>
              <a:gs pos="100000">
                <a:schemeClr val="accent1">
                  <a:alpha val="0"/>
                </a:schemeClr>
              </a:gs>
            </a:gsLst>
            <a:lin ang="10800000" scaled="1"/>
            <a:tileRect/>
          </a:gradFill>
          <a:ln w="8790">
            <a:gradFill>
              <a:gsLst>
                <a:gs pos="100000">
                  <a:schemeClr val="accent1"/>
                </a:gs>
                <a:gs pos="35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6581" tIns="63290" rIns="126581" bIns="63290" rtlCol="0" anchor="ctr">
            <a:noAutofit/>
          </a:bodyPr>
          <a:lstStyle/>
          <a:p>
            <a:pPr algn="ctr"/>
            <a:endParaRPr lang="zh-CN" altLang="en-US" sz="2492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CB37FAA-8E17-8FE7-327F-52F0B9B8DD4F}"/>
              </a:ext>
            </a:extLst>
          </p:cNvPr>
          <p:cNvCxnSpPr/>
          <p:nvPr/>
        </p:nvCxnSpPr>
        <p:spPr>
          <a:xfrm flipH="1" flipV="1">
            <a:off x="7402975" y="4783788"/>
            <a:ext cx="45719" cy="46273"/>
          </a:xfrm>
          <a:prstGeom prst="line">
            <a:avLst/>
          </a:prstGeom>
          <a:ln cap="rnd">
            <a:gradFill flip="none" rotWithShape="1">
              <a:gsLst>
                <a:gs pos="28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7B65CD6-278C-83FC-2A99-6478566B63BD}"/>
              </a:ext>
            </a:extLst>
          </p:cNvPr>
          <p:cNvCxnSpPr>
            <a:cxnSpLocks/>
          </p:cNvCxnSpPr>
          <p:nvPr/>
        </p:nvCxnSpPr>
        <p:spPr>
          <a:xfrm flipH="1">
            <a:off x="7402974" y="4829567"/>
            <a:ext cx="45719" cy="46273"/>
          </a:xfrm>
          <a:prstGeom prst="line">
            <a:avLst/>
          </a:prstGeom>
          <a:ln cap="rnd">
            <a:gradFill flip="none" rotWithShape="1">
              <a:gsLst>
                <a:gs pos="28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565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togglePause">
                                          <p:cBhvr>
                                            <p:cTn id="6" dur="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9" dur="4200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10" presetID="2" presetClass="entr" presetSubtype="8" fill="hold" nodeType="withEffect" p14:presetBounceEnd="12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12667">
                                          <p:cBhvr additive="base">
                                            <p:cTn id="12" dur="2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12667">
                                          <p:cBhvr additive="base">
                                            <p:cTn id="13" dur="2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4200"/>
                                </p:stCondLst>
                                <p:childTnLst>
                                  <p:par>
                                    <p:cTn id="19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2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2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4450"/>
                                </p:stCondLst>
                                <p:childTnLst>
                                  <p:par>
                                    <p:cTn id="25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25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8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250" fill="hold"/>
                                            <p:tgtEl>
                                              <p:spTgt spid="22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250" fill="hold"/>
                                            <p:tgtEl>
                                              <p:spTgt spid="22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250" fill="hold"/>
                                            <p:tgtEl>
                                              <p:spTgt spid="22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250" fill="hold"/>
                                            <p:tgtEl>
                                              <p:spTgt spid="22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8" fill="hold">
                                <p:stCondLst>
                                  <p:cond delay="4700"/>
                                </p:stCondLst>
                                <p:childTnLst>
                                  <p:par>
                                    <p:cTn id="39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1" dur="25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2" dur="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4950"/>
                                </p:stCondLst>
                                <p:childTnLst>
                                  <p:par>
                                    <p:cTn id="45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25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8" dur="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0" fill="hold">
                                <p:stCondLst>
                                  <p:cond delay="5200"/>
                                </p:stCondLst>
                                <p:childTnLst>
                                  <p:par>
                                    <p:cTn id="51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25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4" dur="2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2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video>
                  <p:cMediaNode vol="80000">
                    <p:cTn id="56" repeatCount="indefinite" fill="hold" display="0">
                      <p:stCondLst>
                        <p:cond delay="indefinite"/>
                      </p:stCondLst>
                    </p:cTn>
                    <p:tgtEl>
                      <p:spTgt spid="12"/>
                    </p:tgtEl>
                  </p:cMediaNode>
                </p:video>
              </p:childTnLst>
            </p:cTn>
          </p:par>
        </p:tnLst>
        <p:bldLst>
          <p:bldP spid="8" grpId="0"/>
          <p:bldP spid="9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togglePause">
                                          <p:cBhvr>
                                            <p:cTn id="6" dur="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9" dur="250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10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2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2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4200"/>
                                </p:stCondLst>
                                <p:childTnLst>
                                  <p:par>
                                    <p:cTn id="19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2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2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4450"/>
                                </p:stCondLst>
                                <p:childTnLst>
                                  <p:par>
                                    <p:cTn id="25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25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8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250" fill="hold"/>
                                            <p:tgtEl>
                                              <p:spTgt spid="22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250" fill="hold"/>
                                            <p:tgtEl>
                                              <p:spTgt spid="22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250" fill="hold"/>
                                            <p:tgtEl>
                                              <p:spTgt spid="22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250" fill="hold"/>
                                            <p:tgtEl>
                                              <p:spTgt spid="22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8" fill="hold">
                                <p:stCondLst>
                                  <p:cond delay="4700"/>
                                </p:stCondLst>
                                <p:childTnLst>
                                  <p:par>
                                    <p:cTn id="39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1" dur="25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2" dur="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4950"/>
                                </p:stCondLst>
                                <p:childTnLst>
                                  <p:par>
                                    <p:cTn id="45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25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8" dur="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0" fill="hold">
                                <p:stCondLst>
                                  <p:cond delay="5200"/>
                                </p:stCondLst>
                                <p:childTnLst>
                                  <p:par>
                                    <p:cTn id="51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25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4" dur="2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2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video>
                  <p:cMediaNode vol="80000">
                    <p:cTn id="56" repeatCount="indefinite" fill="hold" display="0">
                      <p:stCondLst>
                        <p:cond delay="indefinite"/>
                      </p:stCondLst>
                    </p:cTn>
                    <p:tgtEl>
                      <p:spTgt spid="12"/>
                    </p:tgtEl>
                  </p:cMediaNode>
                </p:video>
              </p:childTnLst>
            </p:cTn>
          </p:par>
        </p:tnLst>
        <p:bldLst>
          <p:bldP spid="8" grpId="0"/>
          <p:bldP spid="9" grpId="0" animBg="1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B07D1-5DF4-66B6-72C8-524033F2E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山上的风景&#10;&#10;AI 生成的内容可能不正确。">
            <a:extLst>
              <a:ext uri="{FF2B5EF4-FFF2-40B4-BE49-F238E27FC236}">
                <a16:creationId xmlns:a16="http://schemas.microsoft.com/office/drawing/2014/main" id="{EFDEA900-6F21-2823-5C23-69B0DB2B73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" y="0"/>
            <a:ext cx="12200674" cy="6866426"/>
          </a:xfrm>
          <a:prstGeom prst="rect">
            <a:avLst/>
          </a:prstGeom>
        </p:spPr>
      </p:pic>
      <p:sp>
        <p:nvSpPr>
          <p:cNvPr id="2" name="Picture 7-mask">
            <a:extLst>
              <a:ext uri="{FF2B5EF4-FFF2-40B4-BE49-F238E27FC236}">
                <a16:creationId xmlns:a16="http://schemas.microsoft.com/office/drawing/2014/main" id="{56286AE8-71C8-11BD-4F59-B0B94904E5A5}"/>
              </a:ext>
            </a:extLst>
          </p:cNvPr>
          <p:cNvSpPr/>
          <p:nvPr/>
        </p:nvSpPr>
        <p:spPr>
          <a:xfrm>
            <a:off x="-23375" y="-8426"/>
            <a:ext cx="12203909" cy="6858001"/>
          </a:xfrm>
          <a:prstGeom prst="rect">
            <a:avLst/>
          </a:prstGeom>
          <a:gradFill flip="none" rotWithShape="1">
            <a:gsLst>
              <a:gs pos="50000">
                <a:srgbClr val="002629">
                  <a:alpha val="59000"/>
                </a:srgbClr>
              </a:gs>
              <a:gs pos="23000">
                <a:srgbClr val="002629">
                  <a:alpha val="45000"/>
                </a:srgbClr>
              </a:gs>
              <a:gs pos="90000">
                <a:srgbClr val="002629">
                  <a:alpha val="63000"/>
                </a:srgb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" name="图片 15" descr="绿色的叶子&#10;&#10;中度可信度描述已自动生成">
            <a:extLst>
              <a:ext uri="{FF2B5EF4-FFF2-40B4-BE49-F238E27FC236}">
                <a16:creationId xmlns:a16="http://schemas.microsoft.com/office/drawing/2014/main" id="{31CCA020-40D6-B5D0-5F32-BF5966B1628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7991"/>
          <a:stretch/>
        </p:blipFill>
        <p:spPr>
          <a:xfrm>
            <a:off x="11466" y="5254380"/>
            <a:ext cx="12192000" cy="1595195"/>
          </a:xfrm>
          <a:custGeom>
            <a:avLst/>
            <a:gdLst>
              <a:gd name="connsiteX0" fmla="*/ 12192000 w 12192000"/>
              <a:gd name="connsiteY0" fmla="*/ 0 h 2658287"/>
              <a:gd name="connsiteX1" fmla="*/ 0 w 12192000"/>
              <a:gd name="connsiteY1" fmla="*/ 0 h 2658287"/>
              <a:gd name="connsiteX2" fmla="*/ 0 w 12192000"/>
              <a:gd name="connsiteY2" fmla="*/ 2658287 h 2658287"/>
              <a:gd name="connsiteX3" fmla="*/ 12192000 w 12192000"/>
              <a:gd name="connsiteY3" fmla="*/ 2658287 h 2658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58287">
                <a:moveTo>
                  <a:pt x="12192000" y="0"/>
                </a:moveTo>
                <a:lnTo>
                  <a:pt x="0" y="0"/>
                </a:lnTo>
                <a:lnTo>
                  <a:pt x="0" y="2658287"/>
                </a:lnTo>
                <a:lnTo>
                  <a:pt x="12192000" y="2658287"/>
                </a:lnTo>
                <a:close/>
              </a:path>
            </a:pathLst>
          </a:cu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6F0CBA0-2BB4-2D9F-188C-3906F953C34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9529"/>
          <a:stretch>
            <a:fillRect/>
          </a:stretch>
        </p:blipFill>
        <p:spPr>
          <a:xfrm flipV="1">
            <a:off x="8404693" y="0"/>
            <a:ext cx="3799214" cy="1570241"/>
          </a:xfrm>
          <a:custGeom>
            <a:avLst/>
            <a:gdLst>
              <a:gd name="connsiteX0" fmla="*/ 0 w 6706290"/>
              <a:gd name="connsiteY0" fmla="*/ 2771755 h 2771755"/>
              <a:gd name="connsiteX1" fmla="*/ 6706290 w 6706290"/>
              <a:gd name="connsiteY1" fmla="*/ 2771755 h 2771755"/>
              <a:gd name="connsiteX2" fmla="*/ 6706290 w 6706290"/>
              <a:gd name="connsiteY2" fmla="*/ 0 h 2771755"/>
              <a:gd name="connsiteX3" fmla="*/ 0 w 6706290"/>
              <a:gd name="connsiteY3" fmla="*/ 0 h 277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06290" h="2771755">
                <a:moveTo>
                  <a:pt x="0" y="2771755"/>
                </a:moveTo>
                <a:lnTo>
                  <a:pt x="6706290" y="2771755"/>
                </a:lnTo>
                <a:lnTo>
                  <a:pt x="670629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42B6B1B-6207-C9E1-0284-52DAA8F8FC7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9529"/>
          <a:stretch>
            <a:fillRect/>
          </a:stretch>
        </p:blipFill>
        <p:spPr>
          <a:xfrm flipH="1" flipV="1">
            <a:off x="-2" y="-1"/>
            <a:ext cx="5378826" cy="2223106"/>
          </a:xfrm>
          <a:custGeom>
            <a:avLst/>
            <a:gdLst>
              <a:gd name="connsiteX0" fmla="*/ 0 w 6706290"/>
              <a:gd name="connsiteY0" fmla="*/ 2771755 h 2771755"/>
              <a:gd name="connsiteX1" fmla="*/ 6706290 w 6706290"/>
              <a:gd name="connsiteY1" fmla="*/ 2771755 h 2771755"/>
              <a:gd name="connsiteX2" fmla="*/ 6706290 w 6706290"/>
              <a:gd name="connsiteY2" fmla="*/ 0 h 2771755"/>
              <a:gd name="connsiteX3" fmla="*/ 0 w 6706290"/>
              <a:gd name="connsiteY3" fmla="*/ 0 h 277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06290" h="2771755">
                <a:moveTo>
                  <a:pt x="0" y="2771755"/>
                </a:moveTo>
                <a:lnTo>
                  <a:pt x="6706290" y="2771755"/>
                </a:lnTo>
                <a:lnTo>
                  <a:pt x="6706290" y="0"/>
                </a:lnTo>
                <a:lnTo>
                  <a:pt x="0" y="0"/>
                </a:lnTo>
                <a:close/>
              </a:path>
            </a:pathLst>
          </a:custGeom>
        </p:spPr>
      </p:pic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CCB5CB5-1499-A244-09E4-F8F7A4DB9014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H="1">
            <a:off x="8233567" y="822082"/>
            <a:ext cx="3946967" cy="0"/>
          </a:xfrm>
          <a:prstGeom prst="line">
            <a:avLst/>
          </a:prstGeom>
          <a:ln w="15875">
            <a:solidFill>
              <a:schemeClr val="bg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53B260B2-0F8D-DE6C-DDFE-F7B27FB33F5B}"/>
              </a:ext>
            </a:extLst>
          </p:cNvPr>
          <p:cNvSpPr txBox="1"/>
          <p:nvPr/>
        </p:nvSpPr>
        <p:spPr>
          <a:xfrm>
            <a:off x="1130442" y="2440434"/>
            <a:ext cx="9896273" cy="16247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zh-CN" altLang="en-US" sz="9600" dirty="0">
                <a:ln w="0"/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  <a:latin typeface="053-上首逸飞体" panose="02010609000101010101" pitchFamily="49" charset="-122"/>
                <a:ea typeface="053-上首逸飞体" panose="02010609000101010101" pitchFamily="49" charset="-122"/>
              </a:rPr>
              <a:t>接口测试</a:t>
            </a:r>
            <a:endParaRPr lang="zh-CN" altLang="en-US" sz="2800" dirty="0">
              <a:solidFill>
                <a:srgbClr val="FFC000"/>
              </a:solidFill>
              <a:latin typeface="053-上首逸飞体" panose="02010609000101010101" pitchFamily="49" charset="-122"/>
              <a:ea typeface="053-上首逸飞体" panose="02010609000101010101" pitchFamily="49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9362A73-9FCF-64DB-D41F-FBA2BB78AB7B}"/>
              </a:ext>
            </a:extLst>
          </p:cNvPr>
          <p:cNvSpPr txBox="1"/>
          <p:nvPr/>
        </p:nvSpPr>
        <p:spPr>
          <a:xfrm>
            <a:off x="4817530" y="3055311"/>
            <a:ext cx="6819371" cy="1682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endParaRPr lang="zh-CN" altLang="en-US" sz="66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053-上首逸飞体" panose="02010609000101010101" pitchFamily="49" charset="-122"/>
              <a:ea typeface="053-上首逸飞体" panose="02010609000101010101" pitchFamily="49" charset="-122"/>
            </a:endParaRP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9837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B9924-DFC2-B5C0-E1B0-5488AD023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组合 269">
            <a:extLst>
              <a:ext uri="{FF2B5EF4-FFF2-40B4-BE49-F238E27FC236}">
                <a16:creationId xmlns:a16="http://schemas.microsoft.com/office/drawing/2014/main" id="{460A93E4-63CC-94F6-242D-AF80827D0772}"/>
              </a:ext>
            </a:extLst>
          </p:cNvPr>
          <p:cNvGrpSpPr/>
          <p:nvPr/>
        </p:nvGrpSpPr>
        <p:grpSpPr>
          <a:xfrm>
            <a:off x="2736035" y="2899998"/>
            <a:ext cx="2263808" cy="731520"/>
            <a:chOff x="1793735" y="210312"/>
            <a:chExt cx="8544065" cy="5669789"/>
          </a:xfrm>
          <a:effectLst>
            <a:outerShdw blurRad="254000" algn="ctr" rotWithShape="0">
              <a:srgbClr val="FFFFFF">
                <a:alpha val="70000"/>
              </a:srgbClr>
            </a:outerShdw>
          </a:effectLst>
        </p:grpSpPr>
        <p:sp>
          <p:nvSpPr>
            <p:cNvPr id="271" name="任意多边形: 形状 270">
              <a:extLst>
                <a:ext uri="{FF2B5EF4-FFF2-40B4-BE49-F238E27FC236}">
                  <a16:creationId xmlns:a16="http://schemas.microsoft.com/office/drawing/2014/main" id="{57D02DFD-F4CC-C8A4-1C33-A3359F01F7B2}"/>
                </a:ext>
              </a:extLst>
            </p:cNvPr>
            <p:cNvSpPr/>
            <p:nvPr/>
          </p:nvSpPr>
          <p:spPr>
            <a:xfrm>
              <a:off x="1919915" y="210312"/>
              <a:ext cx="8278180" cy="5504811"/>
            </a:xfrm>
            <a:custGeom>
              <a:avLst/>
              <a:gdLst>
                <a:gd name="connsiteX0" fmla="*/ 240502 w 8483600"/>
                <a:gd name="connsiteY0" fmla="*/ 0 h 4902200"/>
                <a:gd name="connsiteX1" fmla="*/ 3708375 w 8483600"/>
                <a:gd name="connsiteY1" fmla="*/ 0 h 4902200"/>
                <a:gd name="connsiteX2" fmla="*/ 3759729 w 8483600"/>
                <a:gd name="connsiteY2" fmla="*/ 56516 h 4902200"/>
                <a:gd name="connsiteX3" fmla="*/ 4723873 w 8483600"/>
                <a:gd name="connsiteY3" fmla="*/ 56516 h 4902200"/>
                <a:gd name="connsiteX4" fmla="*/ 4775228 w 8483600"/>
                <a:gd name="connsiteY4" fmla="*/ 0 h 4902200"/>
                <a:gd name="connsiteX5" fmla="*/ 8243098 w 8483600"/>
                <a:gd name="connsiteY5" fmla="*/ 0 h 4902200"/>
                <a:gd name="connsiteX6" fmla="*/ 8483600 w 8483600"/>
                <a:gd name="connsiteY6" fmla="*/ 240502 h 4902200"/>
                <a:gd name="connsiteX7" fmla="*/ 8483600 w 8483600"/>
                <a:gd name="connsiteY7" fmla="*/ 2864087 h 4902200"/>
                <a:gd name="connsiteX8" fmla="*/ 8370316 w 8483600"/>
                <a:gd name="connsiteY8" fmla="*/ 2890519 h 4902200"/>
                <a:gd name="connsiteX9" fmla="*/ 8370316 w 8483600"/>
                <a:gd name="connsiteY9" fmla="*/ 3660141 h 4902200"/>
                <a:gd name="connsiteX10" fmla="*/ 8483600 w 8483600"/>
                <a:gd name="connsiteY10" fmla="*/ 3686574 h 4902200"/>
                <a:gd name="connsiteX11" fmla="*/ 8483600 w 8483600"/>
                <a:gd name="connsiteY11" fmla="*/ 4902200 h 4902200"/>
                <a:gd name="connsiteX12" fmla="*/ 5032306 w 8483600"/>
                <a:gd name="connsiteY12" fmla="*/ 4902200 h 4902200"/>
                <a:gd name="connsiteX13" fmla="*/ 4789076 w 8483600"/>
                <a:gd name="connsiteY13" fmla="*/ 4658970 h 4902200"/>
                <a:gd name="connsiteX14" fmla="*/ 3694527 w 8483600"/>
                <a:gd name="connsiteY14" fmla="*/ 4658970 h 4902200"/>
                <a:gd name="connsiteX15" fmla="*/ 3451297 w 8483600"/>
                <a:gd name="connsiteY15" fmla="*/ 4902200 h 4902200"/>
                <a:gd name="connsiteX16" fmla="*/ 0 w 8483600"/>
                <a:gd name="connsiteY16" fmla="*/ 4902200 h 4902200"/>
                <a:gd name="connsiteX17" fmla="*/ 0 w 8483600"/>
                <a:gd name="connsiteY17" fmla="*/ 2147334 h 4902200"/>
                <a:gd name="connsiteX18" fmla="*/ 113284 w 8483600"/>
                <a:gd name="connsiteY18" fmla="*/ 2120901 h 4902200"/>
                <a:gd name="connsiteX19" fmla="*/ 113284 w 8483600"/>
                <a:gd name="connsiteY19" fmla="*/ 1351279 h 4902200"/>
                <a:gd name="connsiteX20" fmla="*/ 0 w 8483600"/>
                <a:gd name="connsiteY20" fmla="*/ 1324847 h 4902200"/>
                <a:gd name="connsiteX21" fmla="*/ 0 w 8483600"/>
                <a:gd name="connsiteY21" fmla="*/ 240502 h 490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483600" h="4902200">
                  <a:moveTo>
                    <a:pt x="240502" y="0"/>
                  </a:moveTo>
                  <a:lnTo>
                    <a:pt x="3708375" y="0"/>
                  </a:lnTo>
                  <a:lnTo>
                    <a:pt x="3759729" y="56516"/>
                  </a:lnTo>
                  <a:lnTo>
                    <a:pt x="4723873" y="56516"/>
                  </a:lnTo>
                  <a:lnTo>
                    <a:pt x="4775228" y="0"/>
                  </a:lnTo>
                  <a:lnTo>
                    <a:pt x="8243098" y="0"/>
                  </a:lnTo>
                  <a:lnTo>
                    <a:pt x="8483600" y="240502"/>
                  </a:lnTo>
                  <a:lnTo>
                    <a:pt x="8483600" y="2864087"/>
                  </a:lnTo>
                  <a:lnTo>
                    <a:pt x="8370316" y="2890519"/>
                  </a:lnTo>
                  <a:lnTo>
                    <a:pt x="8370316" y="3660141"/>
                  </a:lnTo>
                  <a:lnTo>
                    <a:pt x="8483600" y="3686574"/>
                  </a:lnTo>
                  <a:lnTo>
                    <a:pt x="8483600" y="4902200"/>
                  </a:lnTo>
                  <a:lnTo>
                    <a:pt x="5032306" y="4902200"/>
                  </a:lnTo>
                  <a:lnTo>
                    <a:pt x="4789076" y="4658970"/>
                  </a:lnTo>
                  <a:lnTo>
                    <a:pt x="3694527" y="4658970"/>
                  </a:lnTo>
                  <a:lnTo>
                    <a:pt x="3451297" y="4902200"/>
                  </a:lnTo>
                  <a:lnTo>
                    <a:pt x="0" y="4902200"/>
                  </a:lnTo>
                  <a:lnTo>
                    <a:pt x="0" y="2147334"/>
                  </a:lnTo>
                  <a:lnTo>
                    <a:pt x="113284" y="2120901"/>
                  </a:lnTo>
                  <a:lnTo>
                    <a:pt x="113284" y="1351279"/>
                  </a:lnTo>
                  <a:lnTo>
                    <a:pt x="0" y="1324847"/>
                  </a:lnTo>
                  <a:lnTo>
                    <a:pt x="0" y="24050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6FFFF">
                    <a:alpha val="50000"/>
                  </a:srgbClr>
                </a:gs>
                <a:gs pos="48000">
                  <a:srgbClr val="FFFFFF">
                    <a:alpha val="10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思源黑体 CN Bold" panose="020B0800000000000000" pitchFamily="34" charset="-122"/>
              </a:endParaRPr>
            </a:p>
          </p:txBody>
        </p:sp>
        <p:sp>
          <p:nvSpPr>
            <p:cNvPr id="272" name="直角三角形 271">
              <a:extLst>
                <a:ext uri="{FF2B5EF4-FFF2-40B4-BE49-F238E27FC236}">
                  <a16:creationId xmlns:a16="http://schemas.microsoft.com/office/drawing/2014/main" id="{B29BF008-F951-7C22-AD16-FFB2908F0A15}"/>
                </a:ext>
              </a:extLst>
            </p:cNvPr>
            <p:cNvSpPr/>
            <p:nvPr/>
          </p:nvSpPr>
          <p:spPr>
            <a:xfrm rot="5400000">
              <a:off x="1898960" y="237723"/>
              <a:ext cx="144780" cy="144780"/>
            </a:xfrm>
            <a:prstGeom prst="rtTriangle">
              <a:avLst/>
            </a:prstGeom>
            <a:noFill/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思源黑体 CN Bold" panose="020B0800000000000000" pitchFamily="34" charset="-122"/>
              </a:endParaRPr>
            </a:p>
          </p:txBody>
        </p:sp>
        <p:sp>
          <p:nvSpPr>
            <p:cNvPr id="273" name="直角三角形 272">
              <a:extLst>
                <a:ext uri="{FF2B5EF4-FFF2-40B4-BE49-F238E27FC236}">
                  <a16:creationId xmlns:a16="http://schemas.microsoft.com/office/drawing/2014/main" id="{A883B7A5-DCDD-BDB0-5775-08BDC96BD33C}"/>
                </a:ext>
              </a:extLst>
            </p:cNvPr>
            <p:cNvSpPr/>
            <p:nvPr/>
          </p:nvSpPr>
          <p:spPr>
            <a:xfrm rot="16200000" flipH="1">
              <a:off x="10053312" y="237723"/>
              <a:ext cx="144780" cy="144780"/>
            </a:xfrm>
            <a:prstGeom prst="rtTriangle">
              <a:avLst/>
            </a:prstGeom>
            <a:noFill/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思源黑体 CN Bold" panose="020B0800000000000000" pitchFamily="34" charset="-122"/>
              </a:endParaRPr>
            </a:p>
          </p:txBody>
        </p:sp>
        <p:sp>
          <p:nvSpPr>
            <p:cNvPr id="274" name="梯形 273">
              <a:extLst>
                <a:ext uri="{FF2B5EF4-FFF2-40B4-BE49-F238E27FC236}">
                  <a16:creationId xmlns:a16="http://schemas.microsoft.com/office/drawing/2014/main" id="{4233B481-EB25-1645-AC5B-133F671155C9}"/>
                </a:ext>
              </a:extLst>
            </p:cNvPr>
            <p:cNvSpPr/>
            <p:nvPr/>
          </p:nvSpPr>
          <p:spPr>
            <a:xfrm rot="5400000">
              <a:off x="1594164" y="2050364"/>
              <a:ext cx="732790" cy="67940"/>
            </a:xfrm>
            <a:prstGeom prst="trapezoid">
              <a:avLst>
                <a:gd name="adj" fmla="val 23332"/>
              </a:avLst>
            </a:prstGeom>
            <a:solidFill>
              <a:srgbClr val="1DAA1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思源黑体 CN Bold" panose="020B0800000000000000" pitchFamily="34" charset="-122"/>
              </a:endParaRPr>
            </a:p>
          </p:txBody>
        </p:sp>
        <p:sp>
          <p:nvSpPr>
            <p:cNvPr id="275" name="梯形 274">
              <a:extLst>
                <a:ext uri="{FF2B5EF4-FFF2-40B4-BE49-F238E27FC236}">
                  <a16:creationId xmlns:a16="http://schemas.microsoft.com/office/drawing/2014/main" id="{D04ED9BE-D4B3-ECC3-E38C-04B1529072E8}"/>
                </a:ext>
              </a:extLst>
            </p:cNvPr>
            <p:cNvSpPr/>
            <p:nvPr/>
          </p:nvSpPr>
          <p:spPr>
            <a:xfrm rot="16200000" flipH="1">
              <a:off x="9762336" y="3815929"/>
              <a:ext cx="732790" cy="67940"/>
            </a:xfrm>
            <a:prstGeom prst="trapezoid">
              <a:avLst>
                <a:gd name="adj" fmla="val 23332"/>
              </a:avLst>
            </a:prstGeom>
            <a:solidFill>
              <a:srgbClr val="1DAA1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思源黑体 CN Bold" panose="020B0800000000000000" pitchFamily="34" charset="-122"/>
              </a:endParaRPr>
            </a:p>
          </p:txBody>
        </p:sp>
        <p:sp>
          <p:nvSpPr>
            <p:cNvPr id="276" name="半闭框 275">
              <a:extLst>
                <a:ext uri="{FF2B5EF4-FFF2-40B4-BE49-F238E27FC236}">
                  <a16:creationId xmlns:a16="http://schemas.microsoft.com/office/drawing/2014/main" id="{221B78DC-768D-3110-4E94-B6BEF13F97B4}"/>
                </a:ext>
              </a:extLst>
            </p:cNvPr>
            <p:cNvSpPr/>
            <p:nvPr/>
          </p:nvSpPr>
          <p:spPr>
            <a:xfrm rot="16200000">
              <a:off x="1793735" y="5444377"/>
              <a:ext cx="370840" cy="370840"/>
            </a:xfrm>
            <a:prstGeom prst="halfFrame">
              <a:avLst>
                <a:gd name="adj1" fmla="val 12801"/>
                <a:gd name="adj2" fmla="val 12134"/>
              </a:avLst>
            </a:prstGeom>
            <a:solidFill>
              <a:srgbClr val="1DAA1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思源黑体 CN Bold" panose="020B0800000000000000" pitchFamily="34" charset="-122"/>
              </a:endParaRPr>
            </a:p>
          </p:txBody>
        </p:sp>
        <p:sp>
          <p:nvSpPr>
            <p:cNvPr id="277" name="半闭框 276">
              <a:extLst>
                <a:ext uri="{FF2B5EF4-FFF2-40B4-BE49-F238E27FC236}">
                  <a16:creationId xmlns:a16="http://schemas.microsoft.com/office/drawing/2014/main" id="{81A177AD-E0F7-AB94-A66D-3C8A4334820B}"/>
                </a:ext>
              </a:extLst>
            </p:cNvPr>
            <p:cNvSpPr/>
            <p:nvPr/>
          </p:nvSpPr>
          <p:spPr>
            <a:xfrm rot="5400000" flipH="1">
              <a:off x="9966960" y="5509261"/>
              <a:ext cx="370840" cy="370840"/>
            </a:xfrm>
            <a:prstGeom prst="halfFrame">
              <a:avLst>
                <a:gd name="adj1" fmla="val 12801"/>
                <a:gd name="adj2" fmla="val 12134"/>
              </a:avLst>
            </a:prstGeom>
            <a:solidFill>
              <a:srgbClr val="1DAA1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思源黑体 CN Bold" panose="020B0800000000000000" pitchFamily="34" charset="-122"/>
              </a:endParaRPr>
            </a:p>
          </p:txBody>
        </p:sp>
      </p:grpSp>
      <p:sp>
        <p:nvSpPr>
          <p:cNvPr id="11" name="Freeform 3">
            <a:extLst>
              <a:ext uri="{FF2B5EF4-FFF2-40B4-BE49-F238E27FC236}">
                <a16:creationId xmlns:a16="http://schemas.microsoft.com/office/drawing/2014/main" id="{9499607E-B540-F8C8-C0FA-9B70A3EF5766}"/>
              </a:ext>
            </a:extLst>
          </p:cNvPr>
          <p:cNvSpPr/>
          <p:nvPr/>
        </p:nvSpPr>
        <p:spPr>
          <a:xfrm>
            <a:off x="-56322" y="-56152"/>
            <a:ext cx="12304644" cy="964096"/>
          </a:xfrm>
          <a:custGeom>
            <a:avLst/>
            <a:gdLst>
              <a:gd name="connsiteX0" fmla="*/ 77249 w 12304644"/>
              <a:gd name="connsiteY0" fmla="*/ 636105 h 964096"/>
              <a:gd name="connsiteX1" fmla="*/ 538633 w 12304644"/>
              <a:gd name="connsiteY1" fmla="*/ 636105 h 964096"/>
              <a:gd name="connsiteX2" fmla="*/ 618547 w 12304644"/>
              <a:gd name="connsiteY2" fmla="*/ 671456 h 964096"/>
              <a:gd name="connsiteX3" fmla="*/ 852445 w 12304644"/>
              <a:gd name="connsiteY3" fmla="*/ 928745 h 964096"/>
              <a:gd name="connsiteX4" fmla="*/ 932359 w 12304644"/>
              <a:gd name="connsiteY4" fmla="*/ 964096 h 964096"/>
              <a:gd name="connsiteX5" fmla="*/ 11336540 w 12304644"/>
              <a:gd name="connsiteY5" fmla="*/ 964096 h 964096"/>
              <a:gd name="connsiteX6" fmla="*/ 11411724 w 12304644"/>
              <a:gd name="connsiteY6" fmla="*/ 933629 h 964096"/>
              <a:gd name="connsiteX7" fmla="*/ 11676877 w 12304644"/>
              <a:gd name="connsiteY7" fmla="*/ 676511 h 964096"/>
              <a:gd name="connsiteX8" fmla="*/ 11752061 w 12304644"/>
              <a:gd name="connsiteY8" fmla="*/ 646044 h 964096"/>
              <a:gd name="connsiteX9" fmla="*/ 12196644 w 12304644"/>
              <a:gd name="connsiteY9" fmla="*/ 646044 h 964096"/>
              <a:gd name="connsiteX10" fmla="*/ 12304644 w 12304644"/>
              <a:gd name="connsiteY10" fmla="*/ 538044 h 964096"/>
              <a:gd name="connsiteX11" fmla="*/ 12304644 w 12304644"/>
              <a:gd name="connsiteY11" fmla="*/ 108000 h 964096"/>
              <a:gd name="connsiteX12" fmla="*/ 12196644 w 12304644"/>
              <a:gd name="connsiteY12" fmla="*/ 0 h 964096"/>
              <a:gd name="connsiteX13" fmla="*/ 108000 w 12304644"/>
              <a:gd name="connsiteY13" fmla="*/ 0 h 964096"/>
              <a:gd name="connsiteX14" fmla="*/ 0 w 12304644"/>
              <a:gd name="connsiteY14" fmla="*/ 108000 h 964096"/>
              <a:gd name="connsiteX15" fmla="*/ 0 w 12304644"/>
              <a:gd name="connsiteY15" fmla="*/ 532498 h 964096"/>
              <a:gd name="connsiteX16" fmla="*/ 92727 w 12304644"/>
              <a:gd name="connsiteY16" fmla="*/ 639412 h 964096"/>
              <a:gd name="connsiteX17" fmla="*/ 61976 w 12304644"/>
              <a:gd name="connsiteY17" fmla="*/ 635020 h 964096"/>
              <a:gd name="connsiteX18" fmla="*/ 77249 w 12304644"/>
              <a:gd name="connsiteY18" fmla="*/ 636105 h 96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304644" h="964096">
                <a:moveTo>
                  <a:pt x="77249" y="636105"/>
                </a:moveTo>
                <a:lnTo>
                  <a:pt x="538633" y="636105"/>
                </a:lnTo>
                <a:cubicBezTo>
                  <a:pt x="569066" y="636105"/>
                  <a:pt x="598075" y="648938"/>
                  <a:pt x="618547" y="671456"/>
                </a:cubicBezTo>
                <a:lnTo>
                  <a:pt x="852445" y="928745"/>
                </a:lnTo>
                <a:cubicBezTo>
                  <a:pt x="872917" y="951264"/>
                  <a:pt x="901926" y="964096"/>
                  <a:pt x="932359" y="964096"/>
                </a:cubicBezTo>
                <a:lnTo>
                  <a:pt x="11336540" y="964096"/>
                </a:lnTo>
                <a:cubicBezTo>
                  <a:pt x="11364594" y="964096"/>
                  <a:pt x="11391584" y="953158"/>
                  <a:pt x="11411724" y="933629"/>
                </a:cubicBezTo>
                <a:lnTo>
                  <a:pt x="11676877" y="676511"/>
                </a:lnTo>
                <a:cubicBezTo>
                  <a:pt x="11697017" y="656982"/>
                  <a:pt x="11724008" y="646044"/>
                  <a:pt x="11752061" y="646044"/>
                </a:cubicBezTo>
                <a:lnTo>
                  <a:pt x="12196644" y="646044"/>
                </a:lnTo>
                <a:cubicBezTo>
                  <a:pt x="12256260" y="646044"/>
                  <a:pt x="12304644" y="597660"/>
                  <a:pt x="12304644" y="538044"/>
                </a:cubicBezTo>
                <a:lnTo>
                  <a:pt x="12304644" y="108000"/>
                </a:lnTo>
                <a:cubicBezTo>
                  <a:pt x="12304644" y="48384"/>
                  <a:pt x="12256260" y="0"/>
                  <a:pt x="12196644" y="0"/>
                </a:cubicBezTo>
                <a:lnTo>
                  <a:pt x="108000" y="0"/>
                </a:lnTo>
                <a:cubicBezTo>
                  <a:pt x="48384" y="0"/>
                  <a:pt x="0" y="48384"/>
                  <a:pt x="0" y="108000"/>
                </a:cubicBezTo>
                <a:lnTo>
                  <a:pt x="0" y="532498"/>
                </a:lnTo>
                <a:cubicBezTo>
                  <a:pt x="0" y="586263"/>
                  <a:pt x="39502" y="631809"/>
                  <a:pt x="92727" y="639412"/>
                </a:cubicBezTo>
                <a:lnTo>
                  <a:pt x="61976" y="635020"/>
                </a:lnTo>
                <a:cubicBezTo>
                  <a:pt x="67036" y="635742"/>
                  <a:pt x="72138" y="636105"/>
                  <a:pt x="77249" y="636105"/>
                </a:cubicBezTo>
              </a:path>
            </a:pathLst>
          </a:custGeom>
          <a:solidFill>
            <a:srgbClr val="082C06"/>
          </a:solidFill>
          <a:ln w="6350">
            <a:gradFill>
              <a:gsLst>
                <a:gs pos="51300">
                  <a:schemeClr val="accent2">
                    <a:lumMod val="40000"/>
                    <a:lumOff val="60000"/>
                  </a:schemeClr>
                </a:gs>
                <a:gs pos="5000">
                  <a:schemeClr val="accent2">
                    <a:lumMod val="60000"/>
                    <a:lumOff val="40000"/>
                    <a:alpha val="10000"/>
                  </a:schemeClr>
                </a:gs>
                <a:gs pos="98000">
                  <a:schemeClr val="accent2">
                    <a:lumMod val="60000"/>
                    <a:lumOff val="40000"/>
                    <a:alpha val="10000"/>
                  </a:schemeClr>
                </a:gs>
              </a:gsLst>
              <a:lin ang="0" scaled="0"/>
            </a:gradFill>
          </a:ln>
          <a:effectLst>
            <a:glow rad="63500">
              <a:schemeClr val="accent2">
                <a:alpha val="2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 2.0 95 ExtraBold"/>
              <a:cs typeface="+mn-cs"/>
            </a:endParaRPr>
          </a:p>
        </p:txBody>
      </p:sp>
      <p:grpSp>
        <p:nvGrpSpPr>
          <p:cNvPr id="12" name="Group 451">
            <a:extLst>
              <a:ext uri="{FF2B5EF4-FFF2-40B4-BE49-F238E27FC236}">
                <a16:creationId xmlns:a16="http://schemas.microsoft.com/office/drawing/2014/main" id="{E1545A5D-AD10-9B9B-6EE4-57C3B05F27D6}"/>
              </a:ext>
            </a:extLst>
          </p:cNvPr>
          <p:cNvGrpSpPr/>
          <p:nvPr/>
        </p:nvGrpSpPr>
        <p:grpSpPr>
          <a:xfrm>
            <a:off x="277775" y="435924"/>
            <a:ext cx="11812602" cy="611726"/>
            <a:chOff x="172697" y="150371"/>
            <a:chExt cx="11812602" cy="611726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00375AED-7363-A589-ED47-BAD845CF10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4222" y="570263"/>
              <a:ext cx="4823557" cy="191834"/>
            </a:xfrm>
            <a:prstGeom prst="rect">
              <a:avLst/>
            </a:prstGeom>
          </p:spPr>
        </p:pic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A9CD797A-66FB-52C8-6865-545BF832CCEB}"/>
                </a:ext>
              </a:extLst>
            </p:cNvPr>
            <p:cNvGrpSpPr/>
            <p:nvPr/>
          </p:nvGrpSpPr>
          <p:grpSpPr>
            <a:xfrm>
              <a:off x="11000250" y="336549"/>
              <a:ext cx="522884" cy="268334"/>
              <a:chOff x="11000250" y="273049"/>
              <a:chExt cx="522884" cy="268334"/>
            </a:xfrm>
          </p:grpSpPr>
          <p:sp>
            <p:nvSpPr>
              <p:cNvPr id="56" name="平行四边形 55">
                <a:extLst>
                  <a:ext uri="{FF2B5EF4-FFF2-40B4-BE49-F238E27FC236}">
                    <a16:creationId xmlns:a16="http://schemas.microsoft.com/office/drawing/2014/main" id="{0CAF531C-C305-A883-1FF5-E984A6C92AAD}"/>
                  </a:ext>
                </a:extLst>
              </p:cNvPr>
              <p:cNvSpPr/>
              <p:nvPr/>
            </p:nvSpPr>
            <p:spPr>
              <a:xfrm>
                <a:off x="11160124" y="273050"/>
                <a:ext cx="363010" cy="268333"/>
              </a:xfrm>
              <a:prstGeom prst="parallelogram">
                <a:avLst>
                  <a:gd name="adj" fmla="val 97129"/>
                </a:avLst>
              </a:prstGeom>
              <a:solidFill>
                <a:srgbClr val="1DAA16">
                  <a:alpha val="8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57" name="平行四边形 56">
                <a:extLst>
                  <a:ext uri="{FF2B5EF4-FFF2-40B4-BE49-F238E27FC236}">
                    <a16:creationId xmlns:a16="http://schemas.microsoft.com/office/drawing/2014/main" id="{C80DD1DC-334E-E7AA-003E-FA8D3E629655}"/>
                  </a:ext>
                </a:extLst>
              </p:cNvPr>
              <p:cNvSpPr/>
              <p:nvPr/>
            </p:nvSpPr>
            <p:spPr>
              <a:xfrm>
                <a:off x="11000250" y="273049"/>
                <a:ext cx="363010" cy="268333"/>
              </a:xfrm>
              <a:prstGeom prst="parallelogram">
                <a:avLst>
                  <a:gd name="adj" fmla="val 97129"/>
                </a:avLst>
              </a:prstGeom>
              <a:solidFill>
                <a:srgbClr val="64DE50">
                  <a:alpha val="5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57C21316-6155-25E1-57BC-AE4835766A81}"/>
                </a:ext>
              </a:extLst>
            </p:cNvPr>
            <p:cNvGrpSpPr/>
            <p:nvPr/>
          </p:nvGrpSpPr>
          <p:grpSpPr>
            <a:xfrm flipH="1">
              <a:off x="668866" y="336549"/>
              <a:ext cx="522884" cy="268334"/>
              <a:chOff x="11000250" y="273049"/>
              <a:chExt cx="522884" cy="268334"/>
            </a:xfrm>
          </p:grpSpPr>
          <p:sp>
            <p:nvSpPr>
              <p:cNvPr id="54" name="平行四边形 53">
                <a:extLst>
                  <a:ext uri="{FF2B5EF4-FFF2-40B4-BE49-F238E27FC236}">
                    <a16:creationId xmlns:a16="http://schemas.microsoft.com/office/drawing/2014/main" id="{EF62DB23-C152-BAED-CC2E-E2E263A971AA}"/>
                  </a:ext>
                </a:extLst>
              </p:cNvPr>
              <p:cNvSpPr/>
              <p:nvPr/>
            </p:nvSpPr>
            <p:spPr>
              <a:xfrm>
                <a:off x="11160124" y="273050"/>
                <a:ext cx="363010" cy="268333"/>
              </a:xfrm>
              <a:prstGeom prst="parallelogram">
                <a:avLst>
                  <a:gd name="adj" fmla="val 97129"/>
                </a:avLst>
              </a:prstGeom>
              <a:solidFill>
                <a:srgbClr val="1DAA16">
                  <a:alpha val="8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55" name="平行四边形 54">
                <a:extLst>
                  <a:ext uri="{FF2B5EF4-FFF2-40B4-BE49-F238E27FC236}">
                    <a16:creationId xmlns:a16="http://schemas.microsoft.com/office/drawing/2014/main" id="{424B2903-1CF5-F18E-90CC-011E3367D716}"/>
                  </a:ext>
                </a:extLst>
              </p:cNvPr>
              <p:cNvSpPr/>
              <p:nvPr/>
            </p:nvSpPr>
            <p:spPr>
              <a:xfrm>
                <a:off x="11000250" y="273049"/>
                <a:ext cx="363010" cy="268333"/>
              </a:xfrm>
              <a:prstGeom prst="parallelogram">
                <a:avLst>
                  <a:gd name="adj" fmla="val 97129"/>
                </a:avLst>
              </a:prstGeom>
              <a:solidFill>
                <a:srgbClr val="64DE50">
                  <a:alpha val="5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D6F6BB16-FFDB-AC1A-C992-C343D997BD62}"/>
                </a:ext>
              </a:extLst>
            </p:cNvPr>
            <p:cNvGrpSpPr/>
            <p:nvPr/>
          </p:nvGrpSpPr>
          <p:grpSpPr>
            <a:xfrm>
              <a:off x="1295532" y="177758"/>
              <a:ext cx="1569635" cy="400110"/>
              <a:chOff x="1163180" y="165726"/>
              <a:chExt cx="1569635" cy="400110"/>
            </a:xfrm>
          </p:grpSpPr>
          <p:sp>
            <p:nvSpPr>
              <p:cNvPr id="52" name="文本框 13">
                <a:extLst>
                  <a:ext uri="{FF2B5EF4-FFF2-40B4-BE49-F238E27FC236}">
                    <a16:creationId xmlns:a16="http://schemas.microsoft.com/office/drawing/2014/main" id="{6AAFC3A9-23AC-C808-C3B6-B71169265723}"/>
                  </a:ext>
                </a:extLst>
              </p:cNvPr>
              <p:cNvSpPr txBox="1"/>
              <p:nvPr/>
            </p:nvSpPr>
            <p:spPr>
              <a:xfrm>
                <a:off x="1386614" y="165726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项目背景</a:t>
                </a:r>
              </a:p>
            </p:txBody>
          </p:sp>
          <p:sp>
            <p:nvSpPr>
              <p:cNvPr id="53" name="iconfont-10050-4705900">
                <a:extLst>
                  <a:ext uri="{FF2B5EF4-FFF2-40B4-BE49-F238E27FC236}">
                    <a16:creationId xmlns:a16="http://schemas.microsoft.com/office/drawing/2014/main" id="{FC066E11-469F-1EB9-F897-88EE724A47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163180" y="290085"/>
                <a:ext cx="194268" cy="194300"/>
              </a:xfrm>
              <a:custGeom>
                <a:avLst/>
                <a:gdLst>
                  <a:gd name="T0" fmla="*/ 12774 w 12774"/>
                  <a:gd name="T1" fmla="*/ 3193 h 12774"/>
                  <a:gd name="T2" fmla="*/ 9581 w 12774"/>
                  <a:gd name="T3" fmla="*/ 0 h 12774"/>
                  <a:gd name="T4" fmla="*/ 6387 w 12774"/>
                  <a:gd name="T5" fmla="*/ 3193 h 12774"/>
                  <a:gd name="T6" fmla="*/ 3193 w 12774"/>
                  <a:gd name="T7" fmla="*/ 0 h 12774"/>
                  <a:gd name="T8" fmla="*/ 0 w 12774"/>
                  <a:gd name="T9" fmla="*/ 3193 h 12774"/>
                  <a:gd name="T10" fmla="*/ 3193 w 12774"/>
                  <a:gd name="T11" fmla="*/ 6387 h 12774"/>
                  <a:gd name="T12" fmla="*/ 0 w 12774"/>
                  <a:gd name="T13" fmla="*/ 9581 h 12774"/>
                  <a:gd name="T14" fmla="*/ 0 w 12774"/>
                  <a:gd name="T15" fmla="*/ 12774 h 12774"/>
                  <a:gd name="T16" fmla="*/ 3193 w 12774"/>
                  <a:gd name="T17" fmla="*/ 12774 h 12774"/>
                  <a:gd name="T18" fmla="*/ 6387 w 12774"/>
                  <a:gd name="T19" fmla="*/ 9581 h 12774"/>
                  <a:gd name="T20" fmla="*/ 9581 w 12774"/>
                  <a:gd name="T21" fmla="*/ 12774 h 12774"/>
                  <a:gd name="T22" fmla="*/ 12774 w 12774"/>
                  <a:gd name="T23" fmla="*/ 9581 h 12774"/>
                  <a:gd name="T24" fmla="*/ 9581 w 12774"/>
                  <a:gd name="T25" fmla="*/ 6387 h 12774"/>
                  <a:gd name="T26" fmla="*/ 12774 w 12774"/>
                  <a:gd name="T27" fmla="*/ 3193 h 12774"/>
                  <a:gd name="T28" fmla="*/ 3273 w 12774"/>
                  <a:gd name="T29" fmla="*/ 5349 h 12774"/>
                  <a:gd name="T30" fmla="*/ 4630 w 12774"/>
                  <a:gd name="T31" fmla="*/ 3992 h 12774"/>
                  <a:gd name="T32" fmla="*/ 4072 w 12774"/>
                  <a:gd name="T33" fmla="*/ 3433 h 12774"/>
                  <a:gd name="T34" fmla="*/ 2714 w 12774"/>
                  <a:gd name="T35" fmla="*/ 4790 h 12774"/>
                  <a:gd name="T36" fmla="*/ 2235 w 12774"/>
                  <a:gd name="T37" fmla="*/ 4311 h 12774"/>
                  <a:gd name="T38" fmla="*/ 3673 w 12774"/>
                  <a:gd name="T39" fmla="*/ 2875 h 12774"/>
                  <a:gd name="T40" fmla="*/ 3033 w 12774"/>
                  <a:gd name="T41" fmla="*/ 2315 h 12774"/>
                  <a:gd name="T42" fmla="*/ 1677 w 12774"/>
                  <a:gd name="T43" fmla="*/ 3753 h 12774"/>
                  <a:gd name="T44" fmla="*/ 1117 w 12774"/>
                  <a:gd name="T45" fmla="*/ 3194 h 12774"/>
                  <a:gd name="T46" fmla="*/ 3193 w 12774"/>
                  <a:gd name="T47" fmla="*/ 1118 h 12774"/>
                  <a:gd name="T48" fmla="*/ 5827 w 12774"/>
                  <a:gd name="T49" fmla="*/ 3752 h 12774"/>
                  <a:gd name="T50" fmla="*/ 3752 w 12774"/>
                  <a:gd name="T51" fmla="*/ 5828 h 12774"/>
                  <a:gd name="T52" fmla="*/ 3273 w 12774"/>
                  <a:gd name="T53" fmla="*/ 5349 h 12774"/>
                  <a:gd name="T54" fmla="*/ 798 w 12774"/>
                  <a:gd name="T55" fmla="*/ 11976 h 12774"/>
                  <a:gd name="T56" fmla="*/ 798 w 12774"/>
                  <a:gd name="T57" fmla="*/ 10379 h 12774"/>
                  <a:gd name="T58" fmla="*/ 2395 w 12774"/>
                  <a:gd name="T59" fmla="*/ 11976 h 12774"/>
                  <a:gd name="T60" fmla="*/ 798 w 12774"/>
                  <a:gd name="T61" fmla="*/ 11976 h 12774"/>
                  <a:gd name="T62" fmla="*/ 3193 w 12774"/>
                  <a:gd name="T63" fmla="*/ 11657 h 12774"/>
                  <a:gd name="T64" fmla="*/ 1117 w 12774"/>
                  <a:gd name="T65" fmla="*/ 9581 h 12774"/>
                  <a:gd name="T66" fmla="*/ 9581 w 12774"/>
                  <a:gd name="T67" fmla="*/ 1117 h 12774"/>
                  <a:gd name="T68" fmla="*/ 11657 w 12774"/>
                  <a:gd name="T69" fmla="*/ 3193 h 12774"/>
                  <a:gd name="T70" fmla="*/ 3193 w 12774"/>
                  <a:gd name="T71" fmla="*/ 11657 h 12774"/>
                  <a:gd name="T72" fmla="*/ 11657 w 12774"/>
                  <a:gd name="T73" fmla="*/ 9581 h 12774"/>
                  <a:gd name="T74" fmla="*/ 9581 w 12774"/>
                  <a:gd name="T75" fmla="*/ 11657 h 12774"/>
                  <a:gd name="T76" fmla="*/ 9022 w 12774"/>
                  <a:gd name="T77" fmla="*/ 11097 h 12774"/>
                  <a:gd name="T78" fmla="*/ 10459 w 12774"/>
                  <a:gd name="T79" fmla="*/ 9661 h 12774"/>
                  <a:gd name="T80" fmla="*/ 9900 w 12774"/>
                  <a:gd name="T81" fmla="*/ 9101 h 12774"/>
                  <a:gd name="T82" fmla="*/ 8463 w 12774"/>
                  <a:gd name="T83" fmla="*/ 10539 h 12774"/>
                  <a:gd name="T84" fmla="*/ 7984 w 12774"/>
                  <a:gd name="T85" fmla="*/ 10060 h 12774"/>
                  <a:gd name="T86" fmla="*/ 9421 w 12774"/>
                  <a:gd name="T87" fmla="*/ 8623 h 12774"/>
                  <a:gd name="T88" fmla="*/ 8782 w 12774"/>
                  <a:gd name="T89" fmla="*/ 8063 h 12774"/>
                  <a:gd name="T90" fmla="*/ 7345 w 12774"/>
                  <a:gd name="T91" fmla="*/ 9501 h 12774"/>
                  <a:gd name="T92" fmla="*/ 6865 w 12774"/>
                  <a:gd name="T93" fmla="*/ 9022 h 12774"/>
                  <a:gd name="T94" fmla="*/ 8942 w 12774"/>
                  <a:gd name="T95" fmla="*/ 6946 h 12774"/>
                  <a:gd name="T96" fmla="*/ 11657 w 12774"/>
                  <a:gd name="T97" fmla="*/ 9581 h 127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774" h="12774">
                    <a:moveTo>
                      <a:pt x="12774" y="3193"/>
                    </a:moveTo>
                    <a:lnTo>
                      <a:pt x="9581" y="0"/>
                    </a:lnTo>
                    <a:lnTo>
                      <a:pt x="6387" y="3193"/>
                    </a:lnTo>
                    <a:lnTo>
                      <a:pt x="3193" y="0"/>
                    </a:lnTo>
                    <a:lnTo>
                      <a:pt x="0" y="3193"/>
                    </a:lnTo>
                    <a:lnTo>
                      <a:pt x="3193" y="6387"/>
                    </a:lnTo>
                    <a:lnTo>
                      <a:pt x="0" y="9581"/>
                    </a:lnTo>
                    <a:lnTo>
                      <a:pt x="0" y="12774"/>
                    </a:lnTo>
                    <a:lnTo>
                      <a:pt x="3193" y="12774"/>
                    </a:lnTo>
                    <a:lnTo>
                      <a:pt x="6387" y="9581"/>
                    </a:lnTo>
                    <a:lnTo>
                      <a:pt x="9581" y="12774"/>
                    </a:lnTo>
                    <a:lnTo>
                      <a:pt x="12774" y="9581"/>
                    </a:lnTo>
                    <a:lnTo>
                      <a:pt x="9581" y="6387"/>
                    </a:lnTo>
                    <a:lnTo>
                      <a:pt x="12774" y="3193"/>
                    </a:lnTo>
                    <a:close/>
                    <a:moveTo>
                      <a:pt x="3273" y="5349"/>
                    </a:moveTo>
                    <a:lnTo>
                      <a:pt x="4630" y="3992"/>
                    </a:lnTo>
                    <a:lnTo>
                      <a:pt x="4072" y="3433"/>
                    </a:lnTo>
                    <a:lnTo>
                      <a:pt x="2714" y="4790"/>
                    </a:lnTo>
                    <a:lnTo>
                      <a:pt x="2235" y="4311"/>
                    </a:lnTo>
                    <a:lnTo>
                      <a:pt x="3673" y="2875"/>
                    </a:lnTo>
                    <a:lnTo>
                      <a:pt x="3033" y="2315"/>
                    </a:lnTo>
                    <a:lnTo>
                      <a:pt x="1677" y="3753"/>
                    </a:lnTo>
                    <a:lnTo>
                      <a:pt x="1117" y="3194"/>
                    </a:lnTo>
                    <a:lnTo>
                      <a:pt x="3193" y="1118"/>
                    </a:lnTo>
                    <a:lnTo>
                      <a:pt x="5827" y="3752"/>
                    </a:lnTo>
                    <a:lnTo>
                      <a:pt x="3752" y="5828"/>
                    </a:lnTo>
                    <a:lnTo>
                      <a:pt x="3273" y="5349"/>
                    </a:lnTo>
                    <a:close/>
                    <a:moveTo>
                      <a:pt x="798" y="11976"/>
                    </a:moveTo>
                    <a:lnTo>
                      <a:pt x="798" y="10379"/>
                    </a:lnTo>
                    <a:lnTo>
                      <a:pt x="2395" y="11976"/>
                    </a:lnTo>
                    <a:lnTo>
                      <a:pt x="798" y="11976"/>
                    </a:lnTo>
                    <a:close/>
                    <a:moveTo>
                      <a:pt x="3193" y="11657"/>
                    </a:moveTo>
                    <a:lnTo>
                      <a:pt x="1117" y="9581"/>
                    </a:lnTo>
                    <a:lnTo>
                      <a:pt x="9581" y="1117"/>
                    </a:lnTo>
                    <a:lnTo>
                      <a:pt x="11657" y="3193"/>
                    </a:lnTo>
                    <a:lnTo>
                      <a:pt x="3193" y="11657"/>
                    </a:lnTo>
                    <a:close/>
                    <a:moveTo>
                      <a:pt x="11657" y="9581"/>
                    </a:moveTo>
                    <a:lnTo>
                      <a:pt x="9581" y="11657"/>
                    </a:lnTo>
                    <a:lnTo>
                      <a:pt x="9022" y="11097"/>
                    </a:lnTo>
                    <a:lnTo>
                      <a:pt x="10459" y="9661"/>
                    </a:lnTo>
                    <a:lnTo>
                      <a:pt x="9900" y="9101"/>
                    </a:lnTo>
                    <a:lnTo>
                      <a:pt x="8463" y="10539"/>
                    </a:lnTo>
                    <a:lnTo>
                      <a:pt x="7984" y="10060"/>
                    </a:lnTo>
                    <a:lnTo>
                      <a:pt x="9421" y="8623"/>
                    </a:lnTo>
                    <a:lnTo>
                      <a:pt x="8782" y="8063"/>
                    </a:lnTo>
                    <a:lnTo>
                      <a:pt x="7345" y="9501"/>
                    </a:lnTo>
                    <a:lnTo>
                      <a:pt x="6865" y="9022"/>
                    </a:lnTo>
                    <a:lnTo>
                      <a:pt x="8942" y="6946"/>
                    </a:lnTo>
                    <a:lnTo>
                      <a:pt x="11657" y="9581"/>
                    </a:lnTo>
                    <a:close/>
                  </a:path>
                </a:pathLst>
              </a:cu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966A371D-ED27-EBA3-3EEB-31EBCF5F6EE9}"/>
                </a:ext>
              </a:extLst>
            </p:cNvPr>
            <p:cNvGrpSpPr/>
            <p:nvPr/>
          </p:nvGrpSpPr>
          <p:grpSpPr>
            <a:xfrm>
              <a:off x="2931777" y="159232"/>
              <a:ext cx="5225647" cy="400110"/>
              <a:chOff x="2695782" y="147200"/>
              <a:chExt cx="5225647" cy="400110"/>
            </a:xfrm>
          </p:grpSpPr>
          <p:sp>
            <p:nvSpPr>
              <p:cNvPr id="48" name="文本框 14">
                <a:extLst>
                  <a:ext uri="{FF2B5EF4-FFF2-40B4-BE49-F238E27FC236}">
                    <a16:creationId xmlns:a16="http://schemas.microsoft.com/office/drawing/2014/main" id="{7405E726-4F69-115A-D7E8-5C4AB349D0E6}"/>
                  </a:ext>
                </a:extLst>
              </p:cNvPr>
              <p:cNvSpPr txBox="1"/>
              <p:nvPr/>
            </p:nvSpPr>
            <p:spPr>
              <a:xfrm>
                <a:off x="2982378" y="147200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项目介绍</a:t>
                </a:r>
              </a:p>
            </p:txBody>
          </p:sp>
          <p:sp>
            <p:nvSpPr>
              <p:cNvPr id="49" name="iconfont-11607-6172721">
                <a:extLst>
                  <a:ext uri="{FF2B5EF4-FFF2-40B4-BE49-F238E27FC236}">
                    <a16:creationId xmlns:a16="http://schemas.microsoft.com/office/drawing/2014/main" id="{F0F117F1-9A12-541E-36C0-A9A06D53AA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695782" y="267035"/>
                <a:ext cx="213298" cy="191648"/>
              </a:xfrm>
              <a:custGeom>
                <a:avLst/>
                <a:gdLst>
                  <a:gd name="connsiteX0" fmla="*/ 171888 w 607639"/>
                  <a:gd name="connsiteY0" fmla="*/ 486408 h 545965"/>
                  <a:gd name="connsiteX1" fmla="*/ 171977 w 607639"/>
                  <a:gd name="connsiteY1" fmla="*/ 486408 h 545965"/>
                  <a:gd name="connsiteX2" fmla="*/ 181494 w 607639"/>
                  <a:gd name="connsiteY2" fmla="*/ 495899 h 545965"/>
                  <a:gd name="connsiteX3" fmla="*/ 171977 w 607639"/>
                  <a:gd name="connsiteY3" fmla="*/ 505390 h 545965"/>
                  <a:gd name="connsiteX4" fmla="*/ 162371 w 607639"/>
                  <a:gd name="connsiteY4" fmla="*/ 495899 h 545965"/>
                  <a:gd name="connsiteX5" fmla="*/ 171888 w 607639"/>
                  <a:gd name="connsiteY5" fmla="*/ 486408 h 545965"/>
                  <a:gd name="connsiteX6" fmla="*/ 121136 w 607639"/>
                  <a:gd name="connsiteY6" fmla="*/ 464910 h 545965"/>
                  <a:gd name="connsiteX7" fmla="*/ 120513 w 607639"/>
                  <a:gd name="connsiteY7" fmla="*/ 465532 h 545965"/>
                  <a:gd name="connsiteX8" fmla="*/ 120513 w 607639"/>
                  <a:gd name="connsiteY8" fmla="*/ 526323 h 545965"/>
                  <a:gd name="connsiteX9" fmla="*/ 121136 w 607639"/>
                  <a:gd name="connsiteY9" fmla="*/ 526946 h 545965"/>
                  <a:gd name="connsiteX10" fmla="*/ 222602 w 607639"/>
                  <a:gd name="connsiteY10" fmla="*/ 526946 h 545965"/>
                  <a:gd name="connsiteX11" fmla="*/ 223225 w 607639"/>
                  <a:gd name="connsiteY11" fmla="*/ 526323 h 545965"/>
                  <a:gd name="connsiteX12" fmla="*/ 223225 w 607639"/>
                  <a:gd name="connsiteY12" fmla="*/ 465532 h 545965"/>
                  <a:gd name="connsiteX13" fmla="*/ 222602 w 607639"/>
                  <a:gd name="connsiteY13" fmla="*/ 464910 h 545965"/>
                  <a:gd name="connsiteX14" fmla="*/ 171869 w 607639"/>
                  <a:gd name="connsiteY14" fmla="*/ 464910 h 545965"/>
                  <a:gd name="connsiteX15" fmla="*/ 212990 w 607639"/>
                  <a:gd name="connsiteY15" fmla="*/ 397987 h 545965"/>
                  <a:gd name="connsiteX16" fmla="*/ 181393 w 607639"/>
                  <a:gd name="connsiteY16" fmla="*/ 413451 h 545965"/>
                  <a:gd name="connsiteX17" fmla="*/ 181393 w 607639"/>
                  <a:gd name="connsiteY17" fmla="*/ 445891 h 545965"/>
                  <a:gd name="connsiteX18" fmla="*/ 222602 w 607639"/>
                  <a:gd name="connsiteY18" fmla="*/ 445891 h 545965"/>
                  <a:gd name="connsiteX19" fmla="*/ 242272 w 607639"/>
                  <a:gd name="connsiteY19" fmla="*/ 465532 h 545965"/>
                  <a:gd name="connsiteX20" fmla="*/ 242272 w 607639"/>
                  <a:gd name="connsiteY20" fmla="*/ 526323 h 545965"/>
                  <a:gd name="connsiteX21" fmla="*/ 242272 w 607639"/>
                  <a:gd name="connsiteY21" fmla="*/ 526946 h 545965"/>
                  <a:gd name="connsiteX22" fmla="*/ 253665 w 607639"/>
                  <a:gd name="connsiteY22" fmla="*/ 526946 h 545965"/>
                  <a:gd name="connsiteX23" fmla="*/ 253665 w 607639"/>
                  <a:gd name="connsiteY23" fmla="*/ 419317 h 545965"/>
                  <a:gd name="connsiteX24" fmla="*/ 246278 w 607639"/>
                  <a:gd name="connsiteY24" fmla="*/ 409096 h 545965"/>
                  <a:gd name="connsiteX25" fmla="*/ 213168 w 607639"/>
                  <a:gd name="connsiteY25" fmla="*/ 398075 h 545965"/>
                  <a:gd name="connsiteX26" fmla="*/ 212990 w 607639"/>
                  <a:gd name="connsiteY26" fmla="*/ 397987 h 545965"/>
                  <a:gd name="connsiteX27" fmla="*/ 130749 w 607639"/>
                  <a:gd name="connsiteY27" fmla="*/ 397987 h 545965"/>
                  <a:gd name="connsiteX28" fmla="*/ 130571 w 607639"/>
                  <a:gd name="connsiteY28" fmla="*/ 398075 h 545965"/>
                  <a:gd name="connsiteX29" fmla="*/ 97372 w 607639"/>
                  <a:gd name="connsiteY29" fmla="*/ 409096 h 545965"/>
                  <a:gd name="connsiteX30" fmla="*/ 90073 w 607639"/>
                  <a:gd name="connsiteY30" fmla="*/ 419317 h 545965"/>
                  <a:gd name="connsiteX31" fmla="*/ 90073 w 607639"/>
                  <a:gd name="connsiteY31" fmla="*/ 526946 h 545965"/>
                  <a:gd name="connsiteX32" fmla="*/ 101555 w 607639"/>
                  <a:gd name="connsiteY32" fmla="*/ 526946 h 545965"/>
                  <a:gd name="connsiteX33" fmla="*/ 101466 w 607639"/>
                  <a:gd name="connsiteY33" fmla="*/ 526323 h 545965"/>
                  <a:gd name="connsiteX34" fmla="*/ 101466 w 607639"/>
                  <a:gd name="connsiteY34" fmla="*/ 465532 h 545965"/>
                  <a:gd name="connsiteX35" fmla="*/ 121136 w 607639"/>
                  <a:gd name="connsiteY35" fmla="*/ 445891 h 545965"/>
                  <a:gd name="connsiteX36" fmla="*/ 162346 w 607639"/>
                  <a:gd name="connsiteY36" fmla="*/ 445891 h 545965"/>
                  <a:gd name="connsiteX37" fmla="*/ 162346 w 607639"/>
                  <a:gd name="connsiteY37" fmla="*/ 413451 h 545965"/>
                  <a:gd name="connsiteX38" fmla="*/ 130749 w 607639"/>
                  <a:gd name="connsiteY38" fmla="*/ 397987 h 545965"/>
                  <a:gd name="connsiteX39" fmla="*/ 150953 w 607639"/>
                  <a:gd name="connsiteY39" fmla="*/ 364303 h 545965"/>
                  <a:gd name="connsiteX40" fmla="*/ 150953 w 607639"/>
                  <a:gd name="connsiteY40" fmla="*/ 369813 h 545965"/>
                  <a:gd name="connsiteX41" fmla="*/ 146058 w 607639"/>
                  <a:gd name="connsiteY41" fmla="*/ 386077 h 545965"/>
                  <a:gd name="connsiteX42" fmla="*/ 171869 w 607639"/>
                  <a:gd name="connsiteY42" fmla="*/ 395231 h 545965"/>
                  <a:gd name="connsiteX43" fmla="*/ 197681 w 607639"/>
                  <a:gd name="connsiteY43" fmla="*/ 386077 h 545965"/>
                  <a:gd name="connsiteX44" fmla="*/ 192785 w 607639"/>
                  <a:gd name="connsiteY44" fmla="*/ 369813 h 545965"/>
                  <a:gd name="connsiteX45" fmla="*/ 192785 w 607639"/>
                  <a:gd name="connsiteY45" fmla="*/ 364303 h 545965"/>
                  <a:gd name="connsiteX46" fmla="*/ 171869 w 607639"/>
                  <a:gd name="connsiteY46" fmla="*/ 368835 h 545965"/>
                  <a:gd name="connsiteX47" fmla="*/ 150953 w 607639"/>
                  <a:gd name="connsiteY47" fmla="*/ 364303 h 545965"/>
                  <a:gd name="connsiteX48" fmla="*/ 201597 w 607639"/>
                  <a:gd name="connsiteY48" fmla="*/ 245564 h 545965"/>
                  <a:gd name="connsiteX49" fmla="*/ 112859 w 607639"/>
                  <a:gd name="connsiteY49" fmla="*/ 271960 h 545965"/>
                  <a:gd name="connsiteX50" fmla="*/ 119089 w 607639"/>
                  <a:gd name="connsiteY50" fmla="*/ 321820 h 545965"/>
                  <a:gd name="connsiteX51" fmla="*/ 124963 w 607639"/>
                  <a:gd name="connsiteY51" fmla="*/ 330085 h 545965"/>
                  <a:gd name="connsiteX52" fmla="*/ 157984 w 607639"/>
                  <a:gd name="connsiteY52" fmla="*/ 346616 h 545965"/>
                  <a:gd name="connsiteX53" fmla="*/ 185754 w 607639"/>
                  <a:gd name="connsiteY53" fmla="*/ 346616 h 545965"/>
                  <a:gd name="connsiteX54" fmla="*/ 218775 w 607639"/>
                  <a:gd name="connsiteY54" fmla="*/ 330085 h 545965"/>
                  <a:gd name="connsiteX55" fmla="*/ 224649 w 607639"/>
                  <a:gd name="connsiteY55" fmla="*/ 321820 h 545965"/>
                  <a:gd name="connsiteX56" fmla="*/ 230346 w 607639"/>
                  <a:gd name="connsiteY56" fmla="*/ 276226 h 545965"/>
                  <a:gd name="connsiteX57" fmla="*/ 234262 w 607639"/>
                  <a:gd name="connsiteY57" fmla="*/ 224501 h 545965"/>
                  <a:gd name="connsiteX58" fmla="*/ 213435 w 607639"/>
                  <a:gd name="connsiteY58" fmla="*/ 230455 h 545965"/>
                  <a:gd name="connsiteX59" fmla="*/ 243251 w 607639"/>
                  <a:gd name="connsiteY59" fmla="*/ 262184 h 545965"/>
                  <a:gd name="connsiteX60" fmla="*/ 243518 w 607639"/>
                  <a:gd name="connsiteY60" fmla="*/ 256585 h 545965"/>
                  <a:gd name="connsiteX61" fmla="*/ 234262 w 607639"/>
                  <a:gd name="connsiteY61" fmla="*/ 224501 h 545965"/>
                  <a:gd name="connsiteX62" fmla="*/ 109387 w 607639"/>
                  <a:gd name="connsiteY62" fmla="*/ 224501 h 545965"/>
                  <a:gd name="connsiteX63" fmla="*/ 100309 w 607639"/>
                  <a:gd name="connsiteY63" fmla="*/ 253563 h 545965"/>
                  <a:gd name="connsiteX64" fmla="*/ 102089 w 607639"/>
                  <a:gd name="connsiteY64" fmla="*/ 253296 h 545965"/>
                  <a:gd name="connsiteX65" fmla="*/ 169377 w 607639"/>
                  <a:gd name="connsiteY65" fmla="*/ 241565 h 545965"/>
                  <a:gd name="connsiteX66" fmla="*/ 169288 w 607639"/>
                  <a:gd name="connsiteY66" fmla="*/ 241565 h 545965"/>
                  <a:gd name="connsiteX67" fmla="*/ 313299 w 607639"/>
                  <a:gd name="connsiteY67" fmla="*/ 221657 h 545965"/>
                  <a:gd name="connsiteX68" fmla="*/ 313299 w 607639"/>
                  <a:gd name="connsiteY68" fmla="*/ 304045 h 545965"/>
                  <a:gd name="connsiteX69" fmla="*/ 345074 w 607639"/>
                  <a:gd name="connsiteY69" fmla="*/ 304045 h 545965"/>
                  <a:gd name="connsiteX70" fmla="*/ 345074 w 607639"/>
                  <a:gd name="connsiteY70" fmla="*/ 221657 h 545965"/>
                  <a:gd name="connsiteX71" fmla="*/ 224827 w 607639"/>
                  <a:gd name="connsiteY71" fmla="*/ 187973 h 545965"/>
                  <a:gd name="connsiteX72" fmla="*/ 182461 w 607639"/>
                  <a:gd name="connsiteY72" fmla="*/ 199971 h 545965"/>
                  <a:gd name="connsiteX73" fmla="*/ 181393 w 607639"/>
                  <a:gd name="connsiteY73" fmla="*/ 200238 h 545965"/>
                  <a:gd name="connsiteX74" fmla="*/ 181393 w 607639"/>
                  <a:gd name="connsiteY74" fmla="*/ 219879 h 545965"/>
                  <a:gd name="connsiteX75" fmla="*/ 229990 w 607639"/>
                  <a:gd name="connsiteY75" fmla="*/ 205926 h 545965"/>
                  <a:gd name="connsiteX76" fmla="*/ 230524 w 607639"/>
                  <a:gd name="connsiteY76" fmla="*/ 205392 h 545965"/>
                  <a:gd name="connsiteX77" fmla="*/ 230524 w 607639"/>
                  <a:gd name="connsiteY77" fmla="*/ 205126 h 545965"/>
                  <a:gd name="connsiteX78" fmla="*/ 118911 w 607639"/>
                  <a:gd name="connsiteY78" fmla="*/ 187973 h 545965"/>
                  <a:gd name="connsiteX79" fmla="*/ 113215 w 607639"/>
                  <a:gd name="connsiteY79" fmla="*/ 205126 h 545965"/>
                  <a:gd name="connsiteX80" fmla="*/ 113215 w 607639"/>
                  <a:gd name="connsiteY80" fmla="*/ 205392 h 545965"/>
                  <a:gd name="connsiteX81" fmla="*/ 113749 w 607639"/>
                  <a:gd name="connsiteY81" fmla="*/ 206014 h 545965"/>
                  <a:gd name="connsiteX82" fmla="*/ 162346 w 607639"/>
                  <a:gd name="connsiteY82" fmla="*/ 219879 h 545965"/>
                  <a:gd name="connsiteX83" fmla="*/ 162346 w 607639"/>
                  <a:gd name="connsiteY83" fmla="*/ 200238 h 545965"/>
                  <a:gd name="connsiteX84" fmla="*/ 161277 w 607639"/>
                  <a:gd name="connsiteY84" fmla="*/ 199971 h 545965"/>
                  <a:gd name="connsiteX85" fmla="*/ 166440 w 607639"/>
                  <a:gd name="connsiteY85" fmla="*/ 141313 h 545965"/>
                  <a:gd name="connsiteX86" fmla="*/ 95147 w 607639"/>
                  <a:gd name="connsiteY86" fmla="*/ 161488 h 545965"/>
                  <a:gd name="connsiteX87" fmla="*/ 166440 w 607639"/>
                  <a:gd name="connsiteY87" fmla="*/ 181662 h 545965"/>
                  <a:gd name="connsiteX88" fmla="*/ 177299 w 607639"/>
                  <a:gd name="connsiteY88" fmla="*/ 181662 h 545965"/>
                  <a:gd name="connsiteX89" fmla="*/ 248592 w 607639"/>
                  <a:gd name="connsiteY89" fmla="*/ 161488 h 545965"/>
                  <a:gd name="connsiteX90" fmla="*/ 177299 w 607639"/>
                  <a:gd name="connsiteY90" fmla="*/ 141313 h 545965"/>
                  <a:gd name="connsiteX91" fmla="*/ 166440 w 607639"/>
                  <a:gd name="connsiteY91" fmla="*/ 141313 h 545965"/>
                  <a:gd name="connsiteX92" fmla="*/ 404618 w 607639"/>
                  <a:gd name="connsiteY92" fmla="*/ 140602 h 545965"/>
                  <a:gd name="connsiteX93" fmla="*/ 404618 w 607639"/>
                  <a:gd name="connsiteY93" fmla="*/ 304045 h 545965"/>
                  <a:gd name="connsiteX94" fmla="*/ 436393 w 607639"/>
                  <a:gd name="connsiteY94" fmla="*/ 304045 h 545965"/>
                  <a:gd name="connsiteX95" fmla="*/ 436393 w 607639"/>
                  <a:gd name="connsiteY95" fmla="*/ 140602 h 545965"/>
                  <a:gd name="connsiteX96" fmla="*/ 495937 w 607639"/>
                  <a:gd name="connsiteY96" fmla="*/ 59547 h 545965"/>
                  <a:gd name="connsiteX97" fmla="*/ 495937 w 607639"/>
                  <a:gd name="connsiteY97" fmla="*/ 304045 h 545965"/>
                  <a:gd name="connsiteX98" fmla="*/ 527712 w 607639"/>
                  <a:gd name="connsiteY98" fmla="*/ 304045 h 545965"/>
                  <a:gd name="connsiteX99" fmla="*/ 527712 w 607639"/>
                  <a:gd name="connsiteY99" fmla="*/ 59547 h 545965"/>
                  <a:gd name="connsiteX100" fmla="*/ 192162 w 607639"/>
                  <a:gd name="connsiteY100" fmla="*/ 19019 h 545965"/>
                  <a:gd name="connsiteX101" fmla="*/ 181393 w 607639"/>
                  <a:gd name="connsiteY101" fmla="*/ 29773 h 545965"/>
                  <a:gd name="connsiteX102" fmla="*/ 181393 w 607639"/>
                  <a:gd name="connsiteY102" fmla="*/ 122827 h 545965"/>
                  <a:gd name="connsiteX103" fmla="*/ 182461 w 607639"/>
                  <a:gd name="connsiteY103" fmla="*/ 123093 h 545965"/>
                  <a:gd name="connsiteX104" fmla="*/ 273246 w 607639"/>
                  <a:gd name="connsiteY104" fmla="*/ 148689 h 545965"/>
                  <a:gd name="connsiteX105" fmla="*/ 282770 w 607639"/>
                  <a:gd name="connsiteY105" fmla="*/ 160421 h 545965"/>
                  <a:gd name="connsiteX106" fmla="*/ 282859 w 607639"/>
                  <a:gd name="connsiteY106" fmla="*/ 161488 h 545965"/>
                  <a:gd name="connsiteX107" fmla="*/ 282859 w 607639"/>
                  <a:gd name="connsiteY107" fmla="*/ 222279 h 545965"/>
                  <a:gd name="connsiteX108" fmla="*/ 273335 w 607639"/>
                  <a:gd name="connsiteY108" fmla="*/ 231789 h 545965"/>
                  <a:gd name="connsiteX109" fmla="*/ 263812 w 607639"/>
                  <a:gd name="connsiteY109" fmla="*/ 222279 h 545965"/>
                  <a:gd name="connsiteX110" fmla="*/ 263812 w 607639"/>
                  <a:gd name="connsiteY110" fmla="*/ 176952 h 545965"/>
                  <a:gd name="connsiteX111" fmla="*/ 243073 w 607639"/>
                  <a:gd name="connsiteY111" fmla="*/ 182818 h 545965"/>
                  <a:gd name="connsiteX112" fmla="*/ 248592 w 607639"/>
                  <a:gd name="connsiteY112" fmla="*/ 199082 h 545965"/>
                  <a:gd name="connsiteX113" fmla="*/ 248503 w 607639"/>
                  <a:gd name="connsiteY113" fmla="*/ 211525 h 545965"/>
                  <a:gd name="connsiteX114" fmla="*/ 262566 w 607639"/>
                  <a:gd name="connsiteY114" fmla="*/ 256585 h 545965"/>
                  <a:gd name="connsiteX115" fmla="*/ 246723 w 607639"/>
                  <a:gd name="connsiteY115" fmla="*/ 304045 h 545965"/>
                  <a:gd name="connsiteX116" fmla="*/ 294252 w 607639"/>
                  <a:gd name="connsiteY116" fmla="*/ 304045 h 545965"/>
                  <a:gd name="connsiteX117" fmla="*/ 294252 w 607639"/>
                  <a:gd name="connsiteY117" fmla="*/ 212147 h 545965"/>
                  <a:gd name="connsiteX118" fmla="*/ 303775 w 607639"/>
                  <a:gd name="connsiteY118" fmla="*/ 202637 h 545965"/>
                  <a:gd name="connsiteX119" fmla="*/ 354508 w 607639"/>
                  <a:gd name="connsiteY119" fmla="*/ 202637 h 545965"/>
                  <a:gd name="connsiteX120" fmla="*/ 364032 w 607639"/>
                  <a:gd name="connsiteY120" fmla="*/ 212147 h 545965"/>
                  <a:gd name="connsiteX121" fmla="*/ 364032 w 607639"/>
                  <a:gd name="connsiteY121" fmla="*/ 304045 h 545965"/>
                  <a:gd name="connsiteX122" fmla="*/ 385660 w 607639"/>
                  <a:gd name="connsiteY122" fmla="*/ 304045 h 545965"/>
                  <a:gd name="connsiteX123" fmla="*/ 385660 w 607639"/>
                  <a:gd name="connsiteY123" fmla="*/ 131092 h 545965"/>
                  <a:gd name="connsiteX124" fmla="*/ 395094 w 607639"/>
                  <a:gd name="connsiteY124" fmla="*/ 121582 h 545965"/>
                  <a:gd name="connsiteX125" fmla="*/ 445916 w 607639"/>
                  <a:gd name="connsiteY125" fmla="*/ 121582 h 545965"/>
                  <a:gd name="connsiteX126" fmla="*/ 455351 w 607639"/>
                  <a:gd name="connsiteY126" fmla="*/ 131092 h 545965"/>
                  <a:gd name="connsiteX127" fmla="*/ 455351 w 607639"/>
                  <a:gd name="connsiteY127" fmla="*/ 304045 h 545965"/>
                  <a:gd name="connsiteX128" fmla="*/ 476979 w 607639"/>
                  <a:gd name="connsiteY128" fmla="*/ 304045 h 545965"/>
                  <a:gd name="connsiteX129" fmla="*/ 476979 w 607639"/>
                  <a:gd name="connsiteY129" fmla="*/ 50037 h 545965"/>
                  <a:gd name="connsiteX130" fmla="*/ 486503 w 607639"/>
                  <a:gd name="connsiteY130" fmla="*/ 40527 h 545965"/>
                  <a:gd name="connsiteX131" fmla="*/ 537236 w 607639"/>
                  <a:gd name="connsiteY131" fmla="*/ 40527 h 545965"/>
                  <a:gd name="connsiteX132" fmla="*/ 546759 w 607639"/>
                  <a:gd name="connsiteY132" fmla="*/ 50037 h 545965"/>
                  <a:gd name="connsiteX133" fmla="*/ 546759 w 607639"/>
                  <a:gd name="connsiteY133" fmla="*/ 304045 h 545965"/>
                  <a:gd name="connsiteX134" fmla="*/ 557529 w 607639"/>
                  <a:gd name="connsiteY134" fmla="*/ 304045 h 545965"/>
                  <a:gd name="connsiteX135" fmla="*/ 567053 w 607639"/>
                  <a:gd name="connsiteY135" fmla="*/ 313465 h 545965"/>
                  <a:gd name="connsiteX136" fmla="*/ 557529 w 607639"/>
                  <a:gd name="connsiteY136" fmla="*/ 322975 h 545965"/>
                  <a:gd name="connsiteX137" fmla="*/ 243697 w 607639"/>
                  <a:gd name="connsiteY137" fmla="*/ 322975 h 545965"/>
                  <a:gd name="connsiteX138" fmla="*/ 243518 w 607639"/>
                  <a:gd name="connsiteY138" fmla="*/ 324219 h 545965"/>
                  <a:gd name="connsiteX139" fmla="*/ 231503 w 607639"/>
                  <a:gd name="connsiteY139" fmla="*/ 344572 h 545965"/>
                  <a:gd name="connsiteX140" fmla="*/ 577822 w 607639"/>
                  <a:gd name="connsiteY140" fmla="*/ 344572 h 545965"/>
                  <a:gd name="connsiteX141" fmla="*/ 588592 w 607639"/>
                  <a:gd name="connsiteY141" fmla="*/ 333729 h 545965"/>
                  <a:gd name="connsiteX142" fmla="*/ 588592 w 607639"/>
                  <a:gd name="connsiteY142" fmla="*/ 29773 h 545965"/>
                  <a:gd name="connsiteX143" fmla="*/ 577822 w 607639"/>
                  <a:gd name="connsiteY143" fmla="*/ 19019 h 545965"/>
                  <a:gd name="connsiteX144" fmla="*/ 192162 w 607639"/>
                  <a:gd name="connsiteY144" fmla="*/ 0 h 545965"/>
                  <a:gd name="connsiteX145" fmla="*/ 577822 w 607639"/>
                  <a:gd name="connsiteY145" fmla="*/ 0 h 545965"/>
                  <a:gd name="connsiteX146" fmla="*/ 607639 w 607639"/>
                  <a:gd name="connsiteY146" fmla="*/ 29773 h 545965"/>
                  <a:gd name="connsiteX147" fmla="*/ 607639 w 607639"/>
                  <a:gd name="connsiteY147" fmla="*/ 333729 h 545965"/>
                  <a:gd name="connsiteX148" fmla="*/ 577822 w 607639"/>
                  <a:gd name="connsiteY148" fmla="*/ 363503 h 545965"/>
                  <a:gd name="connsiteX149" fmla="*/ 211833 w 607639"/>
                  <a:gd name="connsiteY149" fmla="*/ 363503 h 545965"/>
                  <a:gd name="connsiteX150" fmla="*/ 211833 w 607639"/>
                  <a:gd name="connsiteY150" fmla="*/ 369813 h 545965"/>
                  <a:gd name="connsiteX151" fmla="*/ 219220 w 607639"/>
                  <a:gd name="connsiteY151" fmla="*/ 380034 h 545965"/>
                  <a:gd name="connsiteX152" fmla="*/ 252330 w 607639"/>
                  <a:gd name="connsiteY152" fmla="*/ 391054 h 545965"/>
                  <a:gd name="connsiteX153" fmla="*/ 272712 w 607639"/>
                  <a:gd name="connsiteY153" fmla="*/ 419317 h 545965"/>
                  <a:gd name="connsiteX154" fmla="*/ 272712 w 607639"/>
                  <a:gd name="connsiteY154" fmla="*/ 526946 h 545965"/>
                  <a:gd name="connsiteX155" fmla="*/ 334215 w 607639"/>
                  <a:gd name="connsiteY155" fmla="*/ 526946 h 545965"/>
                  <a:gd name="connsiteX156" fmla="*/ 343738 w 607639"/>
                  <a:gd name="connsiteY156" fmla="*/ 536455 h 545965"/>
                  <a:gd name="connsiteX157" fmla="*/ 334215 w 607639"/>
                  <a:gd name="connsiteY157" fmla="*/ 545965 h 545965"/>
                  <a:gd name="connsiteX158" fmla="*/ 9524 w 607639"/>
                  <a:gd name="connsiteY158" fmla="*/ 545965 h 545965"/>
                  <a:gd name="connsiteX159" fmla="*/ 0 w 607639"/>
                  <a:gd name="connsiteY159" fmla="*/ 536455 h 545965"/>
                  <a:gd name="connsiteX160" fmla="*/ 9524 w 607639"/>
                  <a:gd name="connsiteY160" fmla="*/ 526946 h 545965"/>
                  <a:gd name="connsiteX161" fmla="*/ 71026 w 607639"/>
                  <a:gd name="connsiteY161" fmla="*/ 526946 h 545965"/>
                  <a:gd name="connsiteX162" fmla="*/ 71026 w 607639"/>
                  <a:gd name="connsiteY162" fmla="*/ 419317 h 545965"/>
                  <a:gd name="connsiteX163" fmla="*/ 91408 w 607639"/>
                  <a:gd name="connsiteY163" fmla="*/ 391054 h 545965"/>
                  <a:gd name="connsiteX164" fmla="*/ 124518 w 607639"/>
                  <a:gd name="connsiteY164" fmla="*/ 380034 h 545965"/>
                  <a:gd name="connsiteX165" fmla="*/ 131906 w 607639"/>
                  <a:gd name="connsiteY165" fmla="*/ 369813 h 545965"/>
                  <a:gd name="connsiteX166" fmla="*/ 131906 w 607639"/>
                  <a:gd name="connsiteY166" fmla="*/ 354882 h 545965"/>
                  <a:gd name="connsiteX167" fmla="*/ 116419 w 607639"/>
                  <a:gd name="connsiteY167" fmla="*/ 347149 h 545965"/>
                  <a:gd name="connsiteX168" fmla="*/ 100220 w 607639"/>
                  <a:gd name="connsiteY168" fmla="*/ 324219 h 545965"/>
                  <a:gd name="connsiteX169" fmla="*/ 97817 w 607639"/>
                  <a:gd name="connsiteY169" fmla="*/ 305111 h 545965"/>
                  <a:gd name="connsiteX170" fmla="*/ 81173 w 607639"/>
                  <a:gd name="connsiteY170" fmla="*/ 256585 h 545965"/>
                  <a:gd name="connsiteX171" fmla="*/ 95147 w 607639"/>
                  <a:gd name="connsiteY171" fmla="*/ 211525 h 545965"/>
                  <a:gd name="connsiteX172" fmla="*/ 95147 w 607639"/>
                  <a:gd name="connsiteY172" fmla="*/ 199082 h 545965"/>
                  <a:gd name="connsiteX173" fmla="*/ 100576 w 607639"/>
                  <a:gd name="connsiteY173" fmla="*/ 182818 h 545965"/>
                  <a:gd name="connsiteX174" fmla="*/ 70492 w 607639"/>
                  <a:gd name="connsiteY174" fmla="*/ 174286 h 545965"/>
                  <a:gd name="connsiteX175" fmla="*/ 60880 w 607639"/>
                  <a:gd name="connsiteY175" fmla="*/ 161488 h 545965"/>
                  <a:gd name="connsiteX176" fmla="*/ 70492 w 607639"/>
                  <a:gd name="connsiteY176" fmla="*/ 148689 h 545965"/>
                  <a:gd name="connsiteX177" fmla="*/ 161277 w 607639"/>
                  <a:gd name="connsiteY177" fmla="*/ 123093 h 545965"/>
                  <a:gd name="connsiteX178" fmla="*/ 162346 w 607639"/>
                  <a:gd name="connsiteY178" fmla="*/ 122827 h 545965"/>
                  <a:gd name="connsiteX179" fmla="*/ 162346 w 607639"/>
                  <a:gd name="connsiteY179" fmla="*/ 29773 h 545965"/>
                  <a:gd name="connsiteX180" fmla="*/ 192162 w 607639"/>
                  <a:gd name="connsiteY180" fmla="*/ 0 h 545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</a:cxnLst>
                <a:rect l="l" t="t" r="r" b="b"/>
                <a:pathLst>
                  <a:path w="607639" h="545965">
                    <a:moveTo>
                      <a:pt x="171888" y="486408"/>
                    </a:moveTo>
                    <a:lnTo>
                      <a:pt x="171977" y="486408"/>
                    </a:lnTo>
                    <a:cubicBezTo>
                      <a:pt x="177225" y="486408"/>
                      <a:pt x="181494" y="490666"/>
                      <a:pt x="181494" y="495899"/>
                    </a:cubicBezTo>
                    <a:cubicBezTo>
                      <a:pt x="181494" y="501132"/>
                      <a:pt x="177225" y="505390"/>
                      <a:pt x="171977" y="505390"/>
                    </a:cubicBezTo>
                    <a:cubicBezTo>
                      <a:pt x="166729" y="505390"/>
                      <a:pt x="162371" y="501132"/>
                      <a:pt x="162371" y="495899"/>
                    </a:cubicBezTo>
                    <a:cubicBezTo>
                      <a:pt x="162371" y="490666"/>
                      <a:pt x="166640" y="486408"/>
                      <a:pt x="171888" y="486408"/>
                    </a:cubicBezTo>
                    <a:close/>
                    <a:moveTo>
                      <a:pt x="121136" y="464910"/>
                    </a:moveTo>
                    <a:cubicBezTo>
                      <a:pt x="120780" y="464910"/>
                      <a:pt x="120513" y="465177"/>
                      <a:pt x="120513" y="465532"/>
                    </a:cubicBezTo>
                    <a:lnTo>
                      <a:pt x="120513" y="526323"/>
                    </a:lnTo>
                    <a:cubicBezTo>
                      <a:pt x="120513" y="526679"/>
                      <a:pt x="120780" y="526946"/>
                      <a:pt x="121136" y="526946"/>
                    </a:cubicBezTo>
                    <a:lnTo>
                      <a:pt x="222602" y="526946"/>
                    </a:lnTo>
                    <a:cubicBezTo>
                      <a:pt x="222958" y="526946"/>
                      <a:pt x="223225" y="526679"/>
                      <a:pt x="223225" y="526323"/>
                    </a:cubicBezTo>
                    <a:lnTo>
                      <a:pt x="223225" y="465532"/>
                    </a:lnTo>
                    <a:cubicBezTo>
                      <a:pt x="223225" y="465177"/>
                      <a:pt x="222958" y="464910"/>
                      <a:pt x="222602" y="464910"/>
                    </a:cubicBezTo>
                    <a:lnTo>
                      <a:pt x="171869" y="464910"/>
                    </a:lnTo>
                    <a:close/>
                    <a:moveTo>
                      <a:pt x="212990" y="397987"/>
                    </a:moveTo>
                    <a:cubicBezTo>
                      <a:pt x="204178" y="406163"/>
                      <a:pt x="193231" y="411585"/>
                      <a:pt x="181393" y="413451"/>
                    </a:cubicBezTo>
                    <a:lnTo>
                      <a:pt x="181393" y="445891"/>
                    </a:lnTo>
                    <a:lnTo>
                      <a:pt x="222602" y="445891"/>
                    </a:lnTo>
                    <a:cubicBezTo>
                      <a:pt x="233461" y="445891"/>
                      <a:pt x="242272" y="454689"/>
                      <a:pt x="242272" y="465532"/>
                    </a:cubicBezTo>
                    <a:lnTo>
                      <a:pt x="242272" y="526323"/>
                    </a:lnTo>
                    <a:cubicBezTo>
                      <a:pt x="242272" y="526501"/>
                      <a:pt x="242272" y="526679"/>
                      <a:pt x="242272" y="526946"/>
                    </a:cubicBezTo>
                    <a:lnTo>
                      <a:pt x="253665" y="526946"/>
                    </a:lnTo>
                    <a:lnTo>
                      <a:pt x="253665" y="419317"/>
                    </a:lnTo>
                    <a:cubicBezTo>
                      <a:pt x="253665" y="414695"/>
                      <a:pt x="250728" y="410518"/>
                      <a:pt x="246278" y="409096"/>
                    </a:cubicBezTo>
                    <a:lnTo>
                      <a:pt x="213168" y="398075"/>
                    </a:lnTo>
                    <a:cubicBezTo>
                      <a:pt x="213079" y="398075"/>
                      <a:pt x="213079" y="397987"/>
                      <a:pt x="212990" y="397987"/>
                    </a:cubicBezTo>
                    <a:close/>
                    <a:moveTo>
                      <a:pt x="130749" y="397987"/>
                    </a:moveTo>
                    <a:cubicBezTo>
                      <a:pt x="130660" y="397987"/>
                      <a:pt x="130571" y="398075"/>
                      <a:pt x="130571" y="398075"/>
                    </a:cubicBezTo>
                    <a:lnTo>
                      <a:pt x="97372" y="409096"/>
                    </a:lnTo>
                    <a:cubicBezTo>
                      <a:pt x="93010" y="410518"/>
                      <a:pt x="90073" y="414695"/>
                      <a:pt x="90073" y="419317"/>
                    </a:cubicBezTo>
                    <a:lnTo>
                      <a:pt x="90073" y="526946"/>
                    </a:lnTo>
                    <a:lnTo>
                      <a:pt x="101555" y="526946"/>
                    </a:lnTo>
                    <a:cubicBezTo>
                      <a:pt x="101466" y="526679"/>
                      <a:pt x="101466" y="526501"/>
                      <a:pt x="101466" y="526323"/>
                    </a:cubicBezTo>
                    <a:lnTo>
                      <a:pt x="101466" y="465532"/>
                    </a:lnTo>
                    <a:cubicBezTo>
                      <a:pt x="101466" y="454689"/>
                      <a:pt x="110277" y="445891"/>
                      <a:pt x="121136" y="445891"/>
                    </a:cubicBezTo>
                    <a:lnTo>
                      <a:pt x="162346" y="445891"/>
                    </a:lnTo>
                    <a:lnTo>
                      <a:pt x="162346" y="413451"/>
                    </a:lnTo>
                    <a:cubicBezTo>
                      <a:pt x="150508" y="411585"/>
                      <a:pt x="139560" y="406163"/>
                      <a:pt x="130749" y="397987"/>
                    </a:cubicBezTo>
                    <a:close/>
                    <a:moveTo>
                      <a:pt x="150953" y="364303"/>
                    </a:moveTo>
                    <a:lnTo>
                      <a:pt x="150953" y="369813"/>
                    </a:lnTo>
                    <a:cubicBezTo>
                      <a:pt x="150953" y="375768"/>
                      <a:pt x="149173" y="381367"/>
                      <a:pt x="146058" y="386077"/>
                    </a:cubicBezTo>
                    <a:cubicBezTo>
                      <a:pt x="153356" y="391943"/>
                      <a:pt x="162435" y="395231"/>
                      <a:pt x="171869" y="395231"/>
                    </a:cubicBezTo>
                    <a:cubicBezTo>
                      <a:pt x="181304" y="395231"/>
                      <a:pt x="190382" y="391943"/>
                      <a:pt x="197681" y="386077"/>
                    </a:cubicBezTo>
                    <a:cubicBezTo>
                      <a:pt x="194566" y="381367"/>
                      <a:pt x="192785" y="375768"/>
                      <a:pt x="192785" y="369813"/>
                    </a:cubicBezTo>
                    <a:lnTo>
                      <a:pt x="192785" y="364303"/>
                    </a:lnTo>
                    <a:cubicBezTo>
                      <a:pt x="186199" y="367324"/>
                      <a:pt x="178990" y="368835"/>
                      <a:pt x="171869" y="368835"/>
                    </a:cubicBezTo>
                    <a:cubicBezTo>
                      <a:pt x="164660" y="368835"/>
                      <a:pt x="157539" y="367324"/>
                      <a:pt x="150953" y="364303"/>
                    </a:cubicBezTo>
                    <a:close/>
                    <a:moveTo>
                      <a:pt x="201597" y="245564"/>
                    </a:moveTo>
                    <a:cubicBezTo>
                      <a:pt x="174806" y="265739"/>
                      <a:pt x="132529" y="270716"/>
                      <a:pt x="112859" y="271960"/>
                    </a:cubicBezTo>
                    <a:lnTo>
                      <a:pt x="119089" y="321820"/>
                    </a:lnTo>
                    <a:cubicBezTo>
                      <a:pt x="119534" y="325375"/>
                      <a:pt x="121670" y="328486"/>
                      <a:pt x="124963" y="330085"/>
                    </a:cubicBezTo>
                    <a:lnTo>
                      <a:pt x="157984" y="346616"/>
                    </a:lnTo>
                    <a:cubicBezTo>
                      <a:pt x="166707" y="350971"/>
                      <a:pt x="177032" y="350971"/>
                      <a:pt x="185754" y="346616"/>
                    </a:cubicBezTo>
                    <a:lnTo>
                      <a:pt x="218775" y="330085"/>
                    </a:lnTo>
                    <a:cubicBezTo>
                      <a:pt x="221979" y="328486"/>
                      <a:pt x="224204" y="325375"/>
                      <a:pt x="224649" y="321820"/>
                    </a:cubicBezTo>
                    <a:lnTo>
                      <a:pt x="230346" y="276226"/>
                    </a:lnTo>
                    <a:close/>
                    <a:moveTo>
                      <a:pt x="234262" y="224501"/>
                    </a:moveTo>
                    <a:lnTo>
                      <a:pt x="213435" y="230455"/>
                    </a:lnTo>
                    <a:lnTo>
                      <a:pt x="243251" y="262184"/>
                    </a:lnTo>
                    <a:cubicBezTo>
                      <a:pt x="243429" y="260318"/>
                      <a:pt x="243518" y="258451"/>
                      <a:pt x="243518" y="256585"/>
                    </a:cubicBezTo>
                    <a:cubicBezTo>
                      <a:pt x="243518" y="245209"/>
                      <a:pt x="240314" y="234277"/>
                      <a:pt x="234262" y="224501"/>
                    </a:cubicBezTo>
                    <a:close/>
                    <a:moveTo>
                      <a:pt x="109387" y="224501"/>
                    </a:moveTo>
                    <a:cubicBezTo>
                      <a:pt x="103869" y="233388"/>
                      <a:pt x="100754" y="243253"/>
                      <a:pt x="100309" y="253563"/>
                    </a:cubicBezTo>
                    <a:cubicBezTo>
                      <a:pt x="100843" y="253385"/>
                      <a:pt x="101466" y="253296"/>
                      <a:pt x="102089" y="253296"/>
                    </a:cubicBezTo>
                    <a:cubicBezTo>
                      <a:pt x="102623" y="253296"/>
                      <a:pt x="139382" y="253119"/>
                      <a:pt x="169377" y="241565"/>
                    </a:cubicBezTo>
                    <a:cubicBezTo>
                      <a:pt x="169288" y="241565"/>
                      <a:pt x="169288" y="241565"/>
                      <a:pt x="169288" y="241565"/>
                    </a:cubicBezTo>
                    <a:close/>
                    <a:moveTo>
                      <a:pt x="313299" y="221657"/>
                    </a:moveTo>
                    <a:lnTo>
                      <a:pt x="313299" y="304045"/>
                    </a:lnTo>
                    <a:lnTo>
                      <a:pt x="345074" y="304045"/>
                    </a:lnTo>
                    <a:lnTo>
                      <a:pt x="345074" y="221657"/>
                    </a:lnTo>
                    <a:close/>
                    <a:moveTo>
                      <a:pt x="224827" y="187973"/>
                    </a:moveTo>
                    <a:lnTo>
                      <a:pt x="182461" y="199971"/>
                    </a:lnTo>
                    <a:cubicBezTo>
                      <a:pt x="182105" y="200060"/>
                      <a:pt x="181749" y="200149"/>
                      <a:pt x="181393" y="200238"/>
                    </a:cubicBezTo>
                    <a:lnTo>
                      <a:pt x="181393" y="219879"/>
                    </a:lnTo>
                    <a:lnTo>
                      <a:pt x="229990" y="205926"/>
                    </a:lnTo>
                    <a:cubicBezTo>
                      <a:pt x="230168" y="205748"/>
                      <a:pt x="230346" y="205570"/>
                      <a:pt x="230524" y="205392"/>
                    </a:cubicBezTo>
                    <a:cubicBezTo>
                      <a:pt x="230524" y="205303"/>
                      <a:pt x="230524" y="205215"/>
                      <a:pt x="230524" y="205126"/>
                    </a:cubicBezTo>
                    <a:close/>
                    <a:moveTo>
                      <a:pt x="118911" y="187973"/>
                    </a:moveTo>
                    <a:lnTo>
                      <a:pt x="113215" y="205126"/>
                    </a:lnTo>
                    <a:cubicBezTo>
                      <a:pt x="113215" y="205215"/>
                      <a:pt x="113215" y="205303"/>
                      <a:pt x="113215" y="205392"/>
                    </a:cubicBezTo>
                    <a:cubicBezTo>
                      <a:pt x="113393" y="205570"/>
                      <a:pt x="113571" y="205748"/>
                      <a:pt x="113749" y="206014"/>
                    </a:cubicBezTo>
                    <a:lnTo>
                      <a:pt x="162346" y="219879"/>
                    </a:lnTo>
                    <a:lnTo>
                      <a:pt x="162346" y="200238"/>
                    </a:lnTo>
                    <a:cubicBezTo>
                      <a:pt x="161990" y="200149"/>
                      <a:pt x="161634" y="200060"/>
                      <a:pt x="161277" y="199971"/>
                    </a:cubicBezTo>
                    <a:close/>
                    <a:moveTo>
                      <a:pt x="166440" y="141313"/>
                    </a:moveTo>
                    <a:lnTo>
                      <a:pt x="95147" y="161488"/>
                    </a:lnTo>
                    <a:lnTo>
                      <a:pt x="166440" y="181662"/>
                    </a:lnTo>
                    <a:cubicBezTo>
                      <a:pt x="170000" y="182640"/>
                      <a:pt x="173738" y="182640"/>
                      <a:pt x="177299" y="181662"/>
                    </a:cubicBezTo>
                    <a:lnTo>
                      <a:pt x="248592" y="161488"/>
                    </a:lnTo>
                    <a:lnTo>
                      <a:pt x="177299" y="141313"/>
                    </a:lnTo>
                    <a:cubicBezTo>
                      <a:pt x="173738" y="140335"/>
                      <a:pt x="170000" y="140335"/>
                      <a:pt x="166440" y="141313"/>
                    </a:cubicBezTo>
                    <a:close/>
                    <a:moveTo>
                      <a:pt x="404618" y="140602"/>
                    </a:moveTo>
                    <a:lnTo>
                      <a:pt x="404618" y="304045"/>
                    </a:lnTo>
                    <a:lnTo>
                      <a:pt x="436393" y="304045"/>
                    </a:lnTo>
                    <a:lnTo>
                      <a:pt x="436393" y="140602"/>
                    </a:lnTo>
                    <a:close/>
                    <a:moveTo>
                      <a:pt x="495937" y="59547"/>
                    </a:moveTo>
                    <a:lnTo>
                      <a:pt x="495937" y="304045"/>
                    </a:lnTo>
                    <a:lnTo>
                      <a:pt x="527712" y="304045"/>
                    </a:lnTo>
                    <a:lnTo>
                      <a:pt x="527712" y="59547"/>
                    </a:lnTo>
                    <a:close/>
                    <a:moveTo>
                      <a:pt x="192162" y="19019"/>
                    </a:moveTo>
                    <a:cubicBezTo>
                      <a:pt x="186199" y="19019"/>
                      <a:pt x="181393" y="23819"/>
                      <a:pt x="181393" y="29773"/>
                    </a:cubicBezTo>
                    <a:lnTo>
                      <a:pt x="181393" y="122827"/>
                    </a:lnTo>
                    <a:cubicBezTo>
                      <a:pt x="181749" y="122915"/>
                      <a:pt x="182105" y="123004"/>
                      <a:pt x="182461" y="123093"/>
                    </a:cubicBezTo>
                    <a:lnTo>
                      <a:pt x="273246" y="148689"/>
                    </a:lnTo>
                    <a:cubicBezTo>
                      <a:pt x="278676" y="150289"/>
                      <a:pt x="282325" y="154911"/>
                      <a:pt x="282770" y="160421"/>
                    </a:cubicBezTo>
                    <a:cubicBezTo>
                      <a:pt x="282859" y="160777"/>
                      <a:pt x="282859" y="161132"/>
                      <a:pt x="282859" y="161488"/>
                    </a:cubicBezTo>
                    <a:lnTo>
                      <a:pt x="282859" y="222279"/>
                    </a:lnTo>
                    <a:cubicBezTo>
                      <a:pt x="282859" y="227522"/>
                      <a:pt x="278587" y="231789"/>
                      <a:pt x="273335" y="231789"/>
                    </a:cubicBezTo>
                    <a:cubicBezTo>
                      <a:pt x="268084" y="231789"/>
                      <a:pt x="263812" y="227522"/>
                      <a:pt x="263812" y="222279"/>
                    </a:cubicBezTo>
                    <a:lnTo>
                      <a:pt x="263812" y="176952"/>
                    </a:lnTo>
                    <a:lnTo>
                      <a:pt x="243073" y="182818"/>
                    </a:lnTo>
                    <a:lnTo>
                      <a:pt x="248592" y="199082"/>
                    </a:lnTo>
                    <a:cubicBezTo>
                      <a:pt x="249927" y="203170"/>
                      <a:pt x="249838" y="207525"/>
                      <a:pt x="248503" y="211525"/>
                    </a:cubicBezTo>
                    <a:cubicBezTo>
                      <a:pt x="257759" y="224945"/>
                      <a:pt x="262566" y="240409"/>
                      <a:pt x="262566" y="256585"/>
                    </a:cubicBezTo>
                    <a:cubicBezTo>
                      <a:pt x="262566" y="273649"/>
                      <a:pt x="257136" y="290002"/>
                      <a:pt x="246723" y="304045"/>
                    </a:cubicBezTo>
                    <a:lnTo>
                      <a:pt x="294252" y="304045"/>
                    </a:lnTo>
                    <a:lnTo>
                      <a:pt x="294252" y="212147"/>
                    </a:lnTo>
                    <a:cubicBezTo>
                      <a:pt x="294252" y="206903"/>
                      <a:pt x="298524" y="202637"/>
                      <a:pt x="303775" y="202637"/>
                    </a:cubicBezTo>
                    <a:lnTo>
                      <a:pt x="354508" y="202637"/>
                    </a:lnTo>
                    <a:cubicBezTo>
                      <a:pt x="359759" y="202637"/>
                      <a:pt x="364032" y="206903"/>
                      <a:pt x="364032" y="212147"/>
                    </a:cubicBezTo>
                    <a:lnTo>
                      <a:pt x="364032" y="304045"/>
                    </a:lnTo>
                    <a:lnTo>
                      <a:pt x="385660" y="304045"/>
                    </a:lnTo>
                    <a:lnTo>
                      <a:pt x="385660" y="131092"/>
                    </a:lnTo>
                    <a:cubicBezTo>
                      <a:pt x="385660" y="125848"/>
                      <a:pt x="389843" y="121582"/>
                      <a:pt x="395094" y="121582"/>
                    </a:cubicBezTo>
                    <a:lnTo>
                      <a:pt x="445916" y="121582"/>
                    </a:lnTo>
                    <a:cubicBezTo>
                      <a:pt x="451168" y="121582"/>
                      <a:pt x="455351" y="125848"/>
                      <a:pt x="455351" y="131092"/>
                    </a:cubicBezTo>
                    <a:lnTo>
                      <a:pt x="455351" y="304045"/>
                    </a:lnTo>
                    <a:lnTo>
                      <a:pt x="476979" y="304045"/>
                    </a:lnTo>
                    <a:lnTo>
                      <a:pt x="476979" y="50037"/>
                    </a:lnTo>
                    <a:cubicBezTo>
                      <a:pt x="476979" y="44793"/>
                      <a:pt x="481252" y="40527"/>
                      <a:pt x="486503" y="40527"/>
                    </a:cubicBezTo>
                    <a:lnTo>
                      <a:pt x="537236" y="40527"/>
                    </a:lnTo>
                    <a:cubicBezTo>
                      <a:pt x="542487" y="40527"/>
                      <a:pt x="546759" y="44793"/>
                      <a:pt x="546759" y="50037"/>
                    </a:cubicBezTo>
                    <a:lnTo>
                      <a:pt x="546759" y="304045"/>
                    </a:lnTo>
                    <a:lnTo>
                      <a:pt x="557529" y="304045"/>
                    </a:lnTo>
                    <a:cubicBezTo>
                      <a:pt x="562780" y="304045"/>
                      <a:pt x="567053" y="308222"/>
                      <a:pt x="567053" y="313465"/>
                    </a:cubicBezTo>
                    <a:cubicBezTo>
                      <a:pt x="567053" y="318709"/>
                      <a:pt x="562780" y="322975"/>
                      <a:pt x="557529" y="322975"/>
                    </a:cubicBezTo>
                    <a:lnTo>
                      <a:pt x="243697" y="322975"/>
                    </a:lnTo>
                    <a:lnTo>
                      <a:pt x="243518" y="324219"/>
                    </a:lnTo>
                    <a:cubicBezTo>
                      <a:pt x="242539" y="332396"/>
                      <a:pt x="238089" y="339773"/>
                      <a:pt x="231503" y="344572"/>
                    </a:cubicBezTo>
                    <a:lnTo>
                      <a:pt x="577822" y="344572"/>
                    </a:lnTo>
                    <a:cubicBezTo>
                      <a:pt x="583786" y="344572"/>
                      <a:pt x="588592" y="339684"/>
                      <a:pt x="588592" y="333729"/>
                    </a:cubicBezTo>
                    <a:lnTo>
                      <a:pt x="588592" y="29773"/>
                    </a:lnTo>
                    <a:cubicBezTo>
                      <a:pt x="588592" y="23819"/>
                      <a:pt x="583786" y="19019"/>
                      <a:pt x="577822" y="19019"/>
                    </a:cubicBezTo>
                    <a:close/>
                    <a:moveTo>
                      <a:pt x="192162" y="0"/>
                    </a:moveTo>
                    <a:lnTo>
                      <a:pt x="577822" y="0"/>
                    </a:lnTo>
                    <a:cubicBezTo>
                      <a:pt x="594199" y="0"/>
                      <a:pt x="607639" y="13331"/>
                      <a:pt x="607639" y="29773"/>
                    </a:cubicBezTo>
                    <a:lnTo>
                      <a:pt x="607639" y="333729"/>
                    </a:lnTo>
                    <a:cubicBezTo>
                      <a:pt x="607639" y="350171"/>
                      <a:pt x="594199" y="363503"/>
                      <a:pt x="577822" y="363503"/>
                    </a:cubicBezTo>
                    <a:lnTo>
                      <a:pt x="211833" y="363503"/>
                    </a:lnTo>
                    <a:lnTo>
                      <a:pt x="211833" y="369813"/>
                    </a:lnTo>
                    <a:cubicBezTo>
                      <a:pt x="211833" y="374434"/>
                      <a:pt x="214770" y="378612"/>
                      <a:pt x="219220" y="380034"/>
                    </a:cubicBezTo>
                    <a:lnTo>
                      <a:pt x="252330" y="391054"/>
                    </a:lnTo>
                    <a:cubicBezTo>
                      <a:pt x="264524" y="395143"/>
                      <a:pt x="272712" y="406519"/>
                      <a:pt x="272712" y="419317"/>
                    </a:cubicBezTo>
                    <a:lnTo>
                      <a:pt x="272712" y="526946"/>
                    </a:lnTo>
                    <a:lnTo>
                      <a:pt x="334215" y="526946"/>
                    </a:lnTo>
                    <a:cubicBezTo>
                      <a:pt x="339466" y="526946"/>
                      <a:pt x="343738" y="531212"/>
                      <a:pt x="343738" y="536455"/>
                    </a:cubicBezTo>
                    <a:cubicBezTo>
                      <a:pt x="343738" y="541699"/>
                      <a:pt x="339466" y="545965"/>
                      <a:pt x="334215" y="545965"/>
                    </a:cubicBezTo>
                    <a:lnTo>
                      <a:pt x="9524" y="545965"/>
                    </a:lnTo>
                    <a:cubicBezTo>
                      <a:pt x="4272" y="545965"/>
                      <a:pt x="0" y="541699"/>
                      <a:pt x="0" y="536455"/>
                    </a:cubicBezTo>
                    <a:cubicBezTo>
                      <a:pt x="0" y="531212"/>
                      <a:pt x="4272" y="526946"/>
                      <a:pt x="9524" y="526946"/>
                    </a:cubicBezTo>
                    <a:lnTo>
                      <a:pt x="71026" y="526946"/>
                    </a:lnTo>
                    <a:lnTo>
                      <a:pt x="71026" y="419317"/>
                    </a:lnTo>
                    <a:cubicBezTo>
                      <a:pt x="71026" y="406430"/>
                      <a:pt x="79215" y="395143"/>
                      <a:pt x="91408" y="391054"/>
                    </a:cubicBezTo>
                    <a:lnTo>
                      <a:pt x="124518" y="380034"/>
                    </a:lnTo>
                    <a:cubicBezTo>
                      <a:pt x="128969" y="378612"/>
                      <a:pt x="131906" y="374434"/>
                      <a:pt x="131906" y="369813"/>
                    </a:cubicBezTo>
                    <a:lnTo>
                      <a:pt x="131906" y="354882"/>
                    </a:lnTo>
                    <a:lnTo>
                      <a:pt x="116419" y="347149"/>
                    </a:lnTo>
                    <a:cubicBezTo>
                      <a:pt x="107518" y="342617"/>
                      <a:pt x="101466" y="334085"/>
                      <a:pt x="100220" y="324219"/>
                    </a:cubicBezTo>
                    <a:lnTo>
                      <a:pt x="97817" y="305111"/>
                    </a:lnTo>
                    <a:cubicBezTo>
                      <a:pt x="86869" y="290891"/>
                      <a:pt x="81173" y="274093"/>
                      <a:pt x="81173" y="256585"/>
                    </a:cubicBezTo>
                    <a:cubicBezTo>
                      <a:pt x="81173" y="240409"/>
                      <a:pt x="85979" y="224945"/>
                      <a:pt x="95147" y="211525"/>
                    </a:cubicBezTo>
                    <a:cubicBezTo>
                      <a:pt x="93811" y="207525"/>
                      <a:pt x="93811" y="203170"/>
                      <a:pt x="95147" y="199082"/>
                    </a:cubicBezTo>
                    <a:lnTo>
                      <a:pt x="100576" y="182818"/>
                    </a:lnTo>
                    <a:lnTo>
                      <a:pt x="70492" y="174286"/>
                    </a:lnTo>
                    <a:cubicBezTo>
                      <a:pt x="64707" y="172686"/>
                      <a:pt x="60880" y="167531"/>
                      <a:pt x="60880" y="161488"/>
                    </a:cubicBezTo>
                    <a:cubicBezTo>
                      <a:pt x="60880" y="155444"/>
                      <a:pt x="64707" y="150378"/>
                      <a:pt x="70492" y="148689"/>
                    </a:cubicBezTo>
                    <a:lnTo>
                      <a:pt x="161277" y="123093"/>
                    </a:lnTo>
                    <a:cubicBezTo>
                      <a:pt x="161634" y="123004"/>
                      <a:pt x="161990" y="122915"/>
                      <a:pt x="162346" y="122827"/>
                    </a:cubicBezTo>
                    <a:lnTo>
                      <a:pt x="162346" y="29773"/>
                    </a:lnTo>
                    <a:cubicBezTo>
                      <a:pt x="162346" y="13331"/>
                      <a:pt x="175696" y="0"/>
                      <a:pt x="192162" y="0"/>
                    </a:cubicBezTo>
                    <a:close/>
                  </a:path>
                </a:pathLst>
              </a:cu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alpha val="70000"/>
                    </a:prstClr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51" name="iconfont-11607-6172721">
                <a:extLst>
                  <a:ext uri="{FF2B5EF4-FFF2-40B4-BE49-F238E27FC236}">
                    <a16:creationId xmlns:a16="http://schemas.microsoft.com/office/drawing/2014/main" id="{65ED3789-AA63-AEC7-277B-2BAFFCC300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708131" y="279672"/>
                <a:ext cx="213298" cy="191648"/>
              </a:xfrm>
              <a:custGeom>
                <a:avLst/>
                <a:gdLst>
                  <a:gd name="connsiteX0" fmla="*/ 171888 w 607639"/>
                  <a:gd name="connsiteY0" fmla="*/ 486408 h 545965"/>
                  <a:gd name="connsiteX1" fmla="*/ 171977 w 607639"/>
                  <a:gd name="connsiteY1" fmla="*/ 486408 h 545965"/>
                  <a:gd name="connsiteX2" fmla="*/ 181494 w 607639"/>
                  <a:gd name="connsiteY2" fmla="*/ 495899 h 545965"/>
                  <a:gd name="connsiteX3" fmla="*/ 171977 w 607639"/>
                  <a:gd name="connsiteY3" fmla="*/ 505390 h 545965"/>
                  <a:gd name="connsiteX4" fmla="*/ 162371 w 607639"/>
                  <a:gd name="connsiteY4" fmla="*/ 495899 h 545965"/>
                  <a:gd name="connsiteX5" fmla="*/ 171888 w 607639"/>
                  <a:gd name="connsiteY5" fmla="*/ 486408 h 545965"/>
                  <a:gd name="connsiteX6" fmla="*/ 121136 w 607639"/>
                  <a:gd name="connsiteY6" fmla="*/ 464910 h 545965"/>
                  <a:gd name="connsiteX7" fmla="*/ 120513 w 607639"/>
                  <a:gd name="connsiteY7" fmla="*/ 465532 h 545965"/>
                  <a:gd name="connsiteX8" fmla="*/ 120513 w 607639"/>
                  <a:gd name="connsiteY8" fmla="*/ 526323 h 545965"/>
                  <a:gd name="connsiteX9" fmla="*/ 121136 w 607639"/>
                  <a:gd name="connsiteY9" fmla="*/ 526946 h 545965"/>
                  <a:gd name="connsiteX10" fmla="*/ 222602 w 607639"/>
                  <a:gd name="connsiteY10" fmla="*/ 526946 h 545965"/>
                  <a:gd name="connsiteX11" fmla="*/ 223225 w 607639"/>
                  <a:gd name="connsiteY11" fmla="*/ 526323 h 545965"/>
                  <a:gd name="connsiteX12" fmla="*/ 223225 w 607639"/>
                  <a:gd name="connsiteY12" fmla="*/ 465532 h 545965"/>
                  <a:gd name="connsiteX13" fmla="*/ 222602 w 607639"/>
                  <a:gd name="connsiteY13" fmla="*/ 464910 h 545965"/>
                  <a:gd name="connsiteX14" fmla="*/ 171869 w 607639"/>
                  <a:gd name="connsiteY14" fmla="*/ 464910 h 545965"/>
                  <a:gd name="connsiteX15" fmla="*/ 212990 w 607639"/>
                  <a:gd name="connsiteY15" fmla="*/ 397987 h 545965"/>
                  <a:gd name="connsiteX16" fmla="*/ 181393 w 607639"/>
                  <a:gd name="connsiteY16" fmla="*/ 413451 h 545965"/>
                  <a:gd name="connsiteX17" fmla="*/ 181393 w 607639"/>
                  <a:gd name="connsiteY17" fmla="*/ 445891 h 545965"/>
                  <a:gd name="connsiteX18" fmla="*/ 222602 w 607639"/>
                  <a:gd name="connsiteY18" fmla="*/ 445891 h 545965"/>
                  <a:gd name="connsiteX19" fmla="*/ 242272 w 607639"/>
                  <a:gd name="connsiteY19" fmla="*/ 465532 h 545965"/>
                  <a:gd name="connsiteX20" fmla="*/ 242272 w 607639"/>
                  <a:gd name="connsiteY20" fmla="*/ 526323 h 545965"/>
                  <a:gd name="connsiteX21" fmla="*/ 242272 w 607639"/>
                  <a:gd name="connsiteY21" fmla="*/ 526946 h 545965"/>
                  <a:gd name="connsiteX22" fmla="*/ 253665 w 607639"/>
                  <a:gd name="connsiteY22" fmla="*/ 526946 h 545965"/>
                  <a:gd name="connsiteX23" fmla="*/ 253665 w 607639"/>
                  <a:gd name="connsiteY23" fmla="*/ 419317 h 545965"/>
                  <a:gd name="connsiteX24" fmla="*/ 246278 w 607639"/>
                  <a:gd name="connsiteY24" fmla="*/ 409096 h 545965"/>
                  <a:gd name="connsiteX25" fmla="*/ 213168 w 607639"/>
                  <a:gd name="connsiteY25" fmla="*/ 398075 h 545965"/>
                  <a:gd name="connsiteX26" fmla="*/ 212990 w 607639"/>
                  <a:gd name="connsiteY26" fmla="*/ 397987 h 545965"/>
                  <a:gd name="connsiteX27" fmla="*/ 130749 w 607639"/>
                  <a:gd name="connsiteY27" fmla="*/ 397987 h 545965"/>
                  <a:gd name="connsiteX28" fmla="*/ 130571 w 607639"/>
                  <a:gd name="connsiteY28" fmla="*/ 398075 h 545965"/>
                  <a:gd name="connsiteX29" fmla="*/ 97372 w 607639"/>
                  <a:gd name="connsiteY29" fmla="*/ 409096 h 545965"/>
                  <a:gd name="connsiteX30" fmla="*/ 90073 w 607639"/>
                  <a:gd name="connsiteY30" fmla="*/ 419317 h 545965"/>
                  <a:gd name="connsiteX31" fmla="*/ 90073 w 607639"/>
                  <a:gd name="connsiteY31" fmla="*/ 526946 h 545965"/>
                  <a:gd name="connsiteX32" fmla="*/ 101555 w 607639"/>
                  <a:gd name="connsiteY32" fmla="*/ 526946 h 545965"/>
                  <a:gd name="connsiteX33" fmla="*/ 101466 w 607639"/>
                  <a:gd name="connsiteY33" fmla="*/ 526323 h 545965"/>
                  <a:gd name="connsiteX34" fmla="*/ 101466 w 607639"/>
                  <a:gd name="connsiteY34" fmla="*/ 465532 h 545965"/>
                  <a:gd name="connsiteX35" fmla="*/ 121136 w 607639"/>
                  <a:gd name="connsiteY35" fmla="*/ 445891 h 545965"/>
                  <a:gd name="connsiteX36" fmla="*/ 162346 w 607639"/>
                  <a:gd name="connsiteY36" fmla="*/ 445891 h 545965"/>
                  <a:gd name="connsiteX37" fmla="*/ 162346 w 607639"/>
                  <a:gd name="connsiteY37" fmla="*/ 413451 h 545965"/>
                  <a:gd name="connsiteX38" fmla="*/ 130749 w 607639"/>
                  <a:gd name="connsiteY38" fmla="*/ 397987 h 545965"/>
                  <a:gd name="connsiteX39" fmla="*/ 150953 w 607639"/>
                  <a:gd name="connsiteY39" fmla="*/ 364303 h 545965"/>
                  <a:gd name="connsiteX40" fmla="*/ 150953 w 607639"/>
                  <a:gd name="connsiteY40" fmla="*/ 369813 h 545965"/>
                  <a:gd name="connsiteX41" fmla="*/ 146058 w 607639"/>
                  <a:gd name="connsiteY41" fmla="*/ 386077 h 545965"/>
                  <a:gd name="connsiteX42" fmla="*/ 171869 w 607639"/>
                  <a:gd name="connsiteY42" fmla="*/ 395231 h 545965"/>
                  <a:gd name="connsiteX43" fmla="*/ 197681 w 607639"/>
                  <a:gd name="connsiteY43" fmla="*/ 386077 h 545965"/>
                  <a:gd name="connsiteX44" fmla="*/ 192785 w 607639"/>
                  <a:gd name="connsiteY44" fmla="*/ 369813 h 545965"/>
                  <a:gd name="connsiteX45" fmla="*/ 192785 w 607639"/>
                  <a:gd name="connsiteY45" fmla="*/ 364303 h 545965"/>
                  <a:gd name="connsiteX46" fmla="*/ 171869 w 607639"/>
                  <a:gd name="connsiteY46" fmla="*/ 368835 h 545965"/>
                  <a:gd name="connsiteX47" fmla="*/ 150953 w 607639"/>
                  <a:gd name="connsiteY47" fmla="*/ 364303 h 545965"/>
                  <a:gd name="connsiteX48" fmla="*/ 201597 w 607639"/>
                  <a:gd name="connsiteY48" fmla="*/ 245564 h 545965"/>
                  <a:gd name="connsiteX49" fmla="*/ 112859 w 607639"/>
                  <a:gd name="connsiteY49" fmla="*/ 271960 h 545965"/>
                  <a:gd name="connsiteX50" fmla="*/ 119089 w 607639"/>
                  <a:gd name="connsiteY50" fmla="*/ 321820 h 545965"/>
                  <a:gd name="connsiteX51" fmla="*/ 124963 w 607639"/>
                  <a:gd name="connsiteY51" fmla="*/ 330085 h 545965"/>
                  <a:gd name="connsiteX52" fmla="*/ 157984 w 607639"/>
                  <a:gd name="connsiteY52" fmla="*/ 346616 h 545965"/>
                  <a:gd name="connsiteX53" fmla="*/ 185754 w 607639"/>
                  <a:gd name="connsiteY53" fmla="*/ 346616 h 545965"/>
                  <a:gd name="connsiteX54" fmla="*/ 218775 w 607639"/>
                  <a:gd name="connsiteY54" fmla="*/ 330085 h 545965"/>
                  <a:gd name="connsiteX55" fmla="*/ 224649 w 607639"/>
                  <a:gd name="connsiteY55" fmla="*/ 321820 h 545965"/>
                  <a:gd name="connsiteX56" fmla="*/ 230346 w 607639"/>
                  <a:gd name="connsiteY56" fmla="*/ 276226 h 545965"/>
                  <a:gd name="connsiteX57" fmla="*/ 234262 w 607639"/>
                  <a:gd name="connsiteY57" fmla="*/ 224501 h 545965"/>
                  <a:gd name="connsiteX58" fmla="*/ 213435 w 607639"/>
                  <a:gd name="connsiteY58" fmla="*/ 230455 h 545965"/>
                  <a:gd name="connsiteX59" fmla="*/ 243251 w 607639"/>
                  <a:gd name="connsiteY59" fmla="*/ 262184 h 545965"/>
                  <a:gd name="connsiteX60" fmla="*/ 243518 w 607639"/>
                  <a:gd name="connsiteY60" fmla="*/ 256585 h 545965"/>
                  <a:gd name="connsiteX61" fmla="*/ 234262 w 607639"/>
                  <a:gd name="connsiteY61" fmla="*/ 224501 h 545965"/>
                  <a:gd name="connsiteX62" fmla="*/ 109387 w 607639"/>
                  <a:gd name="connsiteY62" fmla="*/ 224501 h 545965"/>
                  <a:gd name="connsiteX63" fmla="*/ 100309 w 607639"/>
                  <a:gd name="connsiteY63" fmla="*/ 253563 h 545965"/>
                  <a:gd name="connsiteX64" fmla="*/ 102089 w 607639"/>
                  <a:gd name="connsiteY64" fmla="*/ 253296 h 545965"/>
                  <a:gd name="connsiteX65" fmla="*/ 169377 w 607639"/>
                  <a:gd name="connsiteY65" fmla="*/ 241565 h 545965"/>
                  <a:gd name="connsiteX66" fmla="*/ 169288 w 607639"/>
                  <a:gd name="connsiteY66" fmla="*/ 241565 h 545965"/>
                  <a:gd name="connsiteX67" fmla="*/ 313299 w 607639"/>
                  <a:gd name="connsiteY67" fmla="*/ 221657 h 545965"/>
                  <a:gd name="connsiteX68" fmla="*/ 313299 w 607639"/>
                  <a:gd name="connsiteY68" fmla="*/ 304045 h 545965"/>
                  <a:gd name="connsiteX69" fmla="*/ 345074 w 607639"/>
                  <a:gd name="connsiteY69" fmla="*/ 304045 h 545965"/>
                  <a:gd name="connsiteX70" fmla="*/ 345074 w 607639"/>
                  <a:gd name="connsiteY70" fmla="*/ 221657 h 545965"/>
                  <a:gd name="connsiteX71" fmla="*/ 224827 w 607639"/>
                  <a:gd name="connsiteY71" fmla="*/ 187973 h 545965"/>
                  <a:gd name="connsiteX72" fmla="*/ 182461 w 607639"/>
                  <a:gd name="connsiteY72" fmla="*/ 199971 h 545965"/>
                  <a:gd name="connsiteX73" fmla="*/ 181393 w 607639"/>
                  <a:gd name="connsiteY73" fmla="*/ 200238 h 545965"/>
                  <a:gd name="connsiteX74" fmla="*/ 181393 w 607639"/>
                  <a:gd name="connsiteY74" fmla="*/ 219879 h 545965"/>
                  <a:gd name="connsiteX75" fmla="*/ 229990 w 607639"/>
                  <a:gd name="connsiteY75" fmla="*/ 205926 h 545965"/>
                  <a:gd name="connsiteX76" fmla="*/ 230524 w 607639"/>
                  <a:gd name="connsiteY76" fmla="*/ 205392 h 545965"/>
                  <a:gd name="connsiteX77" fmla="*/ 230524 w 607639"/>
                  <a:gd name="connsiteY77" fmla="*/ 205126 h 545965"/>
                  <a:gd name="connsiteX78" fmla="*/ 118911 w 607639"/>
                  <a:gd name="connsiteY78" fmla="*/ 187973 h 545965"/>
                  <a:gd name="connsiteX79" fmla="*/ 113215 w 607639"/>
                  <a:gd name="connsiteY79" fmla="*/ 205126 h 545965"/>
                  <a:gd name="connsiteX80" fmla="*/ 113215 w 607639"/>
                  <a:gd name="connsiteY80" fmla="*/ 205392 h 545965"/>
                  <a:gd name="connsiteX81" fmla="*/ 113749 w 607639"/>
                  <a:gd name="connsiteY81" fmla="*/ 206014 h 545965"/>
                  <a:gd name="connsiteX82" fmla="*/ 162346 w 607639"/>
                  <a:gd name="connsiteY82" fmla="*/ 219879 h 545965"/>
                  <a:gd name="connsiteX83" fmla="*/ 162346 w 607639"/>
                  <a:gd name="connsiteY83" fmla="*/ 200238 h 545965"/>
                  <a:gd name="connsiteX84" fmla="*/ 161277 w 607639"/>
                  <a:gd name="connsiteY84" fmla="*/ 199971 h 545965"/>
                  <a:gd name="connsiteX85" fmla="*/ 166440 w 607639"/>
                  <a:gd name="connsiteY85" fmla="*/ 141313 h 545965"/>
                  <a:gd name="connsiteX86" fmla="*/ 95147 w 607639"/>
                  <a:gd name="connsiteY86" fmla="*/ 161488 h 545965"/>
                  <a:gd name="connsiteX87" fmla="*/ 166440 w 607639"/>
                  <a:gd name="connsiteY87" fmla="*/ 181662 h 545965"/>
                  <a:gd name="connsiteX88" fmla="*/ 177299 w 607639"/>
                  <a:gd name="connsiteY88" fmla="*/ 181662 h 545965"/>
                  <a:gd name="connsiteX89" fmla="*/ 248592 w 607639"/>
                  <a:gd name="connsiteY89" fmla="*/ 161488 h 545965"/>
                  <a:gd name="connsiteX90" fmla="*/ 177299 w 607639"/>
                  <a:gd name="connsiteY90" fmla="*/ 141313 h 545965"/>
                  <a:gd name="connsiteX91" fmla="*/ 166440 w 607639"/>
                  <a:gd name="connsiteY91" fmla="*/ 141313 h 545965"/>
                  <a:gd name="connsiteX92" fmla="*/ 404618 w 607639"/>
                  <a:gd name="connsiteY92" fmla="*/ 140602 h 545965"/>
                  <a:gd name="connsiteX93" fmla="*/ 404618 w 607639"/>
                  <a:gd name="connsiteY93" fmla="*/ 304045 h 545965"/>
                  <a:gd name="connsiteX94" fmla="*/ 436393 w 607639"/>
                  <a:gd name="connsiteY94" fmla="*/ 304045 h 545965"/>
                  <a:gd name="connsiteX95" fmla="*/ 436393 w 607639"/>
                  <a:gd name="connsiteY95" fmla="*/ 140602 h 545965"/>
                  <a:gd name="connsiteX96" fmla="*/ 495937 w 607639"/>
                  <a:gd name="connsiteY96" fmla="*/ 59547 h 545965"/>
                  <a:gd name="connsiteX97" fmla="*/ 495937 w 607639"/>
                  <a:gd name="connsiteY97" fmla="*/ 304045 h 545965"/>
                  <a:gd name="connsiteX98" fmla="*/ 527712 w 607639"/>
                  <a:gd name="connsiteY98" fmla="*/ 304045 h 545965"/>
                  <a:gd name="connsiteX99" fmla="*/ 527712 w 607639"/>
                  <a:gd name="connsiteY99" fmla="*/ 59547 h 545965"/>
                  <a:gd name="connsiteX100" fmla="*/ 192162 w 607639"/>
                  <a:gd name="connsiteY100" fmla="*/ 19019 h 545965"/>
                  <a:gd name="connsiteX101" fmla="*/ 181393 w 607639"/>
                  <a:gd name="connsiteY101" fmla="*/ 29773 h 545965"/>
                  <a:gd name="connsiteX102" fmla="*/ 181393 w 607639"/>
                  <a:gd name="connsiteY102" fmla="*/ 122827 h 545965"/>
                  <a:gd name="connsiteX103" fmla="*/ 182461 w 607639"/>
                  <a:gd name="connsiteY103" fmla="*/ 123093 h 545965"/>
                  <a:gd name="connsiteX104" fmla="*/ 273246 w 607639"/>
                  <a:gd name="connsiteY104" fmla="*/ 148689 h 545965"/>
                  <a:gd name="connsiteX105" fmla="*/ 282770 w 607639"/>
                  <a:gd name="connsiteY105" fmla="*/ 160421 h 545965"/>
                  <a:gd name="connsiteX106" fmla="*/ 282859 w 607639"/>
                  <a:gd name="connsiteY106" fmla="*/ 161488 h 545965"/>
                  <a:gd name="connsiteX107" fmla="*/ 282859 w 607639"/>
                  <a:gd name="connsiteY107" fmla="*/ 222279 h 545965"/>
                  <a:gd name="connsiteX108" fmla="*/ 273335 w 607639"/>
                  <a:gd name="connsiteY108" fmla="*/ 231789 h 545965"/>
                  <a:gd name="connsiteX109" fmla="*/ 263812 w 607639"/>
                  <a:gd name="connsiteY109" fmla="*/ 222279 h 545965"/>
                  <a:gd name="connsiteX110" fmla="*/ 263812 w 607639"/>
                  <a:gd name="connsiteY110" fmla="*/ 176952 h 545965"/>
                  <a:gd name="connsiteX111" fmla="*/ 243073 w 607639"/>
                  <a:gd name="connsiteY111" fmla="*/ 182818 h 545965"/>
                  <a:gd name="connsiteX112" fmla="*/ 248592 w 607639"/>
                  <a:gd name="connsiteY112" fmla="*/ 199082 h 545965"/>
                  <a:gd name="connsiteX113" fmla="*/ 248503 w 607639"/>
                  <a:gd name="connsiteY113" fmla="*/ 211525 h 545965"/>
                  <a:gd name="connsiteX114" fmla="*/ 262566 w 607639"/>
                  <a:gd name="connsiteY114" fmla="*/ 256585 h 545965"/>
                  <a:gd name="connsiteX115" fmla="*/ 246723 w 607639"/>
                  <a:gd name="connsiteY115" fmla="*/ 304045 h 545965"/>
                  <a:gd name="connsiteX116" fmla="*/ 294252 w 607639"/>
                  <a:gd name="connsiteY116" fmla="*/ 304045 h 545965"/>
                  <a:gd name="connsiteX117" fmla="*/ 294252 w 607639"/>
                  <a:gd name="connsiteY117" fmla="*/ 212147 h 545965"/>
                  <a:gd name="connsiteX118" fmla="*/ 303775 w 607639"/>
                  <a:gd name="connsiteY118" fmla="*/ 202637 h 545965"/>
                  <a:gd name="connsiteX119" fmla="*/ 354508 w 607639"/>
                  <a:gd name="connsiteY119" fmla="*/ 202637 h 545965"/>
                  <a:gd name="connsiteX120" fmla="*/ 364032 w 607639"/>
                  <a:gd name="connsiteY120" fmla="*/ 212147 h 545965"/>
                  <a:gd name="connsiteX121" fmla="*/ 364032 w 607639"/>
                  <a:gd name="connsiteY121" fmla="*/ 304045 h 545965"/>
                  <a:gd name="connsiteX122" fmla="*/ 385660 w 607639"/>
                  <a:gd name="connsiteY122" fmla="*/ 304045 h 545965"/>
                  <a:gd name="connsiteX123" fmla="*/ 385660 w 607639"/>
                  <a:gd name="connsiteY123" fmla="*/ 131092 h 545965"/>
                  <a:gd name="connsiteX124" fmla="*/ 395094 w 607639"/>
                  <a:gd name="connsiteY124" fmla="*/ 121582 h 545965"/>
                  <a:gd name="connsiteX125" fmla="*/ 445916 w 607639"/>
                  <a:gd name="connsiteY125" fmla="*/ 121582 h 545965"/>
                  <a:gd name="connsiteX126" fmla="*/ 455351 w 607639"/>
                  <a:gd name="connsiteY126" fmla="*/ 131092 h 545965"/>
                  <a:gd name="connsiteX127" fmla="*/ 455351 w 607639"/>
                  <a:gd name="connsiteY127" fmla="*/ 304045 h 545965"/>
                  <a:gd name="connsiteX128" fmla="*/ 476979 w 607639"/>
                  <a:gd name="connsiteY128" fmla="*/ 304045 h 545965"/>
                  <a:gd name="connsiteX129" fmla="*/ 476979 w 607639"/>
                  <a:gd name="connsiteY129" fmla="*/ 50037 h 545965"/>
                  <a:gd name="connsiteX130" fmla="*/ 486503 w 607639"/>
                  <a:gd name="connsiteY130" fmla="*/ 40527 h 545965"/>
                  <a:gd name="connsiteX131" fmla="*/ 537236 w 607639"/>
                  <a:gd name="connsiteY131" fmla="*/ 40527 h 545965"/>
                  <a:gd name="connsiteX132" fmla="*/ 546759 w 607639"/>
                  <a:gd name="connsiteY132" fmla="*/ 50037 h 545965"/>
                  <a:gd name="connsiteX133" fmla="*/ 546759 w 607639"/>
                  <a:gd name="connsiteY133" fmla="*/ 304045 h 545965"/>
                  <a:gd name="connsiteX134" fmla="*/ 557529 w 607639"/>
                  <a:gd name="connsiteY134" fmla="*/ 304045 h 545965"/>
                  <a:gd name="connsiteX135" fmla="*/ 567053 w 607639"/>
                  <a:gd name="connsiteY135" fmla="*/ 313465 h 545965"/>
                  <a:gd name="connsiteX136" fmla="*/ 557529 w 607639"/>
                  <a:gd name="connsiteY136" fmla="*/ 322975 h 545965"/>
                  <a:gd name="connsiteX137" fmla="*/ 243697 w 607639"/>
                  <a:gd name="connsiteY137" fmla="*/ 322975 h 545965"/>
                  <a:gd name="connsiteX138" fmla="*/ 243518 w 607639"/>
                  <a:gd name="connsiteY138" fmla="*/ 324219 h 545965"/>
                  <a:gd name="connsiteX139" fmla="*/ 231503 w 607639"/>
                  <a:gd name="connsiteY139" fmla="*/ 344572 h 545965"/>
                  <a:gd name="connsiteX140" fmla="*/ 577822 w 607639"/>
                  <a:gd name="connsiteY140" fmla="*/ 344572 h 545965"/>
                  <a:gd name="connsiteX141" fmla="*/ 588592 w 607639"/>
                  <a:gd name="connsiteY141" fmla="*/ 333729 h 545965"/>
                  <a:gd name="connsiteX142" fmla="*/ 588592 w 607639"/>
                  <a:gd name="connsiteY142" fmla="*/ 29773 h 545965"/>
                  <a:gd name="connsiteX143" fmla="*/ 577822 w 607639"/>
                  <a:gd name="connsiteY143" fmla="*/ 19019 h 545965"/>
                  <a:gd name="connsiteX144" fmla="*/ 192162 w 607639"/>
                  <a:gd name="connsiteY144" fmla="*/ 0 h 545965"/>
                  <a:gd name="connsiteX145" fmla="*/ 577822 w 607639"/>
                  <a:gd name="connsiteY145" fmla="*/ 0 h 545965"/>
                  <a:gd name="connsiteX146" fmla="*/ 607639 w 607639"/>
                  <a:gd name="connsiteY146" fmla="*/ 29773 h 545965"/>
                  <a:gd name="connsiteX147" fmla="*/ 607639 w 607639"/>
                  <a:gd name="connsiteY147" fmla="*/ 333729 h 545965"/>
                  <a:gd name="connsiteX148" fmla="*/ 577822 w 607639"/>
                  <a:gd name="connsiteY148" fmla="*/ 363503 h 545965"/>
                  <a:gd name="connsiteX149" fmla="*/ 211833 w 607639"/>
                  <a:gd name="connsiteY149" fmla="*/ 363503 h 545965"/>
                  <a:gd name="connsiteX150" fmla="*/ 211833 w 607639"/>
                  <a:gd name="connsiteY150" fmla="*/ 369813 h 545965"/>
                  <a:gd name="connsiteX151" fmla="*/ 219220 w 607639"/>
                  <a:gd name="connsiteY151" fmla="*/ 380034 h 545965"/>
                  <a:gd name="connsiteX152" fmla="*/ 252330 w 607639"/>
                  <a:gd name="connsiteY152" fmla="*/ 391054 h 545965"/>
                  <a:gd name="connsiteX153" fmla="*/ 272712 w 607639"/>
                  <a:gd name="connsiteY153" fmla="*/ 419317 h 545965"/>
                  <a:gd name="connsiteX154" fmla="*/ 272712 w 607639"/>
                  <a:gd name="connsiteY154" fmla="*/ 526946 h 545965"/>
                  <a:gd name="connsiteX155" fmla="*/ 334215 w 607639"/>
                  <a:gd name="connsiteY155" fmla="*/ 526946 h 545965"/>
                  <a:gd name="connsiteX156" fmla="*/ 343738 w 607639"/>
                  <a:gd name="connsiteY156" fmla="*/ 536455 h 545965"/>
                  <a:gd name="connsiteX157" fmla="*/ 334215 w 607639"/>
                  <a:gd name="connsiteY157" fmla="*/ 545965 h 545965"/>
                  <a:gd name="connsiteX158" fmla="*/ 9524 w 607639"/>
                  <a:gd name="connsiteY158" fmla="*/ 545965 h 545965"/>
                  <a:gd name="connsiteX159" fmla="*/ 0 w 607639"/>
                  <a:gd name="connsiteY159" fmla="*/ 536455 h 545965"/>
                  <a:gd name="connsiteX160" fmla="*/ 9524 w 607639"/>
                  <a:gd name="connsiteY160" fmla="*/ 526946 h 545965"/>
                  <a:gd name="connsiteX161" fmla="*/ 71026 w 607639"/>
                  <a:gd name="connsiteY161" fmla="*/ 526946 h 545965"/>
                  <a:gd name="connsiteX162" fmla="*/ 71026 w 607639"/>
                  <a:gd name="connsiteY162" fmla="*/ 419317 h 545965"/>
                  <a:gd name="connsiteX163" fmla="*/ 91408 w 607639"/>
                  <a:gd name="connsiteY163" fmla="*/ 391054 h 545965"/>
                  <a:gd name="connsiteX164" fmla="*/ 124518 w 607639"/>
                  <a:gd name="connsiteY164" fmla="*/ 380034 h 545965"/>
                  <a:gd name="connsiteX165" fmla="*/ 131906 w 607639"/>
                  <a:gd name="connsiteY165" fmla="*/ 369813 h 545965"/>
                  <a:gd name="connsiteX166" fmla="*/ 131906 w 607639"/>
                  <a:gd name="connsiteY166" fmla="*/ 354882 h 545965"/>
                  <a:gd name="connsiteX167" fmla="*/ 116419 w 607639"/>
                  <a:gd name="connsiteY167" fmla="*/ 347149 h 545965"/>
                  <a:gd name="connsiteX168" fmla="*/ 100220 w 607639"/>
                  <a:gd name="connsiteY168" fmla="*/ 324219 h 545965"/>
                  <a:gd name="connsiteX169" fmla="*/ 97817 w 607639"/>
                  <a:gd name="connsiteY169" fmla="*/ 305111 h 545965"/>
                  <a:gd name="connsiteX170" fmla="*/ 81173 w 607639"/>
                  <a:gd name="connsiteY170" fmla="*/ 256585 h 545965"/>
                  <a:gd name="connsiteX171" fmla="*/ 95147 w 607639"/>
                  <a:gd name="connsiteY171" fmla="*/ 211525 h 545965"/>
                  <a:gd name="connsiteX172" fmla="*/ 95147 w 607639"/>
                  <a:gd name="connsiteY172" fmla="*/ 199082 h 545965"/>
                  <a:gd name="connsiteX173" fmla="*/ 100576 w 607639"/>
                  <a:gd name="connsiteY173" fmla="*/ 182818 h 545965"/>
                  <a:gd name="connsiteX174" fmla="*/ 70492 w 607639"/>
                  <a:gd name="connsiteY174" fmla="*/ 174286 h 545965"/>
                  <a:gd name="connsiteX175" fmla="*/ 60880 w 607639"/>
                  <a:gd name="connsiteY175" fmla="*/ 161488 h 545965"/>
                  <a:gd name="connsiteX176" fmla="*/ 70492 w 607639"/>
                  <a:gd name="connsiteY176" fmla="*/ 148689 h 545965"/>
                  <a:gd name="connsiteX177" fmla="*/ 161277 w 607639"/>
                  <a:gd name="connsiteY177" fmla="*/ 123093 h 545965"/>
                  <a:gd name="connsiteX178" fmla="*/ 162346 w 607639"/>
                  <a:gd name="connsiteY178" fmla="*/ 122827 h 545965"/>
                  <a:gd name="connsiteX179" fmla="*/ 162346 w 607639"/>
                  <a:gd name="connsiteY179" fmla="*/ 29773 h 545965"/>
                  <a:gd name="connsiteX180" fmla="*/ 192162 w 607639"/>
                  <a:gd name="connsiteY180" fmla="*/ 0 h 545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</a:cxnLst>
                <a:rect l="l" t="t" r="r" b="b"/>
                <a:pathLst>
                  <a:path w="607639" h="545965">
                    <a:moveTo>
                      <a:pt x="171888" y="486408"/>
                    </a:moveTo>
                    <a:lnTo>
                      <a:pt x="171977" y="486408"/>
                    </a:lnTo>
                    <a:cubicBezTo>
                      <a:pt x="177225" y="486408"/>
                      <a:pt x="181494" y="490666"/>
                      <a:pt x="181494" y="495899"/>
                    </a:cubicBezTo>
                    <a:cubicBezTo>
                      <a:pt x="181494" y="501132"/>
                      <a:pt x="177225" y="505390"/>
                      <a:pt x="171977" y="505390"/>
                    </a:cubicBezTo>
                    <a:cubicBezTo>
                      <a:pt x="166729" y="505390"/>
                      <a:pt x="162371" y="501132"/>
                      <a:pt x="162371" y="495899"/>
                    </a:cubicBezTo>
                    <a:cubicBezTo>
                      <a:pt x="162371" y="490666"/>
                      <a:pt x="166640" y="486408"/>
                      <a:pt x="171888" y="486408"/>
                    </a:cubicBezTo>
                    <a:close/>
                    <a:moveTo>
                      <a:pt x="121136" y="464910"/>
                    </a:moveTo>
                    <a:cubicBezTo>
                      <a:pt x="120780" y="464910"/>
                      <a:pt x="120513" y="465177"/>
                      <a:pt x="120513" y="465532"/>
                    </a:cubicBezTo>
                    <a:lnTo>
                      <a:pt x="120513" y="526323"/>
                    </a:lnTo>
                    <a:cubicBezTo>
                      <a:pt x="120513" y="526679"/>
                      <a:pt x="120780" y="526946"/>
                      <a:pt x="121136" y="526946"/>
                    </a:cubicBezTo>
                    <a:lnTo>
                      <a:pt x="222602" y="526946"/>
                    </a:lnTo>
                    <a:cubicBezTo>
                      <a:pt x="222958" y="526946"/>
                      <a:pt x="223225" y="526679"/>
                      <a:pt x="223225" y="526323"/>
                    </a:cubicBezTo>
                    <a:lnTo>
                      <a:pt x="223225" y="465532"/>
                    </a:lnTo>
                    <a:cubicBezTo>
                      <a:pt x="223225" y="465177"/>
                      <a:pt x="222958" y="464910"/>
                      <a:pt x="222602" y="464910"/>
                    </a:cubicBezTo>
                    <a:lnTo>
                      <a:pt x="171869" y="464910"/>
                    </a:lnTo>
                    <a:close/>
                    <a:moveTo>
                      <a:pt x="212990" y="397987"/>
                    </a:moveTo>
                    <a:cubicBezTo>
                      <a:pt x="204178" y="406163"/>
                      <a:pt x="193231" y="411585"/>
                      <a:pt x="181393" y="413451"/>
                    </a:cubicBezTo>
                    <a:lnTo>
                      <a:pt x="181393" y="445891"/>
                    </a:lnTo>
                    <a:lnTo>
                      <a:pt x="222602" y="445891"/>
                    </a:lnTo>
                    <a:cubicBezTo>
                      <a:pt x="233461" y="445891"/>
                      <a:pt x="242272" y="454689"/>
                      <a:pt x="242272" y="465532"/>
                    </a:cubicBezTo>
                    <a:lnTo>
                      <a:pt x="242272" y="526323"/>
                    </a:lnTo>
                    <a:cubicBezTo>
                      <a:pt x="242272" y="526501"/>
                      <a:pt x="242272" y="526679"/>
                      <a:pt x="242272" y="526946"/>
                    </a:cubicBezTo>
                    <a:lnTo>
                      <a:pt x="253665" y="526946"/>
                    </a:lnTo>
                    <a:lnTo>
                      <a:pt x="253665" y="419317"/>
                    </a:lnTo>
                    <a:cubicBezTo>
                      <a:pt x="253665" y="414695"/>
                      <a:pt x="250728" y="410518"/>
                      <a:pt x="246278" y="409096"/>
                    </a:cubicBezTo>
                    <a:lnTo>
                      <a:pt x="213168" y="398075"/>
                    </a:lnTo>
                    <a:cubicBezTo>
                      <a:pt x="213079" y="398075"/>
                      <a:pt x="213079" y="397987"/>
                      <a:pt x="212990" y="397987"/>
                    </a:cubicBezTo>
                    <a:close/>
                    <a:moveTo>
                      <a:pt x="130749" y="397987"/>
                    </a:moveTo>
                    <a:cubicBezTo>
                      <a:pt x="130660" y="397987"/>
                      <a:pt x="130571" y="398075"/>
                      <a:pt x="130571" y="398075"/>
                    </a:cubicBezTo>
                    <a:lnTo>
                      <a:pt x="97372" y="409096"/>
                    </a:lnTo>
                    <a:cubicBezTo>
                      <a:pt x="93010" y="410518"/>
                      <a:pt x="90073" y="414695"/>
                      <a:pt x="90073" y="419317"/>
                    </a:cubicBezTo>
                    <a:lnTo>
                      <a:pt x="90073" y="526946"/>
                    </a:lnTo>
                    <a:lnTo>
                      <a:pt x="101555" y="526946"/>
                    </a:lnTo>
                    <a:cubicBezTo>
                      <a:pt x="101466" y="526679"/>
                      <a:pt x="101466" y="526501"/>
                      <a:pt x="101466" y="526323"/>
                    </a:cubicBezTo>
                    <a:lnTo>
                      <a:pt x="101466" y="465532"/>
                    </a:lnTo>
                    <a:cubicBezTo>
                      <a:pt x="101466" y="454689"/>
                      <a:pt x="110277" y="445891"/>
                      <a:pt x="121136" y="445891"/>
                    </a:cubicBezTo>
                    <a:lnTo>
                      <a:pt x="162346" y="445891"/>
                    </a:lnTo>
                    <a:lnTo>
                      <a:pt x="162346" y="413451"/>
                    </a:lnTo>
                    <a:cubicBezTo>
                      <a:pt x="150508" y="411585"/>
                      <a:pt x="139560" y="406163"/>
                      <a:pt x="130749" y="397987"/>
                    </a:cubicBezTo>
                    <a:close/>
                    <a:moveTo>
                      <a:pt x="150953" y="364303"/>
                    </a:moveTo>
                    <a:lnTo>
                      <a:pt x="150953" y="369813"/>
                    </a:lnTo>
                    <a:cubicBezTo>
                      <a:pt x="150953" y="375768"/>
                      <a:pt x="149173" y="381367"/>
                      <a:pt x="146058" y="386077"/>
                    </a:cubicBezTo>
                    <a:cubicBezTo>
                      <a:pt x="153356" y="391943"/>
                      <a:pt x="162435" y="395231"/>
                      <a:pt x="171869" y="395231"/>
                    </a:cubicBezTo>
                    <a:cubicBezTo>
                      <a:pt x="181304" y="395231"/>
                      <a:pt x="190382" y="391943"/>
                      <a:pt x="197681" y="386077"/>
                    </a:cubicBezTo>
                    <a:cubicBezTo>
                      <a:pt x="194566" y="381367"/>
                      <a:pt x="192785" y="375768"/>
                      <a:pt x="192785" y="369813"/>
                    </a:cubicBezTo>
                    <a:lnTo>
                      <a:pt x="192785" y="364303"/>
                    </a:lnTo>
                    <a:cubicBezTo>
                      <a:pt x="186199" y="367324"/>
                      <a:pt x="178990" y="368835"/>
                      <a:pt x="171869" y="368835"/>
                    </a:cubicBezTo>
                    <a:cubicBezTo>
                      <a:pt x="164660" y="368835"/>
                      <a:pt x="157539" y="367324"/>
                      <a:pt x="150953" y="364303"/>
                    </a:cubicBezTo>
                    <a:close/>
                    <a:moveTo>
                      <a:pt x="201597" y="245564"/>
                    </a:moveTo>
                    <a:cubicBezTo>
                      <a:pt x="174806" y="265739"/>
                      <a:pt x="132529" y="270716"/>
                      <a:pt x="112859" y="271960"/>
                    </a:cubicBezTo>
                    <a:lnTo>
                      <a:pt x="119089" y="321820"/>
                    </a:lnTo>
                    <a:cubicBezTo>
                      <a:pt x="119534" y="325375"/>
                      <a:pt x="121670" y="328486"/>
                      <a:pt x="124963" y="330085"/>
                    </a:cubicBezTo>
                    <a:lnTo>
                      <a:pt x="157984" y="346616"/>
                    </a:lnTo>
                    <a:cubicBezTo>
                      <a:pt x="166707" y="350971"/>
                      <a:pt x="177032" y="350971"/>
                      <a:pt x="185754" y="346616"/>
                    </a:cubicBezTo>
                    <a:lnTo>
                      <a:pt x="218775" y="330085"/>
                    </a:lnTo>
                    <a:cubicBezTo>
                      <a:pt x="221979" y="328486"/>
                      <a:pt x="224204" y="325375"/>
                      <a:pt x="224649" y="321820"/>
                    </a:cubicBezTo>
                    <a:lnTo>
                      <a:pt x="230346" y="276226"/>
                    </a:lnTo>
                    <a:close/>
                    <a:moveTo>
                      <a:pt x="234262" y="224501"/>
                    </a:moveTo>
                    <a:lnTo>
                      <a:pt x="213435" y="230455"/>
                    </a:lnTo>
                    <a:lnTo>
                      <a:pt x="243251" y="262184"/>
                    </a:lnTo>
                    <a:cubicBezTo>
                      <a:pt x="243429" y="260318"/>
                      <a:pt x="243518" y="258451"/>
                      <a:pt x="243518" y="256585"/>
                    </a:cubicBezTo>
                    <a:cubicBezTo>
                      <a:pt x="243518" y="245209"/>
                      <a:pt x="240314" y="234277"/>
                      <a:pt x="234262" y="224501"/>
                    </a:cubicBezTo>
                    <a:close/>
                    <a:moveTo>
                      <a:pt x="109387" y="224501"/>
                    </a:moveTo>
                    <a:cubicBezTo>
                      <a:pt x="103869" y="233388"/>
                      <a:pt x="100754" y="243253"/>
                      <a:pt x="100309" y="253563"/>
                    </a:cubicBezTo>
                    <a:cubicBezTo>
                      <a:pt x="100843" y="253385"/>
                      <a:pt x="101466" y="253296"/>
                      <a:pt x="102089" y="253296"/>
                    </a:cubicBezTo>
                    <a:cubicBezTo>
                      <a:pt x="102623" y="253296"/>
                      <a:pt x="139382" y="253119"/>
                      <a:pt x="169377" y="241565"/>
                    </a:cubicBezTo>
                    <a:cubicBezTo>
                      <a:pt x="169288" y="241565"/>
                      <a:pt x="169288" y="241565"/>
                      <a:pt x="169288" y="241565"/>
                    </a:cubicBezTo>
                    <a:close/>
                    <a:moveTo>
                      <a:pt x="313299" y="221657"/>
                    </a:moveTo>
                    <a:lnTo>
                      <a:pt x="313299" y="304045"/>
                    </a:lnTo>
                    <a:lnTo>
                      <a:pt x="345074" y="304045"/>
                    </a:lnTo>
                    <a:lnTo>
                      <a:pt x="345074" y="221657"/>
                    </a:lnTo>
                    <a:close/>
                    <a:moveTo>
                      <a:pt x="224827" y="187973"/>
                    </a:moveTo>
                    <a:lnTo>
                      <a:pt x="182461" y="199971"/>
                    </a:lnTo>
                    <a:cubicBezTo>
                      <a:pt x="182105" y="200060"/>
                      <a:pt x="181749" y="200149"/>
                      <a:pt x="181393" y="200238"/>
                    </a:cubicBezTo>
                    <a:lnTo>
                      <a:pt x="181393" y="219879"/>
                    </a:lnTo>
                    <a:lnTo>
                      <a:pt x="229990" y="205926"/>
                    </a:lnTo>
                    <a:cubicBezTo>
                      <a:pt x="230168" y="205748"/>
                      <a:pt x="230346" y="205570"/>
                      <a:pt x="230524" y="205392"/>
                    </a:cubicBezTo>
                    <a:cubicBezTo>
                      <a:pt x="230524" y="205303"/>
                      <a:pt x="230524" y="205215"/>
                      <a:pt x="230524" y="205126"/>
                    </a:cubicBezTo>
                    <a:close/>
                    <a:moveTo>
                      <a:pt x="118911" y="187973"/>
                    </a:moveTo>
                    <a:lnTo>
                      <a:pt x="113215" y="205126"/>
                    </a:lnTo>
                    <a:cubicBezTo>
                      <a:pt x="113215" y="205215"/>
                      <a:pt x="113215" y="205303"/>
                      <a:pt x="113215" y="205392"/>
                    </a:cubicBezTo>
                    <a:cubicBezTo>
                      <a:pt x="113393" y="205570"/>
                      <a:pt x="113571" y="205748"/>
                      <a:pt x="113749" y="206014"/>
                    </a:cubicBezTo>
                    <a:lnTo>
                      <a:pt x="162346" y="219879"/>
                    </a:lnTo>
                    <a:lnTo>
                      <a:pt x="162346" y="200238"/>
                    </a:lnTo>
                    <a:cubicBezTo>
                      <a:pt x="161990" y="200149"/>
                      <a:pt x="161634" y="200060"/>
                      <a:pt x="161277" y="199971"/>
                    </a:cubicBezTo>
                    <a:close/>
                    <a:moveTo>
                      <a:pt x="166440" y="141313"/>
                    </a:moveTo>
                    <a:lnTo>
                      <a:pt x="95147" y="161488"/>
                    </a:lnTo>
                    <a:lnTo>
                      <a:pt x="166440" y="181662"/>
                    </a:lnTo>
                    <a:cubicBezTo>
                      <a:pt x="170000" y="182640"/>
                      <a:pt x="173738" y="182640"/>
                      <a:pt x="177299" y="181662"/>
                    </a:cubicBezTo>
                    <a:lnTo>
                      <a:pt x="248592" y="161488"/>
                    </a:lnTo>
                    <a:lnTo>
                      <a:pt x="177299" y="141313"/>
                    </a:lnTo>
                    <a:cubicBezTo>
                      <a:pt x="173738" y="140335"/>
                      <a:pt x="170000" y="140335"/>
                      <a:pt x="166440" y="141313"/>
                    </a:cubicBezTo>
                    <a:close/>
                    <a:moveTo>
                      <a:pt x="404618" y="140602"/>
                    </a:moveTo>
                    <a:lnTo>
                      <a:pt x="404618" y="304045"/>
                    </a:lnTo>
                    <a:lnTo>
                      <a:pt x="436393" y="304045"/>
                    </a:lnTo>
                    <a:lnTo>
                      <a:pt x="436393" y="140602"/>
                    </a:lnTo>
                    <a:close/>
                    <a:moveTo>
                      <a:pt x="495937" y="59547"/>
                    </a:moveTo>
                    <a:lnTo>
                      <a:pt x="495937" y="304045"/>
                    </a:lnTo>
                    <a:lnTo>
                      <a:pt x="527712" y="304045"/>
                    </a:lnTo>
                    <a:lnTo>
                      <a:pt x="527712" y="59547"/>
                    </a:lnTo>
                    <a:close/>
                    <a:moveTo>
                      <a:pt x="192162" y="19019"/>
                    </a:moveTo>
                    <a:cubicBezTo>
                      <a:pt x="186199" y="19019"/>
                      <a:pt x="181393" y="23819"/>
                      <a:pt x="181393" y="29773"/>
                    </a:cubicBezTo>
                    <a:lnTo>
                      <a:pt x="181393" y="122827"/>
                    </a:lnTo>
                    <a:cubicBezTo>
                      <a:pt x="181749" y="122915"/>
                      <a:pt x="182105" y="123004"/>
                      <a:pt x="182461" y="123093"/>
                    </a:cubicBezTo>
                    <a:lnTo>
                      <a:pt x="273246" y="148689"/>
                    </a:lnTo>
                    <a:cubicBezTo>
                      <a:pt x="278676" y="150289"/>
                      <a:pt x="282325" y="154911"/>
                      <a:pt x="282770" y="160421"/>
                    </a:cubicBezTo>
                    <a:cubicBezTo>
                      <a:pt x="282859" y="160777"/>
                      <a:pt x="282859" y="161132"/>
                      <a:pt x="282859" y="161488"/>
                    </a:cubicBezTo>
                    <a:lnTo>
                      <a:pt x="282859" y="222279"/>
                    </a:lnTo>
                    <a:cubicBezTo>
                      <a:pt x="282859" y="227522"/>
                      <a:pt x="278587" y="231789"/>
                      <a:pt x="273335" y="231789"/>
                    </a:cubicBezTo>
                    <a:cubicBezTo>
                      <a:pt x="268084" y="231789"/>
                      <a:pt x="263812" y="227522"/>
                      <a:pt x="263812" y="222279"/>
                    </a:cubicBezTo>
                    <a:lnTo>
                      <a:pt x="263812" y="176952"/>
                    </a:lnTo>
                    <a:lnTo>
                      <a:pt x="243073" y="182818"/>
                    </a:lnTo>
                    <a:lnTo>
                      <a:pt x="248592" y="199082"/>
                    </a:lnTo>
                    <a:cubicBezTo>
                      <a:pt x="249927" y="203170"/>
                      <a:pt x="249838" y="207525"/>
                      <a:pt x="248503" y="211525"/>
                    </a:cubicBezTo>
                    <a:cubicBezTo>
                      <a:pt x="257759" y="224945"/>
                      <a:pt x="262566" y="240409"/>
                      <a:pt x="262566" y="256585"/>
                    </a:cubicBezTo>
                    <a:cubicBezTo>
                      <a:pt x="262566" y="273649"/>
                      <a:pt x="257136" y="290002"/>
                      <a:pt x="246723" y="304045"/>
                    </a:cubicBezTo>
                    <a:lnTo>
                      <a:pt x="294252" y="304045"/>
                    </a:lnTo>
                    <a:lnTo>
                      <a:pt x="294252" y="212147"/>
                    </a:lnTo>
                    <a:cubicBezTo>
                      <a:pt x="294252" y="206903"/>
                      <a:pt x="298524" y="202637"/>
                      <a:pt x="303775" y="202637"/>
                    </a:cubicBezTo>
                    <a:lnTo>
                      <a:pt x="354508" y="202637"/>
                    </a:lnTo>
                    <a:cubicBezTo>
                      <a:pt x="359759" y="202637"/>
                      <a:pt x="364032" y="206903"/>
                      <a:pt x="364032" y="212147"/>
                    </a:cubicBezTo>
                    <a:lnTo>
                      <a:pt x="364032" y="304045"/>
                    </a:lnTo>
                    <a:lnTo>
                      <a:pt x="385660" y="304045"/>
                    </a:lnTo>
                    <a:lnTo>
                      <a:pt x="385660" y="131092"/>
                    </a:lnTo>
                    <a:cubicBezTo>
                      <a:pt x="385660" y="125848"/>
                      <a:pt x="389843" y="121582"/>
                      <a:pt x="395094" y="121582"/>
                    </a:cubicBezTo>
                    <a:lnTo>
                      <a:pt x="445916" y="121582"/>
                    </a:lnTo>
                    <a:cubicBezTo>
                      <a:pt x="451168" y="121582"/>
                      <a:pt x="455351" y="125848"/>
                      <a:pt x="455351" y="131092"/>
                    </a:cubicBezTo>
                    <a:lnTo>
                      <a:pt x="455351" y="304045"/>
                    </a:lnTo>
                    <a:lnTo>
                      <a:pt x="476979" y="304045"/>
                    </a:lnTo>
                    <a:lnTo>
                      <a:pt x="476979" y="50037"/>
                    </a:lnTo>
                    <a:cubicBezTo>
                      <a:pt x="476979" y="44793"/>
                      <a:pt x="481252" y="40527"/>
                      <a:pt x="486503" y="40527"/>
                    </a:cubicBezTo>
                    <a:lnTo>
                      <a:pt x="537236" y="40527"/>
                    </a:lnTo>
                    <a:cubicBezTo>
                      <a:pt x="542487" y="40527"/>
                      <a:pt x="546759" y="44793"/>
                      <a:pt x="546759" y="50037"/>
                    </a:cubicBezTo>
                    <a:lnTo>
                      <a:pt x="546759" y="304045"/>
                    </a:lnTo>
                    <a:lnTo>
                      <a:pt x="557529" y="304045"/>
                    </a:lnTo>
                    <a:cubicBezTo>
                      <a:pt x="562780" y="304045"/>
                      <a:pt x="567053" y="308222"/>
                      <a:pt x="567053" y="313465"/>
                    </a:cubicBezTo>
                    <a:cubicBezTo>
                      <a:pt x="567053" y="318709"/>
                      <a:pt x="562780" y="322975"/>
                      <a:pt x="557529" y="322975"/>
                    </a:cubicBezTo>
                    <a:lnTo>
                      <a:pt x="243697" y="322975"/>
                    </a:lnTo>
                    <a:lnTo>
                      <a:pt x="243518" y="324219"/>
                    </a:lnTo>
                    <a:cubicBezTo>
                      <a:pt x="242539" y="332396"/>
                      <a:pt x="238089" y="339773"/>
                      <a:pt x="231503" y="344572"/>
                    </a:cubicBezTo>
                    <a:lnTo>
                      <a:pt x="577822" y="344572"/>
                    </a:lnTo>
                    <a:cubicBezTo>
                      <a:pt x="583786" y="344572"/>
                      <a:pt x="588592" y="339684"/>
                      <a:pt x="588592" y="333729"/>
                    </a:cubicBezTo>
                    <a:lnTo>
                      <a:pt x="588592" y="29773"/>
                    </a:lnTo>
                    <a:cubicBezTo>
                      <a:pt x="588592" y="23819"/>
                      <a:pt x="583786" y="19019"/>
                      <a:pt x="577822" y="19019"/>
                    </a:cubicBezTo>
                    <a:close/>
                    <a:moveTo>
                      <a:pt x="192162" y="0"/>
                    </a:moveTo>
                    <a:lnTo>
                      <a:pt x="577822" y="0"/>
                    </a:lnTo>
                    <a:cubicBezTo>
                      <a:pt x="594199" y="0"/>
                      <a:pt x="607639" y="13331"/>
                      <a:pt x="607639" y="29773"/>
                    </a:cubicBezTo>
                    <a:lnTo>
                      <a:pt x="607639" y="333729"/>
                    </a:lnTo>
                    <a:cubicBezTo>
                      <a:pt x="607639" y="350171"/>
                      <a:pt x="594199" y="363503"/>
                      <a:pt x="577822" y="363503"/>
                    </a:cubicBezTo>
                    <a:lnTo>
                      <a:pt x="211833" y="363503"/>
                    </a:lnTo>
                    <a:lnTo>
                      <a:pt x="211833" y="369813"/>
                    </a:lnTo>
                    <a:cubicBezTo>
                      <a:pt x="211833" y="374434"/>
                      <a:pt x="214770" y="378612"/>
                      <a:pt x="219220" y="380034"/>
                    </a:cubicBezTo>
                    <a:lnTo>
                      <a:pt x="252330" y="391054"/>
                    </a:lnTo>
                    <a:cubicBezTo>
                      <a:pt x="264524" y="395143"/>
                      <a:pt x="272712" y="406519"/>
                      <a:pt x="272712" y="419317"/>
                    </a:cubicBezTo>
                    <a:lnTo>
                      <a:pt x="272712" y="526946"/>
                    </a:lnTo>
                    <a:lnTo>
                      <a:pt x="334215" y="526946"/>
                    </a:lnTo>
                    <a:cubicBezTo>
                      <a:pt x="339466" y="526946"/>
                      <a:pt x="343738" y="531212"/>
                      <a:pt x="343738" y="536455"/>
                    </a:cubicBezTo>
                    <a:cubicBezTo>
                      <a:pt x="343738" y="541699"/>
                      <a:pt x="339466" y="545965"/>
                      <a:pt x="334215" y="545965"/>
                    </a:cubicBezTo>
                    <a:lnTo>
                      <a:pt x="9524" y="545965"/>
                    </a:lnTo>
                    <a:cubicBezTo>
                      <a:pt x="4272" y="545965"/>
                      <a:pt x="0" y="541699"/>
                      <a:pt x="0" y="536455"/>
                    </a:cubicBezTo>
                    <a:cubicBezTo>
                      <a:pt x="0" y="531212"/>
                      <a:pt x="4272" y="526946"/>
                      <a:pt x="9524" y="526946"/>
                    </a:cubicBezTo>
                    <a:lnTo>
                      <a:pt x="71026" y="526946"/>
                    </a:lnTo>
                    <a:lnTo>
                      <a:pt x="71026" y="419317"/>
                    </a:lnTo>
                    <a:cubicBezTo>
                      <a:pt x="71026" y="406430"/>
                      <a:pt x="79215" y="395143"/>
                      <a:pt x="91408" y="391054"/>
                    </a:cubicBezTo>
                    <a:lnTo>
                      <a:pt x="124518" y="380034"/>
                    </a:lnTo>
                    <a:cubicBezTo>
                      <a:pt x="128969" y="378612"/>
                      <a:pt x="131906" y="374434"/>
                      <a:pt x="131906" y="369813"/>
                    </a:cubicBezTo>
                    <a:lnTo>
                      <a:pt x="131906" y="354882"/>
                    </a:lnTo>
                    <a:lnTo>
                      <a:pt x="116419" y="347149"/>
                    </a:lnTo>
                    <a:cubicBezTo>
                      <a:pt x="107518" y="342617"/>
                      <a:pt x="101466" y="334085"/>
                      <a:pt x="100220" y="324219"/>
                    </a:cubicBezTo>
                    <a:lnTo>
                      <a:pt x="97817" y="305111"/>
                    </a:lnTo>
                    <a:cubicBezTo>
                      <a:pt x="86869" y="290891"/>
                      <a:pt x="81173" y="274093"/>
                      <a:pt x="81173" y="256585"/>
                    </a:cubicBezTo>
                    <a:cubicBezTo>
                      <a:pt x="81173" y="240409"/>
                      <a:pt x="85979" y="224945"/>
                      <a:pt x="95147" y="211525"/>
                    </a:cubicBezTo>
                    <a:cubicBezTo>
                      <a:pt x="93811" y="207525"/>
                      <a:pt x="93811" y="203170"/>
                      <a:pt x="95147" y="199082"/>
                    </a:cubicBezTo>
                    <a:lnTo>
                      <a:pt x="100576" y="182818"/>
                    </a:lnTo>
                    <a:lnTo>
                      <a:pt x="70492" y="174286"/>
                    </a:lnTo>
                    <a:cubicBezTo>
                      <a:pt x="64707" y="172686"/>
                      <a:pt x="60880" y="167531"/>
                      <a:pt x="60880" y="161488"/>
                    </a:cubicBezTo>
                    <a:cubicBezTo>
                      <a:pt x="60880" y="155444"/>
                      <a:pt x="64707" y="150378"/>
                      <a:pt x="70492" y="148689"/>
                    </a:cubicBezTo>
                    <a:lnTo>
                      <a:pt x="161277" y="123093"/>
                    </a:lnTo>
                    <a:cubicBezTo>
                      <a:pt x="161634" y="123004"/>
                      <a:pt x="161990" y="122915"/>
                      <a:pt x="162346" y="122827"/>
                    </a:cubicBezTo>
                    <a:lnTo>
                      <a:pt x="162346" y="29773"/>
                    </a:lnTo>
                    <a:cubicBezTo>
                      <a:pt x="162346" y="13331"/>
                      <a:pt x="175696" y="0"/>
                      <a:pt x="192162" y="0"/>
                    </a:cubicBezTo>
                    <a:close/>
                  </a:path>
                </a:pathLst>
              </a:cu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alpha val="70000"/>
                    </a:prstClr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14276A47-6BF5-CEBE-ADC4-1A0A4DDDCE4C}"/>
                </a:ext>
              </a:extLst>
            </p:cNvPr>
            <p:cNvGrpSpPr/>
            <p:nvPr/>
          </p:nvGrpSpPr>
          <p:grpSpPr>
            <a:xfrm>
              <a:off x="4639504" y="152734"/>
              <a:ext cx="6440683" cy="413844"/>
              <a:chOff x="4278242" y="140702"/>
              <a:chExt cx="6440683" cy="413844"/>
            </a:xfrm>
          </p:grpSpPr>
          <p:sp>
            <p:nvSpPr>
              <p:cNvPr id="41" name="文本框 15">
                <a:extLst>
                  <a:ext uri="{FF2B5EF4-FFF2-40B4-BE49-F238E27FC236}">
                    <a16:creationId xmlns:a16="http://schemas.microsoft.com/office/drawing/2014/main" id="{FD873D62-ED45-3BBF-8829-AB63D8EB8D47}"/>
                  </a:ext>
                </a:extLst>
              </p:cNvPr>
              <p:cNvSpPr txBox="1"/>
              <p:nvPr/>
            </p:nvSpPr>
            <p:spPr>
              <a:xfrm>
                <a:off x="4587634" y="152661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项目实施</a:t>
                </a:r>
              </a:p>
            </p:txBody>
          </p:sp>
          <p:sp>
            <p:nvSpPr>
              <p:cNvPr id="42" name="stars_273718">
                <a:extLst>
                  <a:ext uri="{FF2B5EF4-FFF2-40B4-BE49-F238E27FC236}">
                    <a16:creationId xmlns:a16="http://schemas.microsoft.com/office/drawing/2014/main" id="{D37141CA-3212-A703-66C2-1F1613C218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78242" y="246249"/>
                <a:ext cx="216505" cy="216000"/>
              </a:xfrm>
              <a:custGeom>
                <a:avLst/>
                <a:gdLst>
                  <a:gd name="connsiteX0" fmla="*/ 435684 w 607336"/>
                  <a:gd name="connsiteY0" fmla="*/ 463990 h 605919"/>
                  <a:gd name="connsiteX1" fmla="*/ 421104 w 607336"/>
                  <a:gd name="connsiteY1" fmla="*/ 493187 h 605919"/>
                  <a:gd name="connsiteX2" fmla="*/ 409311 w 607336"/>
                  <a:gd name="connsiteY2" fmla="*/ 500417 h 605919"/>
                  <a:gd name="connsiteX3" fmla="*/ 388325 w 607336"/>
                  <a:gd name="connsiteY3" fmla="*/ 500417 h 605919"/>
                  <a:gd name="connsiteX4" fmla="*/ 405411 w 607336"/>
                  <a:gd name="connsiteY4" fmla="*/ 517472 h 605919"/>
                  <a:gd name="connsiteX5" fmla="*/ 409033 w 607336"/>
                  <a:gd name="connsiteY5" fmla="*/ 529429 h 605919"/>
                  <a:gd name="connsiteX6" fmla="*/ 402625 w 607336"/>
                  <a:gd name="connsiteY6" fmla="*/ 561499 h 605919"/>
                  <a:gd name="connsiteX7" fmla="*/ 427790 w 607336"/>
                  <a:gd name="connsiteY7" fmla="*/ 542591 h 605919"/>
                  <a:gd name="connsiteX8" fmla="*/ 435684 w 607336"/>
                  <a:gd name="connsiteY8" fmla="*/ 539995 h 605919"/>
                  <a:gd name="connsiteX9" fmla="*/ 443670 w 607336"/>
                  <a:gd name="connsiteY9" fmla="*/ 542591 h 605919"/>
                  <a:gd name="connsiteX10" fmla="*/ 468835 w 607336"/>
                  <a:gd name="connsiteY10" fmla="*/ 561499 h 605919"/>
                  <a:gd name="connsiteX11" fmla="*/ 462427 w 607336"/>
                  <a:gd name="connsiteY11" fmla="*/ 529429 h 605919"/>
                  <a:gd name="connsiteX12" fmla="*/ 466049 w 607336"/>
                  <a:gd name="connsiteY12" fmla="*/ 517472 h 605919"/>
                  <a:gd name="connsiteX13" fmla="*/ 483042 w 607336"/>
                  <a:gd name="connsiteY13" fmla="*/ 500417 h 605919"/>
                  <a:gd name="connsiteX14" fmla="*/ 462149 w 607336"/>
                  <a:gd name="connsiteY14" fmla="*/ 500417 h 605919"/>
                  <a:gd name="connsiteX15" fmla="*/ 450356 w 607336"/>
                  <a:gd name="connsiteY15" fmla="*/ 493187 h 605919"/>
                  <a:gd name="connsiteX16" fmla="*/ 171614 w 607336"/>
                  <a:gd name="connsiteY16" fmla="*/ 463990 h 605919"/>
                  <a:gd name="connsiteX17" fmla="*/ 157040 w 607336"/>
                  <a:gd name="connsiteY17" fmla="*/ 493187 h 605919"/>
                  <a:gd name="connsiteX18" fmla="*/ 145252 w 607336"/>
                  <a:gd name="connsiteY18" fmla="*/ 500417 h 605919"/>
                  <a:gd name="connsiteX19" fmla="*/ 124273 w 607336"/>
                  <a:gd name="connsiteY19" fmla="*/ 500417 h 605919"/>
                  <a:gd name="connsiteX20" fmla="*/ 141353 w 607336"/>
                  <a:gd name="connsiteY20" fmla="*/ 517472 h 605919"/>
                  <a:gd name="connsiteX21" fmla="*/ 144973 w 607336"/>
                  <a:gd name="connsiteY21" fmla="*/ 529429 h 605919"/>
                  <a:gd name="connsiteX22" fmla="*/ 138568 w 607336"/>
                  <a:gd name="connsiteY22" fmla="*/ 561499 h 605919"/>
                  <a:gd name="connsiteX23" fmla="*/ 163724 w 607336"/>
                  <a:gd name="connsiteY23" fmla="*/ 542591 h 605919"/>
                  <a:gd name="connsiteX24" fmla="*/ 171614 w 607336"/>
                  <a:gd name="connsiteY24" fmla="*/ 539995 h 605919"/>
                  <a:gd name="connsiteX25" fmla="*/ 179504 w 607336"/>
                  <a:gd name="connsiteY25" fmla="*/ 542591 h 605919"/>
                  <a:gd name="connsiteX26" fmla="*/ 204660 w 607336"/>
                  <a:gd name="connsiteY26" fmla="*/ 561499 h 605919"/>
                  <a:gd name="connsiteX27" fmla="*/ 198255 w 607336"/>
                  <a:gd name="connsiteY27" fmla="*/ 529429 h 605919"/>
                  <a:gd name="connsiteX28" fmla="*/ 201875 w 607336"/>
                  <a:gd name="connsiteY28" fmla="*/ 517472 h 605919"/>
                  <a:gd name="connsiteX29" fmla="*/ 218955 w 607336"/>
                  <a:gd name="connsiteY29" fmla="*/ 500417 h 605919"/>
                  <a:gd name="connsiteX30" fmla="*/ 197976 w 607336"/>
                  <a:gd name="connsiteY30" fmla="*/ 500417 h 605919"/>
                  <a:gd name="connsiteX31" fmla="*/ 186187 w 607336"/>
                  <a:gd name="connsiteY31" fmla="*/ 493187 h 605919"/>
                  <a:gd name="connsiteX32" fmla="*/ 435695 w 607336"/>
                  <a:gd name="connsiteY32" fmla="*/ 421910 h 605919"/>
                  <a:gd name="connsiteX33" fmla="*/ 447570 w 607336"/>
                  <a:gd name="connsiteY33" fmla="*/ 428583 h 605919"/>
                  <a:gd name="connsiteX34" fmla="*/ 470321 w 607336"/>
                  <a:gd name="connsiteY34" fmla="*/ 474094 h 605919"/>
                  <a:gd name="connsiteX35" fmla="*/ 514986 w 607336"/>
                  <a:gd name="connsiteY35" fmla="*/ 474094 h 605919"/>
                  <a:gd name="connsiteX36" fmla="*/ 527151 w 607336"/>
                  <a:gd name="connsiteY36" fmla="*/ 482250 h 605919"/>
                  <a:gd name="connsiteX37" fmla="*/ 524272 w 607336"/>
                  <a:gd name="connsiteY37" fmla="*/ 496617 h 605919"/>
                  <a:gd name="connsiteX38" fmla="*/ 489635 w 607336"/>
                  <a:gd name="connsiteY38" fmla="*/ 531190 h 605919"/>
                  <a:gd name="connsiteX39" fmla="*/ 501429 w 607336"/>
                  <a:gd name="connsiteY39" fmla="*/ 590140 h 605919"/>
                  <a:gd name="connsiteX40" fmla="*/ 495579 w 607336"/>
                  <a:gd name="connsiteY40" fmla="*/ 603858 h 605919"/>
                  <a:gd name="connsiteX41" fmla="*/ 488521 w 607336"/>
                  <a:gd name="connsiteY41" fmla="*/ 605897 h 605919"/>
                  <a:gd name="connsiteX42" fmla="*/ 480628 w 607336"/>
                  <a:gd name="connsiteY42" fmla="*/ 603302 h 605919"/>
                  <a:gd name="connsiteX43" fmla="*/ 435684 w 607336"/>
                  <a:gd name="connsiteY43" fmla="*/ 569656 h 605919"/>
                  <a:gd name="connsiteX44" fmla="*/ 390832 w 607336"/>
                  <a:gd name="connsiteY44" fmla="*/ 603302 h 605919"/>
                  <a:gd name="connsiteX45" fmla="*/ 375881 w 607336"/>
                  <a:gd name="connsiteY45" fmla="*/ 603858 h 605919"/>
                  <a:gd name="connsiteX46" fmla="*/ 369938 w 607336"/>
                  <a:gd name="connsiteY46" fmla="*/ 590140 h 605919"/>
                  <a:gd name="connsiteX47" fmla="*/ 381732 w 607336"/>
                  <a:gd name="connsiteY47" fmla="*/ 531190 h 605919"/>
                  <a:gd name="connsiteX48" fmla="*/ 347095 w 607336"/>
                  <a:gd name="connsiteY48" fmla="*/ 496617 h 605919"/>
                  <a:gd name="connsiteX49" fmla="*/ 344309 w 607336"/>
                  <a:gd name="connsiteY49" fmla="*/ 482250 h 605919"/>
                  <a:gd name="connsiteX50" fmla="*/ 356474 w 607336"/>
                  <a:gd name="connsiteY50" fmla="*/ 474094 h 605919"/>
                  <a:gd name="connsiteX51" fmla="*/ 401139 w 607336"/>
                  <a:gd name="connsiteY51" fmla="*/ 474094 h 605919"/>
                  <a:gd name="connsiteX52" fmla="*/ 423890 w 607336"/>
                  <a:gd name="connsiteY52" fmla="*/ 428583 h 605919"/>
                  <a:gd name="connsiteX53" fmla="*/ 435695 w 607336"/>
                  <a:gd name="connsiteY53" fmla="*/ 421910 h 605919"/>
                  <a:gd name="connsiteX54" fmla="*/ 171614 w 607336"/>
                  <a:gd name="connsiteY54" fmla="*/ 421910 h 605919"/>
                  <a:gd name="connsiteX55" fmla="*/ 183403 w 607336"/>
                  <a:gd name="connsiteY55" fmla="*/ 428583 h 605919"/>
                  <a:gd name="connsiteX56" fmla="*/ 206145 w 607336"/>
                  <a:gd name="connsiteY56" fmla="*/ 474094 h 605919"/>
                  <a:gd name="connsiteX57" fmla="*/ 250794 w 607336"/>
                  <a:gd name="connsiteY57" fmla="*/ 474094 h 605919"/>
                  <a:gd name="connsiteX58" fmla="*/ 262954 w 607336"/>
                  <a:gd name="connsiteY58" fmla="*/ 482250 h 605919"/>
                  <a:gd name="connsiteX59" fmla="*/ 260169 w 607336"/>
                  <a:gd name="connsiteY59" fmla="*/ 496617 h 605919"/>
                  <a:gd name="connsiteX60" fmla="*/ 225545 w 607336"/>
                  <a:gd name="connsiteY60" fmla="*/ 531190 h 605919"/>
                  <a:gd name="connsiteX61" fmla="*/ 237334 w 607336"/>
                  <a:gd name="connsiteY61" fmla="*/ 590140 h 605919"/>
                  <a:gd name="connsiteX62" fmla="*/ 231393 w 607336"/>
                  <a:gd name="connsiteY62" fmla="*/ 603858 h 605919"/>
                  <a:gd name="connsiteX63" fmla="*/ 224431 w 607336"/>
                  <a:gd name="connsiteY63" fmla="*/ 605897 h 605919"/>
                  <a:gd name="connsiteX64" fmla="*/ 216541 w 607336"/>
                  <a:gd name="connsiteY64" fmla="*/ 603302 h 605919"/>
                  <a:gd name="connsiteX65" fmla="*/ 171614 w 607336"/>
                  <a:gd name="connsiteY65" fmla="*/ 569656 h 605919"/>
                  <a:gd name="connsiteX66" fmla="*/ 126687 w 607336"/>
                  <a:gd name="connsiteY66" fmla="*/ 603302 h 605919"/>
                  <a:gd name="connsiteX67" fmla="*/ 111742 w 607336"/>
                  <a:gd name="connsiteY67" fmla="*/ 603858 h 605919"/>
                  <a:gd name="connsiteX68" fmla="*/ 105894 w 607336"/>
                  <a:gd name="connsiteY68" fmla="*/ 590140 h 605919"/>
                  <a:gd name="connsiteX69" fmla="*/ 117683 w 607336"/>
                  <a:gd name="connsiteY69" fmla="*/ 531190 h 605919"/>
                  <a:gd name="connsiteX70" fmla="*/ 83059 w 607336"/>
                  <a:gd name="connsiteY70" fmla="*/ 496617 h 605919"/>
                  <a:gd name="connsiteX71" fmla="*/ 80181 w 607336"/>
                  <a:gd name="connsiteY71" fmla="*/ 482250 h 605919"/>
                  <a:gd name="connsiteX72" fmla="*/ 92434 w 607336"/>
                  <a:gd name="connsiteY72" fmla="*/ 474094 h 605919"/>
                  <a:gd name="connsiteX73" fmla="*/ 137083 w 607336"/>
                  <a:gd name="connsiteY73" fmla="*/ 474094 h 605919"/>
                  <a:gd name="connsiteX74" fmla="*/ 159825 w 607336"/>
                  <a:gd name="connsiteY74" fmla="*/ 428583 h 605919"/>
                  <a:gd name="connsiteX75" fmla="*/ 171614 w 607336"/>
                  <a:gd name="connsiteY75" fmla="*/ 421910 h 605919"/>
                  <a:gd name="connsiteX76" fmla="*/ 514950 w 607336"/>
                  <a:gd name="connsiteY76" fmla="*/ 226678 h 605919"/>
                  <a:gd name="connsiteX77" fmla="*/ 500278 w 607336"/>
                  <a:gd name="connsiteY77" fmla="*/ 255875 h 605919"/>
                  <a:gd name="connsiteX78" fmla="*/ 488485 w 607336"/>
                  <a:gd name="connsiteY78" fmla="*/ 263105 h 605919"/>
                  <a:gd name="connsiteX79" fmla="*/ 467592 w 607336"/>
                  <a:gd name="connsiteY79" fmla="*/ 263105 h 605919"/>
                  <a:gd name="connsiteX80" fmla="*/ 484678 w 607336"/>
                  <a:gd name="connsiteY80" fmla="*/ 280160 h 605919"/>
                  <a:gd name="connsiteX81" fmla="*/ 488207 w 607336"/>
                  <a:gd name="connsiteY81" fmla="*/ 292117 h 605919"/>
                  <a:gd name="connsiteX82" fmla="*/ 481799 w 607336"/>
                  <a:gd name="connsiteY82" fmla="*/ 324187 h 605919"/>
                  <a:gd name="connsiteX83" fmla="*/ 506964 w 607336"/>
                  <a:gd name="connsiteY83" fmla="*/ 305279 h 605919"/>
                  <a:gd name="connsiteX84" fmla="*/ 514950 w 607336"/>
                  <a:gd name="connsiteY84" fmla="*/ 302683 h 605919"/>
                  <a:gd name="connsiteX85" fmla="*/ 522844 w 607336"/>
                  <a:gd name="connsiteY85" fmla="*/ 305279 h 605919"/>
                  <a:gd name="connsiteX86" fmla="*/ 548009 w 607336"/>
                  <a:gd name="connsiteY86" fmla="*/ 324187 h 605919"/>
                  <a:gd name="connsiteX87" fmla="*/ 541601 w 607336"/>
                  <a:gd name="connsiteY87" fmla="*/ 292117 h 605919"/>
                  <a:gd name="connsiteX88" fmla="*/ 545223 w 607336"/>
                  <a:gd name="connsiteY88" fmla="*/ 280160 h 605919"/>
                  <a:gd name="connsiteX89" fmla="*/ 562309 w 607336"/>
                  <a:gd name="connsiteY89" fmla="*/ 263105 h 605919"/>
                  <a:gd name="connsiteX90" fmla="*/ 541323 w 607336"/>
                  <a:gd name="connsiteY90" fmla="*/ 263105 h 605919"/>
                  <a:gd name="connsiteX91" fmla="*/ 529530 w 607336"/>
                  <a:gd name="connsiteY91" fmla="*/ 255875 h 605919"/>
                  <a:gd name="connsiteX92" fmla="*/ 92440 w 607336"/>
                  <a:gd name="connsiteY92" fmla="*/ 226678 h 605919"/>
                  <a:gd name="connsiteX93" fmla="*/ 77774 w 607336"/>
                  <a:gd name="connsiteY93" fmla="*/ 255875 h 605919"/>
                  <a:gd name="connsiteX94" fmla="*/ 65985 w 607336"/>
                  <a:gd name="connsiteY94" fmla="*/ 263105 h 605919"/>
                  <a:gd name="connsiteX95" fmla="*/ 45099 w 607336"/>
                  <a:gd name="connsiteY95" fmla="*/ 263105 h 605919"/>
                  <a:gd name="connsiteX96" fmla="*/ 62086 w 607336"/>
                  <a:gd name="connsiteY96" fmla="*/ 280160 h 605919"/>
                  <a:gd name="connsiteX97" fmla="*/ 65706 w 607336"/>
                  <a:gd name="connsiteY97" fmla="*/ 292024 h 605919"/>
                  <a:gd name="connsiteX98" fmla="*/ 59301 w 607336"/>
                  <a:gd name="connsiteY98" fmla="*/ 324187 h 605919"/>
                  <a:gd name="connsiteX99" fmla="*/ 84457 w 607336"/>
                  <a:gd name="connsiteY99" fmla="*/ 305279 h 605919"/>
                  <a:gd name="connsiteX100" fmla="*/ 92440 w 607336"/>
                  <a:gd name="connsiteY100" fmla="*/ 302683 h 605919"/>
                  <a:gd name="connsiteX101" fmla="*/ 100330 w 607336"/>
                  <a:gd name="connsiteY101" fmla="*/ 305279 h 605919"/>
                  <a:gd name="connsiteX102" fmla="*/ 125486 w 607336"/>
                  <a:gd name="connsiteY102" fmla="*/ 324187 h 605919"/>
                  <a:gd name="connsiteX103" fmla="*/ 119081 w 607336"/>
                  <a:gd name="connsiteY103" fmla="*/ 292117 h 605919"/>
                  <a:gd name="connsiteX104" fmla="*/ 122701 w 607336"/>
                  <a:gd name="connsiteY104" fmla="*/ 280160 h 605919"/>
                  <a:gd name="connsiteX105" fmla="*/ 139781 w 607336"/>
                  <a:gd name="connsiteY105" fmla="*/ 263105 h 605919"/>
                  <a:gd name="connsiteX106" fmla="*/ 118802 w 607336"/>
                  <a:gd name="connsiteY106" fmla="*/ 263105 h 605919"/>
                  <a:gd name="connsiteX107" fmla="*/ 107013 w 607336"/>
                  <a:gd name="connsiteY107" fmla="*/ 255875 h 605919"/>
                  <a:gd name="connsiteX108" fmla="*/ 514938 w 607336"/>
                  <a:gd name="connsiteY108" fmla="*/ 184598 h 605919"/>
                  <a:gd name="connsiteX109" fmla="*/ 526744 w 607336"/>
                  <a:gd name="connsiteY109" fmla="*/ 191271 h 605919"/>
                  <a:gd name="connsiteX110" fmla="*/ 549495 w 607336"/>
                  <a:gd name="connsiteY110" fmla="*/ 236782 h 605919"/>
                  <a:gd name="connsiteX111" fmla="*/ 594160 w 607336"/>
                  <a:gd name="connsiteY111" fmla="*/ 236782 h 605919"/>
                  <a:gd name="connsiteX112" fmla="*/ 606325 w 607336"/>
                  <a:gd name="connsiteY112" fmla="*/ 244938 h 605919"/>
                  <a:gd name="connsiteX113" fmla="*/ 603539 w 607336"/>
                  <a:gd name="connsiteY113" fmla="*/ 259305 h 605919"/>
                  <a:gd name="connsiteX114" fmla="*/ 568902 w 607336"/>
                  <a:gd name="connsiteY114" fmla="*/ 293878 h 605919"/>
                  <a:gd name="connsiteX115" fmla="*/ 580696 w 607336"/>
                  <a:gd name="connsiteY115" fmla="*/ 352828 h 605919"/>
                  <a:gd name="connsiteX116" fmla="*/ 574753 w 607336"/>
                  <a:gd name="connsiteY116" fmla="*/ 366546 h 605919"/>
                  <a:gd name="connsiteX117" fmla="*/ 567788 w 607336"/>
                  <a:gd name="connsiteY117" fmla="*/ 368585 h 605919"/>
                  <a:gd name="connsiteX118" fmla="*/ 559802 w 607336"/>
                  <a:gd name="connsiteY118" fmla="*/ 365990 h 605919"/>
                  <a:gd name="connsiteX119" fmla="*/ 514950 w 607336"/>
                  <a:gd name="connsiteY119" fmla="*/ 332344 h 605919"/>
                  <a:gd name="connsiteX120" fmla="*/ 470006 w 607336"/>
                  <a:gd name="connsiteY120" fmla="*/ 365990 h 605919"/>
                  <a:gd name="connsiteX121" fmla="*/ 455055 w 607336"/>
                  <a:gd name="connsiteY121" fmla="*/ 366546 h 605919"/>
                  <a:gd name="connsiteX122" fmla="*/ 449205 w 607336"/>
                  <a:gd name="connsiteY122" fmla="*/ 352828 h 605919"/>
                  <a:gd name="connsiteX123" fmla="*/ 460999 w 607336"/>
                  <a:gd name="connsiteY123" fmla="*/ 293878 h 605919"/>
                  <a:gd name="connsiteX124" fmla="*/ 426362 w 607336"/>
                  <a:gd name="connsiteY124" fmla="*/ 259305 h 605919"/>
                  <a:gd name="connsiteX125" fmla="*/ 423483 w 607336"/>
                  <a:gd name="connsiteY125" fmla="*/ 244938 h 605919"/>
                  <a:gd name="connsiteX126" fmla="*/ 435648 w 607336"/>
                  <a:gd name="connsiteY126" fmla="*/ 236782 h 605919"/>
                  <a:gd name="connsiteX127" fmla="*/ 480313 w 607336"/>
                  <a:gd name="connsiteY127" fmla="*/ 236782 h 605919"/>
                  <a:gd name="connsiteX128" fmla="*/ 503064 w 607336"/>
                  <a:gd name="connsiteY128" fmla="*/ 191271 h 605919"/>
                  <a:gd name="connsiteX129" fmla="*/ 514938 w 607336"/>
                  <a:gd name="connsiteY129" fmla="*/ 184598 h 605919"/>
                  <a:gd name="connsiteX130" fmla="*/ 92394 w 607336"/>
                  <a:gd name="connsiteY130" fmla="*/ 184598 h 605919"/>
                  <a:gd name="connsiteX131" fmla="*/ 104229 w 607336"/>
                  <a:gd name="connsiteY131" fmla="*/ 191271 h 605919"/>
                  <a:gd name="connsiteX132" fmla="*/ 126971 w 607336"/>
                  <a:gd name="connsiteY132" fmla="*/ 236782 h 605919"/>
                  <a:gd name="connsiteX133" fmla="*/ 171620 w 607336"/>
                  <a:gd name="connsiteY133" fmla="*/ 236782 h 605919"/>
                  <a:gd name="connsiteX134" fmla="*/ 183780 w 607336"/>
                  <a:gd name="connsiteY134" fmla="*/ 244938 h 605919"/>
                  <a:gd name="connsiteX135" fmla="*/ 180902 w 607336"/>
                  <a:gd name="connsiteY135" fmla="*/ 259305 h 605919"/>
                  <a:gd name="connsiteX136" fmla="*/ 146371 w 607336"/>
                  <a:gd name="connsiteY136" fmla="*/ 293878 h 605919"/>
                  <a:gd name="connsiteX137" fmla="*/ 158160 w 607336"/>
                  <a:gd name="connsiteY137" fmla="*/ 352828 h 605919"/>
                  <a:gd name="connsiteX138" fmla="*/ 152219 w 607336"/>
                  <a:gd name="connsiteY138" fmla="*/ 366546 h 605919"/>
                  <a:gd name="connsiteX139" fmla="*/ 145257 w 607336"/>
                  <a:gd name="connsiteY139" fmla="*/ 368585 h 605919"/>
                  <a:gd name="connsiteX140" fmla="*/ 137274 w 607336"/>
                  <a:gd name="connsiteY140" fmla="*/ 365990 h 605919"/>
                  <a:gd name="connsiteX141" fmla="*/ 92440 w 607336"/>
                  <a:gd name="connsiteY141" fmla="*/ 332344 h 605919"/>
                  <a:gd name="connsiteX142" fmla="*/ 47513 w 607336"/>
                  <a:gd name="connsiteY142" fmla="*/ 365990 h 605919"/>
                  <a:gd name="connsiteX143" fmla="*/ 32568 w 607336"/>
                  <a:gd name="connsiteY143" fmla="*/ 366546 h 605919"/>
                  <a:gd name="connsiteX144" fmla="*/ 26627 w 607336"/>
                  <a:gd name="connsiteY144" fmla="*/ 352828 h 605919"/>
                  <a:gd name="connsiteX145" fmla="*/ 38509 w 607336"/>
                  <a:gd name="connsiteY145" fmla="*/ 293878 h 605919"/>
                  <a:gd name="connsiteX146" fmla="*/ 3885 w 607336"/>
                  <a:gd name="connsiteY146" fmla="*/ 259305 h 605919"/>
                  <a:gd name="connsiteX147" fmla="*/ 1007 w 607336"/>
                  <a:gd name="connsiteY147" fmla="*/ 244938 h 605919"/>
                  <a:gd name="connsiteX148" fmla="*/ 13167 w 607336"/>
                  <a:gd name="connsiteY148" fmla="*/ 236782 h 605919"/>
                  <a:gd name="connsiteX149" fmla="*/ 57816 w 607336"/>
                  <a:gd name="connsiteY149" fmla="*/ 236782 h 605919"/>
                  <a:gd name="connsiteX150" fmla="*/ 80558 w 607336"/>
                  <a:gd name="connsiteY150" fmla="*/ 191271 h 605919"/>
                  <a:gd name="connsiteX151" fmla="*/ 92394 w 607336"/>
                  <a:gd name="connsiteY151" fmla="*/ 184598 h 605919"/>
                  <a:gd name="connsiteX152" fmla="*/ 303666 w 607336"/>
                  <a:gd name="connsiteY152" fmla="*/ 42096 h 605919"/>
                  <a:gd name="connsiteX153" fmla="*/ 289089 w 607336"/>
                  <a:gd name="connsiteY153" fmla="*/ 71304 h 605919"/>
                  <a:gd name="connsiteX154" fmla="*/ 277297 w 607336"/>
                  <a:gd name="connsiteY154" fmla="*/ 78537 h 605919"/>
                  <a:gd name="connsiteX155" fmla="*/ 256313 w 607336"/>
                  <a:gd name="connsiteY155" fmla="*/ 78537 h 605919"/>
                  <a:gd name="connsiteX156" fmla="*/ 273397 w 607336"/>
                  <a:gd name="connsiteY156" fmla="*/ 95598 h 605919"/>
                  <a:gd name="connsiteX157" fmla="*/ 277018 w 607336"/>
                  <a:gd name="connsiteY157" fmla="*/ 107467 h 605919"/>
                  <a:gd name="connsiteX158" fmla="*/ 270612 w 607336"/>
                  <a:gd name="connsiteY158" fmla="*/ 139642 h 605919"/>
                  <a:gd name="connsiteX159" fmla="*/ 295774 w 607336"/>
                  <a:gd name="connsiteY159" fmla="*/ 120726 h 605919"/>
                  <a:gd name="connsiteX160" fmla="*/ 303666 w 607336"/>
                  <a:gd name="connsiteY160" fmla="*/ 118130 h 605919"/>
                  <a:gd name="connsiteX161" fmla="*/ 311651 w 607336"/>
                  <a:gd name="connsiteY161" fmla="*/ 120726 h 605919"/>
                  <a:gd name="connsiteX162" fmla="*/ 336813 w 607336"/>
                  <a:gd name="connsiteY162" fmla="*/ 139642 h 605919"/>
                  <a:gd name="connsiteX163" fmla="*/ 330407 w 607336"/>
                  <a:gd name="connsiteY163" fmla="*/ 107467 h 605919"/>
                  <a:gd name="connsiteX164" fmla="*/ 333935 w 607336"/>
                  <a:gd name="connsiteY164" fmla="*/ 95598 h 605919"/>
                  <a:gd name="connsiteX165" fmla="*/ 351019 w 607336"/>
                  <a:gd name="connsiteY165" fmla="*/ 78537 h 605919"/>
                  <a:gd name="connsiteX166" fmla="*/ 330128 w 607336"/>
                  <a:gd name="connsiteY166" fmla="*/ 78537 h 605919"/>
                  <a:gd name="connsiteX167" fmla="*/ 318336 w 607336"/>
                  <a:gd name="connsiteY167" fmla="*/ 71304 h 605919"/>
                  <a:gd name="connsiteX168" fmla="*/ 303666 w 607336"/>
                  <a:gd name="connsiteY168" fmla="*/ 0 h 605919"/>
                  <a:gd name="connsiteX169" fmla="*/ 315458 w 607336"/>
                  <a:gd name="connsiteY169" fmla="*/ 6676 h 605919"/>
                  <a:gd name="connsiteX170" fmla="*/ 338206 w 607336"/>
                  <a:gd name="connsiteY170" fmla="*/ 52203 h 605919"/>
                  <a:gd name="connsiteX171" fmla="*/ 382866 w 607336"/>
                  <a:gd name="connsiteY171" fmla="*/ 52203 h 605919"/>
                  <a:gd name="connsiteX172" fmla="*/ 395122 w 607336"/>
                  <a:gd name="connsiteY172" fmla="*/ 60363 h 605919"/>
                  <a:gd name="connsiteX173" fmla="*/ 392244 w 607336"/>
                  <a:gd name="connsiteY173" fmla="*/ 74735 h 605919"/>
                  <a:gd name="connsiteX174" fmla="*/ 357611 w 607336"/>
                  <a:gd name="connsiteY174" fmla="*/ 109229 h 605919"/>
                  <a:gd name="connsiteX175" fmla="*/ 369403 w 607336"/>
                  <a:gd name="connsiteY175" fmla="*/ 168294 h 605919"/>
                  <a:gd name="connsiteX176" fmla="*/ 363461 w 607336"/>
                  <a:gd name="connsiteY176" fmla="*/ 182017 h 605919"/>
                  <a:gd name="connsiteX177" fmla="*/ 356497 w 607336"/>
                  <a:gd name="connsiteY177" fmla="*/ 184057 h 605919"/>
                  <a:gd name="connsiteX178" fmla="*/ 348605 w 607336"/>
                  <a:gd name="connsiteY178" fmla="*/ 181368 h 605919"/>
                  <a:gd name="connsiteX179" fmla="*/ 303666 w 607336"/>
                  <a:gd name="connsiteY179" fmla="*/ 147802 h 605919"/>
                  <a:gd name="connsiteX180" fmla="*/ 258820 w 607336"/>
                  <a:gd name="connsiteY180" fmla="*/ 181368 h 605919"/>
                  <a:gd name="connsiteX181" fmla="*/ 243871 w 607336"/>
                  <a:gd name="connsiteY181" fmla="*/ 182017 h 605919"/>
                  <a:gd name="connsiteX182" fmla="*/ 237929 w 607336"/>
                  <a:gd name="connsiteY182" fmla="*/ 168294 h 605919"/>
                  <a:gd name="connsiteX183" fmla="*/ 249721 w 607336"/>
                  <a:gd name="connsiteY183" fmla="*/ 109229 h 605919"/>
                  <a:gd name="connsiteX184" fmla="*/ 215088 w 607336"/>
                  <a:gd name="connsiteY184" fmla="*/ 74735 h 605919"/>
                  <a:gd name="connsiteX185" fmla="*/ 212210 w 607336"/>
                  <a:gd name="connsiteY185" fmla="*/ 60363 h 605919"/>
                  <a:gd name="connsiteX186" fmla="*/ 224466 w 607336"/>
                  <a:gd name="connsiteY186" fmla="*/ 52203 h 605919"/>
                  <a:gd name="connsiteX187" fmla="*/ 269126 w 607336"/>
                  <a:gd name="connsiteY187" fmla="*/ 52203 h 605919"/>
                  <a:gd name="connsiteX188" fmla="*/ 291874 w 607336"/>
                  <a:gd name="connsiteY188" fmla="*/ 6676 h 605919"/>
                  <a:gd name="connsiteX189" fmla="*/ 303666 w 607336"/>
                  <a:gd name="connsiteY189" fmla="*/ 0 h 605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</a:cxnLst>
                <a:rect l="l" t="t" r="r" b="b"/>
                <a:pathLst>
                  <a:path w="607336" h="605919">
                    <a:moveTo>
                      <a:pt x="435684" y="463990"/>
                    </a:moveTo>
                    <a:lnTo>
                      <a:pt x="421104" y="493187"/>
                    </a:lnTo>
                    <a:cubicBezTo>
                      <a:pt x="418876" y="497637"/>
                      <a:pt x="414326" y="500417"/>
                      <a:pt x="409311" y="500417"/>
                    </a:cubicBezTo>
                    <a:lnTo>
                      <a:pt x="388325" y="500417"/>
                    </a:lnTo>
                    <a:lnTo>
                      <a:pt x="405411" y="517472"/>
                    </a:lnTo>
                    <a:cubicBezTo>
                      <a:pt x="408568" y="520623"/>
                      <a:pt x="409961" y="525072"/>
                      <a:pt x="409033" y="529429"/>
                    </a:cubicBezTo>
                    <a:lnTo>
                      <a:pt x="402625" y="561499"/>
                    </a:lnTo>
                    <a:lnTo>
                      <a:pt x="427790" y="542591"/>
                    </a:lnTo>
                    <a:cubicBezTo>
                      <a:pt x="430112" y="540830"/>
                      <a:pt x="432991" y="539995"/>
                      <a:pt x="435684" y="539995"/>
                    </a:cubicBezTo>
                    <a:cubicBezTo>
                      <a:pt x="438469" y="539995"/>
                      <a:pt x="441255" y="540830"/>
                      <a:pt x="443670" y="542591"/>
                    </a:cubicBezTo>
                    <a:lnTo>
                      <a:pt x="468835" y="561499"/>
                    </a:lnTo>
                    <a:lnTo>
                      <a:pt x="462427" y="529429"/>
                    </a:lnTo>
                    <a:cubicBezTo>
                      <a:pt x="461499" y="525072"/>
                      <a:pt x="462892" y="520623"/>
                      <a:pt x="466049" y="517472"/>
                    </a:cubicBezTo>
                    <a:lnTo>
                      <a:pt x="483042" y="500417"/>
                    </a:lnTo>
                    <a:lnTo>
                      <a:pt x="462149" y="500417"/>
                    </a:lnTo>
                    <a:cubicBezTo>
                      <a:pt x="457134" y="500417"/>
                      <a:pt x="452584" y="497637"/>
                      <a:pt x="450356" y="493187"/>
                    </a:cubicBezTo>
                    <a:close/>
                    <a:moveTo>
                      <a:pt x="171614" y="463990"/>
                    </a:moveTo>
                    <a:lnTo>
                      <a:pt x="157040" y="493187"/>
                    </a:lnTo>
                    <a:cubicBezTo>
                      <a:pt x="154813" y="497637"/>
                      <a:pt x="150171" y="500417"/>
                      <a:pt x="145252" y="500417"/>
                    </a:cubicBezTo>
                    <a:lnTo>
                      <a:pt x="124273" y="500417"/>
                    </a:lnTo>
                    <a:lnTo>
                      <a:pt x="141353" y="517472"/>
                    </a:lnTo>
                    <a:cubicBezTo>
                      <a:pt x="144416" y="520623"/>
                      <a:pt x="145809" y="525072"/>
                      <a:pt x="144973" y="529429"/>
                    </a:cubicBezTo>
                    <a:lnTo>
                      <a:pt x="138568" y="561499"/>
                    </a:lnTo>
                    <a:lnTo>
                      <a:pt x="163724" y="542591"/>
                    </a:lnTo>
                    <a:cubicBezTo>
                      <a:pt x="166044" y="540830"/>
                      <a:pt x="168829" y="539995"/>
                      <a:pt x="171614" y="539995"/>
                    </a:cubicBezTo>
                    <a:cubicBezTo>
                      <a:pt x="174399" y="539995"/>
                      <a:pt x="177183" y="540830"/>
                      <a:pt x="179504" y="542591"/>
                    </a:cubicBezTo>
                    <a:lnTo>
                      <a:pt x="204660" y="561499"/>
                    </a:lnTo>
                    <a:lnTo>
                      <a:pt x="198255" y="529429"/>
                    </a:lnTo>
                    <a:cubicBezTo>
                      <a:pt x="197419" y="525072"/>
                      <a:pt x="198812" y="520623"/>
                      <a:pt x="201875" y="517472"/>
                    </a:cubicBezTo>
                    <a:lnTo>
                      <a:pt x="218955" y="500417"/>
                    </a:lnTo>
                    <a:lnTo>
                      <a:pt x="197976" y="500417"/>
                    </a:lnTo>
                    <a:cubicBezTo>
                      <a:pt x="193057" y="500417"/>
                      <a:pt x="188415" y="497637"/>
                      <a:pt x="186187" y="493187"/>
                    </a:cubicBezTo>
                    <a:close/>
                    <a:moveTo>
                      <a:pt x="435695" y="421910"/>
                    </a:moveTo>
                    <a:cubicBezTo>
                      <a:pt x="440490" y="421910"/>
                      <a:pt x="445295" y="424134"/>
                      <a:pt x="447570" y="428583"/>
                    </a:cubicBezTo>
                    <a:lnTo>
                      <a:pt x="470321" y="474094"/>
                    </a:lnTo>
                    <a:lnTo>
                      <a:pt x="514986" y="474094"/>
                    </a:lnTo>
                    <a:cubicBezTo>
                      <a:pt x="520279" y="474094"/>
                      <a:pt x="525108" y="477245"/>
                      <a:pt x="527151" y="482250"/>
                    </a:cubicBezTo>
                    <a:cubicBezTo>
                      <a:pt x="529194" y="487163"/>
                      <a:pt x="528080" y="492817"/>
                      <a:pt x="524272" y="496617"/>
                    </a:cubicBezTo>
                    <a:lnTo>
                      <a:pt x="489635" y="531190"/>
                    </a:lnTo>
                    <a:lnTo>
                      <a:pt x="501429" y="590140"/>
                    </a:lnTo>
                    <a:cubicBezTo>
                      <a:pt x="502543" y="595516"/>
                      <a:pt x="500222" y="600985"/>
                      <a:pt x="495579" y="603858"/>
                    </a:cubicBezTo>
                    <a:cubicBezTo>
                      <a:pt x="493443" y="605248"/>
                      <a:pt x="491028" y="605897"/>
                      <a:pt x="488521" y="605897"/>
                    </a:cubicBezTo>
                    <a:cubicBezTo>
                      <a:pt x="485735" y="605897"/>
                      <a:pt x="482950" y="604970"/>
                      <a:pt x="480628" y="603302"/>
                    </a:cubicBezTo>
                    <a:lnTo>
                      <a:pt x="435684" y="569656"/>
                    </a:lnTo>
                    <a:lnTo>
                      <a:pt x="390832" y="603302"/>
                    </a:lnTo>
                    <a:cubicBezTo>
                      <a:pt x="386375" y="606546"/>
                      <a:pt x="380524" y="606824"/>
                      <a:pt x="375881" y="603858"/>
                    </a:cubicBezTo>
                    <a:cubicBezTo>
                      <a:pt x="371238" y="600985"/>
                      <a:pt x="368917" y="595516"/>
                      <a:pt x="369938" y="590140"/>
                    </a:cubicBezTo>
                    <a:lnTo>
                      <a:pt x="381732" y="531190"/>
                    </a:lnTo>
                    <a:lnTo>
                      <a:pt x="347095" y="496617"/>
                    </a:lnTo>
                    <a:cubicBezTo>
                      <a:pt x="343380" y="492817"/>
                      <a:pt x="342266" y="487163"/>
                      <a:pt x="344309" y="482250"/>
                    </a:cubicBezTo>
                    <a:cubicBezTo>
                      <a:pt x="346352" y="477245"/>
                      <a:pt x="351181" y="474094"/>
                      <a:pt x="356474" y="474094"/>
                    </a:cubicBezTo>
                    <a:lnTo>
                      <a:pt x="401139" y="474094"/>
                    </a:lnTo>
                    <a:lnTo>
                      <a:pt x="423890" y="428583"/>
                    </a:lnTo>
                    <a:cubicBezTo>
                      <a:pt x="426119" y="424134"/>
                      <a:pt x="430901" y="421910"/>
                      <a:pt x="435695" y="421910"/>
                    </a:cubicBezTo>
                    <a:close/>
                    <a:moveTo>
                      <a:pt x="171614" y="421910"/>
                    </a:moveTo>
                    <a:cubicBezTo>
                      <a:pt x="176395" y="421910"/>
                      <a:pt x="181175" y="424134"/>
                      <a:pt x="183403" y="428583"/>
                    </a:cubicBezTo>
                    <a:lnTo>
                      <a:pt x="206145" y="474094"/>
                    </a:lnTo>
                    <a:lnTo>
                      <a:pt x="250794" y="474094"/>
                    </a:lnTo>
                    <a:cubicBezTo>
                      <a:pt x="256178" y="474094"/>
                      <a:pt x="261005" y="477245"/>
                      <a:pt x="262954" y="482250"/>
                    </a:cubicBezTo>
                    <a:cubicBezTo>
                      <a:pt x="264996" y="487163"/>
                      <a:pt x="263882" y="492817"/>
                      <a:pt x="260169" y="496617"/>
                    </a:cubicBezTo>
                    <a:lnTo>
                      <a:pt x="225545" y="531190"/>
                    </a:lnTo>
                    <a:lnTo>
                      <a:pt x="237334" y="590140"/>
                    </a:lnTo>
                    <a:cubicBezTo>
                      <a:pt x="238448" y="595516"/>
                      <a:pt x="236035" y="600985"/>
                      <a:pt x="231393" y="603858"/>
                    </a:cubicBezTo>
                    <a:cubicBezTo>
                      <a:pt x="229351" y="605248"/>
                      <a:pt x="226845" y="605897"/>
                      <a:pt x="224431" y="605897"/>
                    </a:cubicBezTo>
                    <a:cubicBezTo>
                      <a:pt x="221647" y="605897"/>
                      <a:pt x="218862" y="604970"/>
                      <a:pt x="216541" y="603302"/>
                    </a:cubicBezTo>
                    <a:lnTo>
                      <a:pt x="171614" y="569656"/>
                    </a:lnTo>
                    <a:lnTo>
                      <a:pt x="126687" y="603302"/>
                    </a:lnTo>
                    <a:cubicBezTo>
                      <a:pt x="122324" y="606546"/>
                      <a:pt x="116383" y="606824"/>
                      <a:pt x="111742" y="603858"/>
                    </a:cubicBezTo>
                    <a:cubicBezTo>
                      <a:pt x="107100" y="600985"/>
                      <a:pt x="104780" y="595516"/>
                      <a:pt x="105894" y="590140"/>
                    </a:cubicBezTo>
                    <a:lnTo>
                      <a:pt x="117683" y="531190"/>
                    </a:lnTo>
                    <a:lnTo>
                      <a:pt x="83059" y="496617"/>
                    </a:lnTo>
                    <a:cubicBezTo>
                      <a:pt x="79253" y="492817"/>
                      <a:pt x="78139" y="487163"/>
                      <a:pt x="80181" y="482250"/>
                    </a:cubicBezTo>
                    <a:cubicBezTo>
                      <a:pt x="82223" y="477245"/>
                      <a:pt x="87050" y="474094"/>
                      <a:pt x="92434" y="474094"/>
                    </a:cubicBezTo>
                    <a:lnTo>
                      <a:pt x="137083" y="474094"/>
                    </a:lnTo>
                    <a:lnTo>
                      <a:pt x="159825" y="428583"/>
                    </a:lnTo>
                    <a:cubicBezTo>
                      <a:pt x="162053" y="424134"/>
                      <a:pt x="166834" y="421910"/>
                      <a:pt x="171614" y="421910"/>
                    </a:cubicBezTo>
                    <a:close/>
                    <a:moveTo>
                      <a:pt x="514950" y="226678"/>
                    </a:moveTo>
                    <a:lnTo>
                      <a:pt x="500278" y="255875"/>
                    </a:lnTo>
                    <a:cubicBezTo>
                      <a:pt x="498050" y="260325"/>
                      <a:pt x="493500" y="263105"/>
                      <a:pt x="488485" y="263105"/>
                    </a:cubicBezTo>
                    <a:lnTo>
                      <a:pt x="467592" y="263105"/>
                    </a:lnTo>
                    <a:lnTo>
                      <a:pt x="484678" y="280160"/>
                    </a:lnTo>
                    <a:cubicBezTo>
                      <a:pt x="487742" y="283311"/>
                      <a:pt x="489135" y="287760"/>
                      <a:pt x="488207" y="292117"/>
                    </a:cubicBezTo>
                    <a:lnTo>
                      <a:pt x="481799" y="324187"/>
                    </a:lnTo>
                    <a:lnTo>
                      <a:pt x="506964" y="305279"/>
                    </a:lnTo>
                    <a:cubicBezTo>
                      <a:pt x="509379" y="303518"/>
                      <a:pt x="512165" y="302683"/>
                      <a:pt x="514950" y="302683"/>
                    </a:cubicBezTo>
                    <a:cubicBezTo>
                      <a:pt x="517736" y="302683"/>
                      <a:pt x="520522" y="303518"/>
                      <a:pt x="522844" y="305279"/>
                    </a:cubicBezTo>
                    <a:lnTo>
                      <a:pt x="548009" y="324187"/>
                    </a:lnTo>
                    <a:lnTo>
                      <a:pt x="541601" y="292117"/>
                    </a:lnTo>
                    <a:cubicBezTo>
                      <a:pt x="540766" y="287760"/>
                      <a:pt x="542066" y="283311"/>
                      <a:pt x="545223" y="280160"/>
                    </a:cubicBezTo>
                    <a:lnTo>
                      <a:pt x="562309" y="263105"/>
                    </a:lnTo>
                    <a:lnTo>
                      <a:pt x="541323" y="263105"/>
                    </a:lnTo>
                    <a:cubicBezTo>
                      <a:pt x="536308" y="263105"/>
                      <a:pt x="531758" y="260325"/>
                      <a:pt x="529530" y="255875"/>
                    </a:cubicBezTo>
                    <a:close/>
                    <a:moveTo>
                      <a:pt x="92440" y="226678"/>
                    </a:moveTo>
                    <a:lnTo>
                      <a:pt x="77774" y="255875"/>
                    </a:lnTo>
                    <a:cubicBezTo>
                      <a:pt x="75546" y="260325"/>
                      <a:pt x="70997" y="263105"/>
                      <a:pt x="65985" y="263105"/>
                    </a:cubicBezTo>
                    <a:lnTo>
                      <a:pt x="45099" y="263105"/>
                    </a:lnTo>
                    <a:lnTo>
                      <a:pt x="62086" y="280160"/>
                    </a:lnTo>
                    <a:cubicBezTo>
                      <a:pt x="65242" y="283219"/>
                      <a:pt x="66635" y="287760"/>
                      <a:pt x="65706" y="292024"/>
                    </a:cubicBezTo>
                    <a:lnTo>
                      <a:pt x="59301" y="324187"/>
                    </a:lnTo>
                    <a:lnTo>
                      <a:pt x="84457" y="305279"/>
                    </a:lnTo>
                    <a:cubicBezTo>
                      <a:pt x="86870" y="303518"/>
                      <a:pt x="89655" y="302683"/>
                      <a:pt x="92440" y="302683"/>
                    </a:cubicBezTo>
                    <a:cubicBezTo>
                      <a:pt x="95225" y="302683"/>
                      <a:pt x="98009" y="303518"/>
                      <a:pt x="100330" y="305279"/>
                    </a:cubicBezTo>
                    <a:lnTo>
                      <a:pt x="125486" y="324187"/>
                    </a:lnTo>
                    <a:lnTo>
                      <a:pt x="119081" y="292117"/>
                    </a:lnTo>
                    <a:cubicBezTo>
                      <a:pt x="118245" y="287760"/>
                      <a:pt x="119545" y="283311"/>
                      <a:pt x="122701" y="280160"/>
                    </a:cubicBezTo>
                    <a:lnTo>
                      <a:pt x="139781" y="263105"/>
                    </a:lnTo>
                    <a:lnTo>
                      <a:pt x="118802" y="263105"/>
                    </a:lnTo>
                    <a:cubicBezTo>
                      <a:pt x="113790" y="263105"/>
                      <a:pt x="109241" y="260325"/>
                      <a:pt x="107013" y="255875"/>
                    </a:cubicBezTo>
                    <a:close/>
                    <a:moveTo>
                      <a:pt x="514938" y="184598"/>
                    </a:moveTo>
                    <a:cubicBezTo>
                      <a:pt x="519732" y="184598"/>
                      <a:pt x="524515" y="186822"/>
                      <a:pt x="526744" y="191271"/>
                    </a:cubicBezTo>
                    <a:lnTo>
                      <a:pt x="549495" y="236782"/>
                    </a:lnTo>
                    <a:lnTo>
                      <a:pt x="594160" y="236782"/>
                    </a:lnTo>
                    <a:cubicBezTo>
                      <a:pt x="599453" y="236782"/>
                      <a:pt x="604282" y="239933"/>
                      <a:pt x="606325" y="244938"/>
                    </a:cubicBezTo>
                    <a:cubicBezTo>
                      <a:pt x="608368" y="249851"/>
                      <a:pt x="607254" y="255505"/>
                      <a:pt x="603539" y="259305"/>
                    </a:cubicBezTo>
                    <a:lnTo>
                      <a:pt x="568902" y="293878"/>
                    </a:lnTo>
                    <a:lnTo>
                      <a:pt x="580696" y="352828"/>
                    </a:lnTo>
                    <a:cubicBezTo>
                      <a:pt x="581717" y="358204"/>
                      <a:pt x="579396" y="363673"/>
                      <a:pt x="574753" y="366546"/>
                    </a:cubicBezTo>
                    <a:cubicBezTo>
                      <a:pt x="572617" y="367936"/>
                      <a:pt x="570202" y="368585"/>
                      <a:pt x="567788" y="368585"/>
                    </a:cubicBezTo>
                    <a:cubicBezTo>
                      <a:pt x="565002" y="368585"/>
                      <a:pt x="562216" y="367658"/>
                      <a:pt x="559802" y="365990"/>
                    </a:cubicBezTo>
                    <a:lnTo>
                      <a:pt x="514950" y="332344"/>
                    </a:lnTo>
                    <a:lnTo>
                      <a:pt x="470006" y="365990"/>
                    </a:lnTo>
                    <a:cubicBezTo>
                      <a:pt x="465642" y="369234"/>
                      <a:pt x="459698" y="369512"/>
                      <a:pt x="455055" y="366546"/>
                    </a:cubicBezTo>
                    <a:cubicBezTo>
                      <a:pt x="450412" y="363673"/>
                      <a:pt x="448091" y="358204"/>
                      <a:pt x="449205" y="352828"/>
                    </a:cubicBezTo>
                    <a:lnTo>
                      <a:pt x="460999" y="293878"/>
                    </a:lnTo>
                    <a:lnTo>
                      <a:pt x="426362" y="259305"/>
                    </a:lnTo>
                    <a:cubicBezTo>
                      <a:pt x="422554" y="255505"/>
                      <a:pt x="421440" y="249851"/>
                      <a:pt x="423483" y="244938"/>
                    </a:cubicBezTo>
                    <a:cubicBezTo>
                      <a:pt x="425526" y="239933"/>
                      <a:pt x="430355" y="236782"/>
                      <a:pt x="435648" y="236782"/>
                    </a:cubicBezTo>
                    <a:lnTo>
                      <a:pt x="480313" y="236782"/>
                    </a:lnTo>
                    <a:lnTo>
                      <a:pt x="503064" y="191271"/>
                    </a:lnTo>
                    <a:cubicBezTo>
                      <a:pt x="505339" y="186822"/>
                      <a:pt x="510145" y="184598"/>
                      <a:pt x="514938" y="184598"/>
                    </a:cubicBezTo>
                    <a:close/>
                    <a:moveTo>
                      <a:pt x="92394" y="184598"/>
                    </a:moveTo>
                    <a:cubicBezTo>
                      <a:pt x="97174" y="184598"/>
                      <a:pt x="101955" y="186822"/>
                      <a:pt x="104229" y="191271"/>
                    </a:cubicBezTo>
                    <a:lnTo>
                      <a:pt x="126971" y="236782"/>
                    </a:lnTo>
                    <a:lnTo>
                      <a:pt x="171620" y="236782"/>
                    </a:lnTo>
                    <a:cubicBezTo>
                      <a:pt x="176911" y="236782"/>
                      <a:pt x="181738" y="239933"/>
                      <a:pt x="183780" y="244938"/>
                    </a:cubicBezTo>
                    <a:cubicBezTo>
                      <a:pt x="185822" y="249851"/>
                      <a:pt x="184708" y="255505"/>
                      <a:pt x="180902" y="259305"/>
                    </a:cubicBezTo>
                    <a:lnTo>
                      <a:pt x="146371" y="293878"/>
                    </a:lnTo>
                    <a:lnTo>
                      <a:pt x="158160" y="352828"/>
                    </a:lnTo>
                    <a:cubicBezTo>
                      <a:pt x="159181" y="358204"/>
                      <a:pt x="156861" y="363673"/>
                      <a:pt x="152219" y="366546"/>
                    </a:cubicBezTo>
                    <a:cubicBezTo>
                      <a:pt x="150084" y="367936"/>
                      <a:pt x="147671" y="368585"/>
                      <a:pt x="145257" y="368585"/>
                    </a:cubicBezTo>
                    <a:cubicBezTo>
                      <a:pt x="142473" y="368585"/>
                      <a:pt x="139688" y="367658"/>
                      <a:pt x="137274" y="365990"/>
                    </a:cubicBezTo>
                    <a:lnTo>
                      <a:pt x="92440" y="332344"/>
                    </a:lnTo>
                    <a:lnTo>
                      <a:pt x="47513" y="365990"/>
                    </a:lnTo>
                    <a:cubicBezTo>
                      <a:pt x="43150" y="369234"/>
                      <a:pt x="37209" y="369512"/>
                      <a:pt x="32568" y="366546"/>
                    </a:cubicBezTo>
                    <a:cubicBezTo>
                      <a:pt x="27926" y="363673"/>
                      <a:pt x="25606" y="358204"/>
                      <a:pt x="26627" y="352828"/>
                    </a:cubicBezTo>
                    <a:lnTo>
                      <a:pt x="38509" y="293878"/>
                    </a:lnTo>
                    <a:lnTo>
                      <a:pt x="3885" y="259305"/>
                    </a:lnTo>
                    <a:cubicBezTo>
                      <a:pt x="79" y="255505"/>
                      <a:pt x="-1035" y="249851"/>
                      <a:pt x="1007" y="244938"/>
                    </a:cubicBezTo>
                    <a:cubicBezTo>
                      <a:pt x="3049" y="239933"/>
                      <a:pt x="7876" y="236782"/>
                      <a:pt x="13167" y="236782"/>
                    </a:cubicBezTo>
                    <a:lnTo>
                      <a:pt x="57816" y="236782"/>
                    </a:lnTo>
                    <a:lnTo>
                      <a:pt x="80558" y="191271"/>
                    </a:lnTo>
                    <a:cubicBezTo>
                      <a:pt x="82833" y="186822"/>
                      <a:pt x="87613" y="184598"/>
                      <a:pt x="92394" y="184598"/>
                    </a:cubicBezTo>
                    <a:close/>
                    <a:moveTo>
                      <a:pt x="303666" y="42096"/>
                    </a:moveTo>
                    <a:lnTo>
                      <a:pt x="289089" y="71304"/>
                    </a:lnTo>
                    <a:cubicBezTo>
                      <a:pt x="286860" y="75755"/>
                      <a:pt x="282311" y="78537"/>
                      <a:pt x="277297" y="78537"/>
                    </a:cubicBezTo>
                    <a:lnTo>
                      <a:pt x="256313" y="78537"/>
                    </a:lnTo>
                    <a:lnTo>
                      <a:pt x="273397" y="95598"/>
                    </a:lnTo>
                    <a:cubicBezTo>
                      <a:pt x="276554" y="98658"/>
                      <a:pt x="277854" y="103201"/>
                      <a:pt x="277018" y="107467"/>
                    </a:cubicBezTo>
                    <a:lnTo>
                      <a:pt x="270612" y="139642"/>
                    </a:lnTo>
                    <a:lnTo>
                      <a:pt x="295774" y="120726"/>
                    </a:lnTo>
                    <a:cubicBezTo>
                      <a:pt x="298095" y="118965"/>
                      <a:pt x="300881" y="118130"/>
                      <a:pt x="303666" y="118130"/>
                    </a:cubicBezTo>
                    <a:cubicBezTo>
                      <a:pt x="306451" y="118130"/>
                      <a:pt x="309237" y="118965"/>
                      <a:pt x="311651" y="120726"/>
                    </a:cubicBezTo>
                    <a:lnTo>
                      <a:pt x="336813" y="139642"/>
                    </a:lnTo>
                    <a:lnTo>
                      <a:pt x="330407" y="107467"/>
                    </a:lnTo>
                    <a:cubicBezTo>
                      <a:pt x="329478" y="103201"/>
                      <a:pt x="330871" y="98751"/>
                      <a:pt x="333935" y="95598"/>
                    </a:cubicBezTo>
                    <a:lnTo>
                      <a:pt x="351019" y="78537"/>
                    </a:lnTo>
                    <a:lnTo>
                      <a:pt x="330128" y="78537"/>
                    </a:lnTo>
                    <a:cubicBezTo>
                      <a:pt x="325114" y="78537"/>
                      <a:pt x="320565" y="75755"/>
                      <a:pt x="318336" y="71304"/>
                    </a:cubicBezTo>
                    <a:close/>
                    <a:moveTo>
                      <a:pt x="303666" y="0"/>
                    </a:moveTo>
                    <a:cubicBezTo>
                      <a:pt x="308448" y="0"/>
                      <a:pt x="313229" y="2225"/>
                      <a:pt x="315458" y="6676"/>
                    </a:cubicBezTo>
                    <a:lnTo>
                      <a:pt x="338206" y="52203"/>
                    </a:lnTo>
                    <a:lnTo>
                      <a:pt x="382866" y="52203"/>
                    </a:lnTo>
                    <a:cubicBezTo>
                      <a:pt x="388251" y="52203"/>
                      <a:pt x="393080" y="55356"/>
                      <a:pt x="395122" y="60363"/>
                    </a:cubicBezTo>
                    <a:cubicBezTo>
                      <a:pt x="397165" y="65277"/>
                      <a:pt x="395958" y="70933"/>
                      <a:pt x="392244" y="74735"/>
                    </a:cubicBezTo>
                    <a:lnTo>
                      <a:pt x="357611" y="109229"/>
                    </a:lnTo>
                    <a:lnTo>
                      <a:pt x="369403" y="168294"/>
                    </a:lnTo>
                    <a:cubicBezTo>
                      <a:pt x="370517" y="173579"/>
                      <a:pt x="368196" y="179143"/>
                      <a:pt x="363461" y="182017"/>
                    </a:cubicBezTo>
                    <a:cubicBezTo>
                      <a:pt x="361418" y="183408"/>
                      <a:pt x="359004" y="184057"/>
                      <a:pt x="356497" y="184057"/>
                    </a:cubicBezTo>
                    <a:cubicBezTo>
                      <a:pt x="353712" y="184057"/>
                      <a:pt x="350926" y="183130"/>
                      <a:pt x="348605" y="181368"/>
                    </a:cubicBezTo>
                    <a:lnTo>
                      <a:pt x="303666" y="147802"/>
                    </a:lnTo>
                    <a:lnTo>
                      <a:pt x="258820" y="181368"/>
                    </a:lnTo>
                    <a:cubicBezTo>
                      <a:pt x="254363" y="184706"/>
                      <a:pt x="248514" y="184984"/>
                      <a:pt x="243871" y="182017"/>
                    </a:cubicBezTo>
                    <a:cubicBezTo>
                      <a:pt x="239229" y="179143"/>
                      <a:pt x="236815" y="173672"/>
                      <a:pt x="237929" y="168294"/>
                    </a:cubicBezTo>
                    <a:lnTo>
                      <a:pt x="249721" y="109229"/>
                    </a:lnTo>
                    <a:lnTo>
                      <a:pt x="215088" y="74735"/>
                    </a:lnTo>
                    <a:cubicBezTo>
                      <a:pt x="211374" y="70933"/>
                      <a:pt x="210167" y="65277"/>
                      <a:pt x="212210" y="60363"/>
                    </a:cubicBezTo>
                    <a:cubicBezTo>
                      <a:pt x="214345" y="55356"/>
                      <a:pt x="219081" y="52203"/>
                      <a:pt x="224466" y="52203"/>
                    </a:cubicBezTo>
                    <a:lnTo>
                      <a:pt x="269126" y="52203"/>
                    </a:lnTo>
                    <a:lnTo>
                      <a:pt x="291874" y="6676"/>
                    </a:lnTo>
                    <a:cubicBezTo>
                      <a:pt x="294103" y="2225"/>
                      <a:pt x="298884" y="0"/>
                      <a:pt x="303666" y="0"/>
                    </a:cubicBezTo>
                    <a:close/>
                  </a:path>
                </a:pathLst>
              </a:cu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43" name="文本框 15">
                <a:extLst>
                  <a:ext uri="{FF2B5EF4-FFF2-40B4-BE49-F238E27FC236}">
                    <a16:creationId xmlns:a16="http://schemas.microsoft.com/office/drawing/2014/main" id="{12E44B7E-FFA6-788F-036B-B437D6C1469A}"/>
                  </a:ext>
                </a:extLst>
              </p:cNvPr>
              <p:cNvSpPr txBox="1"/>
              <p:nvPr/>
            </p:nvSpPr>
            <p:spPr>
              <a:xfrm>
                <a:off x="6176686" y="146948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项目成果</a:t>
                </a:r>
              </a:p>
            </p:txBody>
          </p:sp>
          <p:sp>
            <p:nvSpPr>
              <p:cNvPr id="45" name="文本框 15">
                <a:extLst>
                  <a:ext uri="{FF2B5EF4-FFF2-40B4-BE49-F238E27FC236}">
                    <a16:creationId xmlns:a16="http://schemas.microsoft.com/office/drawing/2014/main" id="{767287C2-8F4F-8687-08C4-B59228DD02AB}"/>
                  </a:ext>
                </a:extLst>
              </p:cNvPr>
              <p:cNvSpPr txBox="1"/>
              <p:nvPr/>
            </p:nvSpPr>
            <p:spPr>
              <a:xfrm>
                <a:off x="7803323" y="154436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项目创新</a:t>
                </a:r>
              </a:p>
            </p:txBody>
          </p:sp>
          <p:sp>
            <p:nvSpPr>
              <p:cNvPr id="46" name="文本框 15">
                <a:extLst>
                  <a:ext uri="{FF2B5EF4-FFF2-40B4-BE49-F238E27FC236}">
                    <a16:creationId xmlns:a16="http://schemas.microsoft.com/office/drawing/2014/main" id="{796A84C1-9403-7A32-350B-B42639FE347C}"/>
                  </a:ext>
                </a:extLst>
              </p:cNvPr>
              <p:cNvSpPr txBox="1"/>
              <p:nvPr/>
            </p:nvSpPr>
            <p:spPr>
              <a:xfrm>
                <a:off x="9372724" y="140702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项目反思</a:t>
                </a:r>
              </a:p>
            </p:txBody>
          </p:sp>
        </p:grpSp>
        <p:sp>
          <p:nvSpPr>
            <p:cNvPr id="19" name="thinking_151421">
              <a:extLst>
                <a:ext uri="{FF2B5EF4-FFF2-40B4-BE49-F238E27FC236}">
                  <a16:creationId xmlns:a16="http://schemas.microsoft.com/office/drawing/2014/main" id="{DFD8BE14-B9AC-3E71-7409-8F5EDDD4D2F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386765" y="268573"/>
              <a:ext cx="177127" cy="234000"/>
            </a:xfrm>
            <a:custGeom>
              <a:avLst/>
              <a:gdLst>
                <a:gd name="connsiteX0" fmla="*/ 227211 w 460766"/>
                <a:gd name="connsiteY0" fmla="*/ 104062 h 608712"/>
                <a:gd name="connsiteX1" fmla="*/ 249692 w 460766"/>
                <a:gd name="connsiteY1" fmla="*/ 116855 h 608712"/>
                <a:gd name="connsiteX2" fmla="*/ 209188 w 460766"/>
                <a:gd name="connsiteY2" fmla="*/ 187641 h 608712"/>
                <a:gd name="connsiteX3" fmla="*/ 258324 w 460766"/>
                <a:gd name="connsiteY3" fmla="*/ 187641 h 608712"/>
                <a:gd name="connsiteX4" fmla="*/ 269422 w 460766"/>
                <a:gd name="connsiteY4" fmla="*/ 193990 h 608712"/>
                <a:gd name="connsiteX5" fmla="*/ 269706 w 460766"/>
                <a:gd name="connsiteY5" fmla="*/ 206687 h 608712"/>
                <a:gd name="connsiteX6" fmla="*/ 216777 w 460766"/>
                <a:gd name="connsiteY6" fmla="*/ 306091 h 608712"/>
                <a:gd name="connsiteX7" fmla="*/ 193917 w 460766"/>
                <a:gd name="connsiteY7" fmla="*/ 293962 h 608712"/>
                <a:gd name="connsiteX8" fmla="*/ 236697 w 460766"/>
                <a:gd name="connsiteY8" fmla="*/ 213510 h 608712"/>
                <a:gd name="connsiteX9" fmla="*/ 186803 w 460766"/>
                <a:gd name="connsiteY9" fmla="*/ 213510 h 608712"/>
                <a:gd name="connsiteX10" fmla="*/ 175610 w 460766"/>
                <a:gd name="connsiteY10" fmla="*/ 207066 h 608712"/>
                <a:gd name="connsiteX11" fmla="*/ 175610 w 460766"/>
                <a:gd name="connsiteY11" fmla="*/ 194179 h 608712"/>
                <a:gd name="connsiteX12" fmla="*/ 207700 w 460766"/>
                <a:gd name="connsiteY12" fmla="*/ 26413 h 608712"/>
                <a:gd name="connsiteX13" fmla="*/ 201361 w 460766"/>
                <a:gd name="connsiteY13" fmla="*/ 26549 h 608712"/>
                <a:gd name="connsiteX14" fmla="*/ 25905 w 460766"/>
                <a:gd name="connsiteY14" fmla="*/ 206216 h 608712"/>
                <a:gd name="connsiteX15" fmla="*/ 63008 w 460766"/>
                <a:gd name="connsiteY15" fmla="*/ 316708 h 608712"/>
                <a:gd name="connsiteX16" fmla="*/ 110928 w 460766"/>
                <a:gd name="connsiteY16" fmla="*/ 466620 h 608712"/>
                <a:gd name="connsiteX17" fmla="*/ 109315 w 460766"/>
                <a:gd name="connsiteY17" fmla="*/ 512958 h 608712"/>
                <a:gd name="connsiteX18" fmla="*/ 107797 w 460766"/>
                <a:gd name="connsiteY18" fmla="*/ 553895 h 608712"/>
                <a:gd name="connsiteX19" fmla="*/ 118994 w 460766"/>
                <a:gd name="connsiteY19" fmla="*/ 563466 h 608712"/>
                <a:gd name="connsiteX20" fmla="*/ 251179 w 460766"/>
                <a:gd name="connsiteY20" fmla="*/ 580902 h 608712"/>
                <a:gd name="connsiteX21" fmla="*/ 269208 w 460766"/>
                <a:gd name="connsiteY21" fmla="*/ 520539 h 608712"/>
                <a:gd name="connsiteX22" fmla="*/ 352523 w 460766"/>
                <a:gd name="connsiteY22" fmla="*/ 496849 h 608712"/>
                <a:gd name="connsiteX23" fmla="*/ 362867 w 460766"/>
                <a:gd name="connsiteY23" fmla="*/ 473917 h 608712"/>
                <a:gd name="connsiteX24" fmla="*/ 370078 w 460766"/>
                <a:gd name="connsiteY24" fmla="*/ 424072 h 608712"/>
                <a:gd name="connsiteX25" fmla="*/ 359071 w 460766"/>
                <a:gd name="connsiteY25" fmla="*/ 413080 h 608712"/>
                <a:gd name="connsiteX26" fmla="*/ 363056 w 460766"/>
                <a:gd name="connsiteY26" fmla="*/ 397350 h 608712"/>
                <a:gd name="connsiteX27" fmla="*/ 385546 w 460766"/>
                <a:gd name="connsiteY27" fmla="*/ 388442 h 608712"/>
                <a:gd name="connsiteX28" fmla="*/ 395604 w 460766"/>
                <a:gd name="connsiteY28" fmla="*/ 354233 h 608712"/>
                <a:gd name="connsiteX29" fmla="*/ 435079 w 460766"/>
                <a:gd name="connsiteY29" fmla="*/ 340872 h 608712"/>
                <a:gd name="connsiteX30" fmla="*/ 421320 w 460766"/>
                <a:gd name="connsiteY30" fmla="*/ 295860 h 608712"/>
                <a:gd name="connsiteX31" fmla="*/ 411167 w 460766"/>
                <a:gd name="connsiteY31" fmla="*/ 210481 h 608712"/>
                <a:gd name="connsiteX32" fmla="*/ 396363 w 460766"/>
                <a:gd name="connsiteY32" fmla="*/ 124248 h 608712"/>
                <a:gd name="connsiteX33" fmla="*/ 207700 w 460766"/>
                <a:gd name="connsiteY33" fmla="*/ 26413 h 608712"/>
                <a:gd name="connsiteX34" fmla="*/ 223516 w 460766"/>
                <a:gd name="connsiteY34" fmla="*/ 133 h 608712"/>
                <a:gd name="connsiteX35" fmla="*/ 419422 w 460766"/>
                <a:gd name="connsiteY35" fmla="*/ 112403 h 608712"/>
                <a:gd name="connsiteX36" fmla="*/ 437072 w 460766"/>
                <a:gd name="connsiteY36" fmla="*/ 210481 h 608712"/>
                <a:gd name="connsiteX37" fmla="*/ 446751 w 460766"/>
                <a:gd name="connsiteY37" fmla="*/ 290743 h 608712"/>
                <a:gd name="connsiteX38" fmla="*/ 460415 w 460766"/>
                <a:gd name="connsiteY38" fmla="*/ 350064 h 608712"/>
                <a:gd name="connsiteX39" fmla="*/ 410123 w 460766"/>
                <a:gd name="connsiteY39" fmla="*/ 375555 h 608712"/>
                <a:gd name="connsiteX40" fmla="*/ 406517 w 460766"/>
                <a:gd name="connsiteY40" fmla="*/ 404457 h 608712"/>
                <a:gd name="connsiteX41" fmla="*/ 397123 w 460766"/>
                <a:gd name="connsiteY41" fmla="*/ 411659 h 608712"/>
                <a:gd name="connsiteX42" fmla="*/ 400823 w 460766"/>
                <a:gd name="connsiteY42" fmla="*/ 429947 h 608712"/>
                <a:gd name="connsiteX43" fmla="*/ 387918 w 460766"/>
                <a:gd name="connsiteY43" fmla="*/ 443498 h 608712"/>
                <a:gd name="connsiteX44" fmla="*/ 388487 w 460766"/>
                <a:gd name="connsiteY44" fmla="*/ 469652 h 608712"/>
                <a:gd name="connsiteX45" fmla="*/ 357078 w 460766"/>
                <a:gd name="connsiteY45" fmla="*/ 522340 h 608712"/>
                <a:gd name="connsiteX46" fmla="*/ 290749 w 460766"/>
                <a:gd name="connsiteY46" fmla="*/ 535038 h 608712"/>
                <a:gd name="connsiteX47" fmla="*/ 276989 w 460766"/>
                <a:gd name="connsiteY47" fmla="*/ 589241 h 608712"/>
                <a:gd name="connsiteX48" fmla="*/ 263515 w 460766"/>
                <a:gd name="connsiteY48" fmla="*/ 608667 h 608712"/>
                <a:gd name="connsiteX49" fmla="*/ 111782 w 460766"/>
                <a:gd name="connsiteY49" fmla="*/ 588672 h 608712"/>
                <a:gd name="connsiteX50" fmla="*/ 105045 w 460766"/>
                <a:gd name="connsiteY50" fmla="*/ 585640 h 608712"/>
                <a:gd name="connsiteX51" fmla="*/ 86541 w 460766"/>
                <a:gd name="connsiteY51" fmla="*/ 569720 h 608712"/>
                <a:gd name="connsiteX52" fmla="*/ 81986 w 460766"/>
                <a:gd name="connsiteY52" fmla="*/ 560244 h 608712"/>
                <a:gd name="connsiteX53" fmla="*/ 83410 w 460766"/>
                <a:gd name="connsiteY53" fmla="*/ 511537 h 608712"/>
                <a:gd name="connsiteX54" fmla="*/ 85023 w 460766"/>
                <a:gd name="connsiteY54" fmla="*/ 466620 h 608712"/>
                <a:gd name="connsiteX55" fmla="*/ 41183 w 460766"/>
                <a:gd name="connsiteY55" fmla="*/ 330733 h 608712"/>
                <a:gd name="connsiteX56" fmla="*/ 0 w 460766"/>
                <a:gd name="connsiteY56" fmla="*/ 206216 h 608712"/>
                <a:gd name="connsiteX57" fmla="*/ 198893 w 460766"/>
                <a:gd name="connsiteY57" fmla="*/ 680 h 608712"/>
                <a:gd name="connsiteX58" fmla="*/ 223516 w 460766"/>
                <a:gd name="connsiteY58" fmla="*/ 133 h 608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460766" h="608712">
                  <a:moveTo>
                    <a:pt x="227211" y="104062"/>
                  </a:moveTo>
                  <a:lnTo>
                    <a:pt x="249692" y="116855"/>
                  </a:lnTo>
                  <a:lnTo>
                    <a:pt x="209188" y="187641"/>
                  </a:lnTo>
                  <a:lnTo>
                    <a:pt x="258324" y="187641"/>
                  </a:lnTo>
                  <a:cubicBezTo>
                    <a:pt x="262782" y="187641"/>
                    <a:pt x="267050" y="190010"/>
                    <a:pt x="269422" y="193990"/>
                  </a:cubicBezTo>
                  <a:cubicBezTo>
                    <a:pt x="271698" y="197875"/>
                    <a:pt x="271888" y="202707"/>
                    <a:pt x="269706" y="206687"/>
                  </a:cubicBezTo>
                  <a:lnTo>
                    <a:pt x="216777" y="306091"/>
                  </a:lnTo>
                  <a:lnTo>
                    <a:pt x="193917" y="293962"/>
                  </a:lnTo>
                  <a:lnTo>
                    <a:pt x="236697" y="213510"/>
                  </a:lnTo>
                  <a:lnTo>
                    <a:pt x="186803" y="213510"/>
                  </a:lnTo>
                  <a:cubicBezTo>
                    <a:pt x="182249" y="213510"/>
                    <a:pt x="177886" y="211141"/>
                    <a:pt x="175610" y="207066"/>
                  </a:cubicBezTo>
                  <a:cubicBezTo>
                    <a:pt x="173333" y="203087"/>
                    <a:pt x="173238" y="198159"/>
                    <a:pt x="175610" y="194179"/>
                  </a:cubicBezTo>
                  <a:close/>
                  <a:moveTo>
                    <a:pt x="207700" y="26413"/>
                  </a:moveTo>
                  <a:cubicBezTo>
                    <a:pt x="203693" y="26425"/>
                    <a:pt x="201432" y="26549"/>
                    <a:pt x="201361" y="26549"/>
                  </a:cubicBezTo>
                  <a:cubicBezTo>
                    <a:pt x="102958" y="27971"/>
                    <a:pt x="25905" y="106907"/>
                    <a:pt x="25905" y="206216"/>
                  </a:cubicBezTo>
                  <a:cubicBezTo>
                    <a:pt x="25905" y="246490"/>
                    <a:pt x="38716" y="284679"/>
                    <a:pt x="63008" y="316708"/>
                  </a:cubicBezTo>
                  <a:cubicBezTo>
                    <a:pt x="63483" y="317182"/>
                    <a:pt x="110928" y="372048"/>
                    <a:pt x="110928" y="466620"/>
                  </a:cubicBezTo>
                  <a:cubicBezTo>
                    <a:pt x="110928" y="483203"/>
                    <a:pt x="110074" y="498365"/>
                    <a:pt x="109315" y="512958"/>
                  </a:cubicBezTo>
                  <a:cubicBezTo>
                    <a:pt x="108461" y="527078"/>
                    <a:pt x="107797" y="540439"/>
                    <a:pt x="107797" y="553895"/>
                  </a:cubicBezTo>
                  <a:lnTo>
                    <a:pt x="118994" y="563466"/>
                  </a:lnTo>
                  <a:lnTo>
                    <a:pt x="251179" y="580902"/>
                  </a:lnTo>
                  <a:cubicBezTo>
                    <a:pt x="252223" y="558538"/>
                    <a:pt x="259055" y="535701"/>
                    <a:pt x="269208" y="520539"/>
                  </a:cubicBezTo>
                  <a:cubicBezTo>
                    <a:pt x="292267" y="486330"/>
                    <a:pt x="345691" y="498081"/>
                    <a:pt x="352523" y="496849"/>
                  </a:cubicBezTo>
                  <a:cubicBezTo>
                    <a:pt x="365998" y="494480"/>
                    <a:pt x="365998" y="492679"/>
                    <a:pt x="362867" y="473917"/>
                  </a:cubicBezTo>
                  <a:cubicBezTo>
                    <a:pt x="361823" y="467568"/>
                    <a:pt x="355465" y="434306"/>
                    <a:pt x="370078" y="424072"/>
                  </a:cubicBezTo>
                  <a:cubicBezTo>
                    <a:pt x="365998" y="421798"/>
                    <a:pt x="361538" y="418576"/>
                    <a:pt x="359071" y="413080"/>
                  </a:cubicBezTo>
                  <a:cubicBezTo>
                    <a:pt x="356509" y="407584"/>
                    <a:pt x="358122" y="400951"/>
                    <a:pt x="363056" y="397350"/>
                  </a:cubicBezTo>
                  <a:cubicBezTo>
                    <a:pt x="367326" y="394128"/>
                    <a:pt x="383648" y="389200"/>
                    <a:pt x="385546" y="388442"/>
                  </a:cubicBezTo>
                  <a:cubicBezTo>
                    <a:pt x="385451" y="387305"/>
                    <a:pt x="379662" y="366078"/>
                    <a:pt x="395604" y="354233"/>
                  </a:cubicBezTo>
                  <a:cubicBezTo>
                    <a:pt x="404904" y="347410"/>
                    <a:pt x="430999" y="348074"/>
                    <a:pt x="435079" y="340872"/>
                  </a:cubicBezTo>
                  <a:cubicBezTo>
                    <a:pt x="436123" y="338977"/>
                    <a:pt x="422933" y="303536"/>
                    <a:pt x="421320" y="295860"/>
                  </a:cubicBezTo>
                  <a:cubicBezTo>
                    <a:pt x="416101" y="269327"/>
                    <a:pt x="411167" y="240615"/>
                    <a:pt x="411167" y="210481"/>
                  </a:cubicBezTo>
                  <a:cubicBezTo>
                    <a:pt x="411167" y="180062"/>
                    <a:pt x="409838" y="150686"/>
                    <a:pt x="396363" y="124248"/>
                  </a:cubicBezTo>
                  <a:cubicBezTo>
                    <a:pt x="349368" y="31796"/>
                    <a:pt x="235751" y="26334"/>
                    <a:pt x="207700" y="26413"/>
                  </a:cubicBezTo>
                  <a:close/>
                  <a:moveTo>
                    <a:pt x="223516" y="133"/>
                  </a:moveTo>
                  <a:cubicBezTo>
                    <a:pt x="268829" y="1604"/>
                    <a:pt x="365690" y="16600"/>
                    <a:pt x="419422" y="112403"/>
                  </a:cubicBezTo>
                  <a:cubicBezTo>
                    <a:pt x="436787" y="143295"/>
                    <a:pt x="437072" y="178072"/>
                    <a:pt x="437072" y="210481"/>
                  </a:cubicBezTo>
                  <a:cubicBezTo>
                    <a:pt x="437072" y="238340"/>
                    <a:pt x="441722" y="265537"/>
                    <a:pt x="446751" y="290743"/>
                  </a:cubicBezTo>
                  <a:cubicBezTo>
                    <a:pt x="447890" y="296145"/>
                    <a:pt x="463262" y="331396"/>
                    <a:pt x="460415" y="350064"/>
                  </a:cubicBezTo>
                  <a:cubicBezTo>
                    <a:pt x="459846" y="353665"/>
                    <a:pt x="447131" y="373849"/>
                    <a:pt x="410123" y="375555"/>
                  </a:cubicBezTo>
                  <a:cubicBezTo>
                    <a:pt x="410407" y="376123"/>
                    <a:pt x="413918" y="394791"/>
                    <a:pt x="406517" y="404457"/>
                  </a:cubicBezTo>
                  <a:cubicBezTo>
                    <a:pt x="404145" y="407679"/>
                    <a:pt x="400823" y="409953"/>
                    <a:pt x="397123" y="411659"/>
                  </a:cubicBezTo>
                  <a:cubicBezTo>
                    <a:pt x="400634" y="415923"/>
                    <a:pt x="402911" y="421798"/>
                    <a:pt x="400823" y="429947"/>
                  </a:cubicBezTo>
                  <a:cubicBezTo>
                    <a:pt x="398831" y="437907"/>
                    <a:pt x="391714" y="440845"/>
                    <a:pt x="387918" y="443498"/>
                  </a:cubicBezTo>
                  <a:cubicBezTo>
                    <a:pt x="384976" y="445678"/>
                    <a:pt x="387538" y="463967"/>
                    <a:pt x="388487" y="469652"/>
                  </a:cubicBezTo>
                  <a:cubicBezTo>
                    <a:pt x="391144" y="485667"/>
                    <a:pt x="396079" y="515422"/>
                    <a:pt x="357078" y="522340"/>
                  </a:cubicBezTo>
                  <a:cubicBezTo>
                    <a:pt x="348158" y="523950"/>
                    <a:pt x="305647" y="514853"/>
                    <a:pt x="290749" y="535038"/>
                  </a:cubicBezTo>
                  <a:cubicBezTo>
                    <a:pt x="281544" y="547451"/>
                    <a:pt x="276515" y="569530"/>
                    <a:pt x="276989" y="589241"/>
                  </a:cubicBezTo>
                  <a:cubicBezTo>
                    <a:pt x="276989" y="589241"/>
                    <a:pt x="280500" y="609804"/>
                    <a:pt x="263515" y="608667"/>
                  </a:cubicBezTo>
                  <a:lnTo>
                    <a:pt x="111782" y="588672"/>
                  </a:lnTo>
                  <a:cubicBezTo>
                    <a:pt x="109220" y="588293"/>
                    <a:pt x="106943" y="587251"/>
                    <a:pt x="105045" y="585640"/>
                  </a:cubicBezTo>
                  <a:lnTo>
                    <a:pt x="86541" y="569720"/>
                  </a:lnTo>
                  <a:cubicBezTo>
                    <a:pt x="83694" y="567351"/>
                    <a:pt x="82081" y="563845"/>
                    <a:pt x="81986" y="560244"/>
                  </a:cubicBezTo>
                  <a:cubicBezTo>
                    <a:pt x="81607" y="543850"/>
                    <a:pt x="82461" y="528120"/>
                    <a:pt x="83410" y="511537"/>
                  </a:cubicBezTo>
                  <a:cubicBezTo>
                    <a:pt x="84169" y="497228"/>
                    <a:pt x="85023" y="482445"/>
                    <a:pt x="85023" y="466620"/>
                  </a:cubicBezTo>
                  <a:cubicBezTo>
                    <a:pt x="85023" y="380672"/>
                    <a:pt x="41468" y="331206"/>
                    <a:pt x="41183" y="330733"/>
                  </a:cubicBezTo>
                  <a:cubicBezTo>
                    <a:pt x="14234" y="294534"/>
                    <a:pt x="0" y="251607"/>
                    <a:pt x="0" y="206216"/>
                  </a:cubicBezTo>
                  <a:cubicBezTo>
                    <a:pt x="0" y="93261"/>
                    <a:pt x="87205" y="3428"/>
                    <a:pt x="198893" y="680"/>
                  </a:cubicBezTo>
                  <a:cubicBezTo>
                    <a:pt x="199036" y="656"/>
                    <a:pt x="208412" y="-357"/>
                    <a:pt x="223516" y="133"/>
                  </a:cubicBezTo>
                  <a:close/>
                </a:path>
              </a:pathLst>
            </a:custGeom>
            <a:solidFill>
              <a:schemeClr val="bg1">
                <a:alpha val="70000"/>
              </a:schemeClr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2.0 95 ExtraBold"/>
                <a:cs typeface="+mn-cs"/>
              </a:endParaRP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2F43CFC2-B408-53A4-5E67-E2478437647F}"/>
                </a:ext>
              </a:extLst>
            </p:cNvPr>
            <p:cNvCxnSpPr/>
            <p:nvPr/>
          </p:nvCxnSpPr>
          <p:spPr>
            <a:xfrm>
              <a:off x="7892812" y="215316"/>
              <a:ext cx="0" cy="242466"/>
            </a:xfrm>
            <a:prstGeom prst="line">
              <a:avLst/>
            </a:prstGeom>
            <a:ln>
              <a:solidFill>
                <a:schemeClr val="bg1">
                  <a:lumMod val="95000"/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C67014AF-957B-20AC-78C0-D33954A9042A}"/>
                </a:ext>
              </a:extLst>
            </p:cNvPr>
            <p:cNvCxnSpPr/>
            <p:nvPr/>
          </p:nvCxnSpPr>
          <p:spPr>
            <a:xfrm>
              <a:off x="4564574" y="231556"/>
              <a:ext cx="0" cy="242466"/>
            </a:xfrm>
            <a:prstGeom prst="line">
              <a:avLst/>
            </a:prstGeom>
            <a:ln>
              <a:solidFill>
                <a:schemeClr val="bg1">
                  <a:lumMod val="95000"/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98ED130E-B9CC-6554-6794-CC55B85C9634}"/>
                </a:ext>
              </a:extLst>
            </p:cNvPr>
            <p:cNvGrpSpPr/>
            <p:nvPr/>
          </p:nvGrpSpPr>
          <p:grpSpPr>
            <a:xfrm>
              <a:off x="172697" y="150371"/>
              <a:ext cx="409799" cy="72000"/>
              <a:chOff x="172697" y="114275"/>
              <a:chExt cx="409799" cy="72000"/>
            </a:xfrm>
          </p:grpSpPr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7DCB1D4B-E87F-4E62-5338-D80CFC52AA6C}"/>
                  </a:ext>
                </a:extLst>
              </p:cNvPr>
              <p:cNvSpPr/>
              <p:nvPr/>
            </p:nvSpPr>
            <p:spPr>
              <a:xfrm>
                <a:off x="172697" y="114275"/>
                <a:ext cx="72000" cy="72000"/>
              </a:xfrm>
              <a:prstGeom prst="ellipse">
                <a:avLst/>
              </a:prstGeom>
              <a:solidFill>
                <a:srgbClr val="1DA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F620884E-3D34-7D57-6D30-A65A9E913D52}"/>
                  </a:ext>
                </a:extLst>
              </p:cNvPr>
              <p:cNvSpPr/>
              <p:nvPr/>
            </p:nvSpPr>
            <p:spPr>
              <a:xfrm>
                <a:off x="341596" y="114275"/>
                <a:ext cx="72000" cy="72000"/>
              </a:xfrm>
              <a:prstGeom prst="ellipse">
                <a:avLst/>
              </a:prstGeom>
              <a:noFill/>
              <a:ln>
                <a:solidFill>
                  <a:srgbClr val="64DE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4BA9E333-E771-4097-8F9E-876ED68BC22B}"/>
                  </a:ext>
                </a:extLst>
              </p:cNvPr>
              <p:cNvSpPr/>
              <p:nvPr/>
            </p:nvSpPr>
            <p:spPr>
              <a:xfrm>
                <a:off x="510496" y="114275"/>
                <a:ext cx="72000" cy="72000"/>
              </a:xfrm>
              <a:prstGeom prst="ellipse">
                <a:avLst/>
              </a:prstGeom>
              <a:noFill/>
              <a:ln>
                <a:solidFill>
                  <a:srgbClr val="64DE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7E50FFC9-452B-A9B5-1F42-3F65EF942082}"/>
                </a:ext>
              </a:extLst>
            </p:cNvPr>
            <p:cNvGrpSpPr/>
            <p:nvPr/>
          </p:nvGrpSpPr>
          <p:grpSpPr>
            <a:xfrm flipH="1">
              <a:off x="11575500" y="150371"/>
              <a:ext cx="409799" cy="72000"/>
              <a:chOff x="172697" y="114275"/>
              <a:chExt cx="409799" cy="72000"/>
            </a:xfrm>
          </p:grpSpPr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0685EF7A-2B77-71F0-10B4-96F5DDC44392}"/>
                  </a:ext>
                </a:extLst>
              </p:cNvPr>
              <p:cNvSpPr/>
              <p:nvPr/>
            </p:nvSpPr>
            <p:spPr>
              <a:xfrm>
                <a:off x="172697" y="114275"/>
                <a:ext cx="72000" cy="72000"/>
              </a:xfrm>
              <a:prstGeom prst="ellipse">
                <a:avLst/>
              </a:prstGeom>
              <a:solidFill>
                <a:srgbClr val="1DA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66829EFC-0D8C-55E5-4B0D-B26D939803DF}"/>
                  </a:ext>
                </a:extLst>
              </p:cNvPr>
              <p:cNvSpPr/>
              <p:nvPr/>
            </p:nvSpPr>
            <p:spPr>
              <a:xfrm>
                <a:off x="341596" y="114275"/>
                <a:ext cx="72000" cy="72000"/>
              </a:xfrm>
              <a:prstGeom prst="ellipse">
                <a:avLst/>
              </a:prstGeom>
              <a:noFill/>
              <a:ln>
                <a:solidFill>
                  <a:srgbClr val="64DE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16C91EB3-8A2A-7A35-499D-B4A0B7466658}"/>
                  </a:ext>
                </a:extLst>
              </p:cNvPr>
              <p:cNvSpPr/>
              <p:nvPr/>
            </p:nvSpPr>
            <p:spPr>
              <a:xfrm>
                <a:off x="510496" y="114275"/>
                <a:ext cx="72000" cy="72000"/>
              </a:xfrm>
              <a:prstGeom prst="ellipse">
                <a:avLst/>
              </a:prstGeom>
              <a:noFill/>
              <a:ln>
                <a:solidFill>
                  <a:srgbClr val="64DE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29CBB696-BC0B-1C8C-5430-DFD4400010AE}"/>
              </a:ext>
            </a:extLst>
          </p:cNvPr>
          <p:cNvGrpSpPr/>
          <p:nvPr/>
        </p:nvGrpSpPr>
        <p:grpSpPr>
          <a:xfrm>
            <a:off x="4596457" y="340463"/>
            <a:ext cx="1816461" cy="456302"/>
            <a:chOff x="-1830802" y="1092621"/>
            <a:chExt cx="1816461" cy="456302"/>
          </a:xfrm>
        </p:grpSpPr>
        <p:grpSp>
          <p:nvGrpSpPr>
            <p:cNvPr id="59" name="Group 450">
              <a:extLst>
                <a:ext uri="{FF2B5EF4-FFF2-40B4-BE49-F238E27FC236}">
                  <a16:creationId xmlns:a16="http://schemas.microsoft.com/office/drawing/2014/main" id="{723691E6-E8CB-B849-C236-57F0FFC9F597}"/>
                </a:ext>
              </a:extLst>
            </p:cNvPr>
            <p:cNvGrpSpPr/>
            <p:nvPr/>
          </p:nvGrpSpPr>
          <p:grpSpPr>
            <a:xfrm>
              <a:off x="-1830802" y="1092621"/>
              <a:ext cx="1816461" cy="456302"/>
              <a:chOff x="1490230" y="121825"/>
              <a:chExt cx="1940228" cy="434729"/>
            </a:xfrm>
          </p:grpSpPr>
          <p:sp>
            <p:nvSpPr>
              <p:cNvPr id="61" name="任意多边形: 形状 60">
                <a:extLst>
                  <a:ext uri="{FF2B5EF4-FFF2-40B4-BE49-F238E27FC236}">
                    <a16:creationId xmlns:a16="http://schemas.microsoft.com/office/drawing/2014/main" id="{59994324-271B-56A6-5202-88C23FEBE10C}"/>
                  </a:ext>
                </a:extLst>
              </p:cNvPr>
              <p:cNvSpPr/>
              <p:nvPr/>
            </p:nvSpPr>
            <p:spPr>
              <a:xfrm flipH="1" flipV="1">
                <a:off x="1490230" y="121825"/>
                <a:ext cx="1940228" cy="434729"/>
              </a:xfrm>
              <a:custGeom>
                <a:avLst/>
                <a:gdLst>
                  <a:gd name="connsiteX0" fmla="*/ 1940228 w 1940228"/>
                  <a:gd name="connsiteY0" fmla="*/ 434729 h 434729"/>
                  <a:gd name="connsiteX1" fmla="*/ 1762811 w 1940228"/>
                  <a:gd name="connsiteY1" fmla="*/ 434729 h 434729"/>
                  <a:gd name="connsiteX2" fmla="*/ 1762811 w 1940228"/>
                  <a:gd name="connsiteY2" fmla="*/ 429250 h 434729"/>
                  <a:gd name="connsiteX3" fmla="*/ 1747971 w 1940228"/>
                  <a:gd name="connsiteY3" fmla="*/ 434729 h 434729"/>
                  <a:gd name="connsiteX4" fmla="*/ 54011 w 1940228"/>
                  <a:gd name="connsiteY4" fmla="*/ 434729 h 434729"/>
                  <a:gd name="connsiteX5" fmla="*/ 661 w 1940228"/>
                  <a:gd name="connsiteY5" fmla="*/ 372375 h 434729"/>
                  <a:gd name="connsiteX6" fmla="*/ 51823 w 1940228"/>
                  <a:gd name="connsiteY6" fmla="*/ 45646 h 434729"/>
                  <a:gd name="connsiteX7" fmla="*/ 105173 w 1940228"/>
                  <a:gd name="connsiteY7" fmla="*/ 0 h 434729"/>
                  <a:gd name="connsiteX8" fmla="*/ 1799133 w 1940228"/>
                  <a:gd name="connsiteY8" fmla="*/ 0 h 434729"/>
                  <a:gd name="connsiteX9" fmla="*/ 1852483 w 1940228"/>
                  <a:gd name="connsiteY9" fmla="*/ 62354 h 434729"/>
                  <a:gd name="connsiteX10" fmla="*/ 1813947 w 1940228"/>
                  <a:gd name="connsiteY10" fmla="*/ 308448 h 434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40228" h="434729">
                    <a:moveTo>
                      <a:pt x="1940228" y="434729"/>
                    </a:moveTo>
                    <a:lnTo>
                      <a:pt x="1762811" y="434729"/>
                    </a:lnTo>
                    <a:lnTo>
                      <a:pt x="1762811" y="429250"/>
                    </a:lnTo>
                    <a:lnTo>
                      <a:pt x="1747971" y="434729"/>
                    </a:lnTo>
                    <a:lnTo>
                      <a:pt x="54011" y="434729"/>
                    </a:lnTo>
                    <a:cubicBezTo>
                      <a:pt x="20876" y="434729"/>
                      <a:pt x="-4465" y="405111"/>
                      <a:pt x="661" y="372375"/>
                    </a:cubicBezTo>
                    <a:lnTo>
                      <a:pt x="51823" y="45646"/>
                    </a:lnTo>
                    <a:cubicBezTo>
                      <a:pt x="55941" y="19354"/>
                      <a:pt x="78561" y="0"/>
                      <a:pt x="105173" y="0"/>
                    </a:cubicBezTo>
                    <a:lnTo>
                      <a:pt x="1799133" y="0"/>
                    </a:lnTo>
                    <a:cubicBezTo>
                      <a:pt x="1832268" y="0"/>
                      <a:pt x="1857609" y="29618"/>
                      <a:pt x="1852483" y="62354"/>
                    </a:cubicBezTo>
                    <a:lnTo>
                      <a:pt x="1813947" y="308448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chemeClr val="accent1"/>
                  </a:gs>
                  <a:gs pos="98000">
                    <a:schemeClr val="accent2"/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62" name="文本框 48">
                <a:extLst>
                  <a:ext uri="{FF2B5EF4-FFF2-40B4-BE49-F238E27FC236}">
                    <a16:creationId xmlns:a16="http://schemas.microsoft.com/office/drawing/2014/main" id="{50D88AE6-D97B-0569-811A-ABE05D0FFE95}"/>
                  </a:ext>
                </a:extLst>
              </p:cNvPr>
              <p:cNvSpPr txBox="1"/>
              <p:nvPr/>
            </p:nvSpPr>
            <p:spPr>
              <a:xfrm>
                <a:off x="1960103" y="157529"/>
                <a:ext cx="1346201" cy="381194"/>
              </a:xfrm>
              <a:prstGeom prst="rect">
                <a:avLst/>
              </a:prstGeom>
              <a:noFill/>
              <a:effectLst>
                <a:outerShdw blurRad="76200" dist="38100" dir="2700000" algn="tl" rotWithShape="0">
                  <a:schemeClr val="accent2">
                    <a:lumMod val="50000"/>
                    <a:alpha val="50000"/>
                  </a:schemeClr>
                </a:outerShdw>
              </a:effectLst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项目实施</a:t>
                </a:r>
              </a:p>
            </p:txBody>
          </p:sp>
        </p:grpSp>
        <p:sp>
          <p:nvSpPr>
            <p:cNvPr id="60" name="stars_273718">
              <a:extLst>
                <a:ext uri="{FF2B5EF4-FFF2-40B4-BE49-F238E27FC236}">
                  <a16:creationId xmlns:a16="http://schemas.microsoft.com/office/drawing/2014/main" id="{94B96FE1-821B-F485-87BD-CE30B0CF9D9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-1655509" y="1222152"/>
              <a:ext cx="216505" cy="216000"/>
            </a:xfrm>
            <a:custGeom>
              <a:avLst/>
              <a:gdLst>
                <a:gd name="connsiteX0" fmla="*/ 435684 w 607336"/>
                <a:gd name="connsiteY0" fmla="*/ 463990 h 605919"/>
                <a:gd name="connsiteX1" fmla="*/ 421104 w 607336"/>
                <a:gd name="connsiteY1" fmla="*/ 493187 h 605919"/>
                <a:gd name="connsiteX2" fmla="*/ 409311 w 607336"/>
                <a:gd name="connsiteY2" fmla="*/ 500417 h 605919"/>
                <a:gd name="connsiteX3" fmla="*/ 388325 w 607336"/>
                <a:gd name="connsiteY3" fmla="*/ 500417 h 605919"/>
                <a:gd name="connsiteX4" fmla="*/ 405411 w 607336"/>
                <a:gd name="connsiteY4" fmla="*/ 517472 h 605919"/>
                <a:gd name="connsiteX5" fmla="*/ 409033 w 607336"/>
                <a:gd name="connsiteY5" fmla="*/ 529429 h 605919"/>
                <a:gd name="connsiteX6" fmla="*/ 402625 w 607336"/>
                <a:gd name="connsiteY6" fmla="*/ 561499 h 605919"/>
                <a:gd name="connsiteX7" fmla="*/ 427790 w 607336"/>
                <a:gd name="connsiteY7" fmla="*/ 542591 h 605919"/>
                <a:gd name="connsiteX8" fmla="*/ 435684 w 607336"/>
                <a:gd name="connsiteY8" fmla="*/ 539995 h 605919"/>
                <a:gd name="connsiteX9" fmla="*/ 443670 w 607336"/>
                <a:gd name="connsiteY9" fmla="*/ 542591 h 605919"/>
                <a:gd name="connsiteX10" fmla="*/ 468835 w 607336"/>
                <a:gd name="connsiteY10" fmla="*/ 561499 h 605919"/>
                <a:gd name="connsiteX11" fmla="*/ 462427 w 607336"/>
                <a:gd name="connsiteY11" fmla="*/ 529429 h 605919"/>
                <a:gd name="connsiteX12" fmla="*/ 466049 w 607336"/>
                <a:gd name="connsiteY12" fmla="*/ 517472 h 605919"/>
                <a:gd name="connsiteX13" fmla="*/ 483042 w 607336"/>
                <a:gd name="connsiteY13" fmla="*/ 500417 h 605919"/>
                <a:gd name="connsiteX14" fmla="*/ 462149 w 607336"/>
                <a:gd name="connsiteY14" fmla="*/ 500417 h 605919"/>
                <a:gd name="connsiteX15" fmla="*/ 450356 w 607336"/>
                <a:gd name="connsiteY15" fmla="*/ 493187 h 605919"/>
                <a:gd name="connsiteX16" fmla="*/ 171614 w 607336"/>
                <a:gd name="connsiteY16" fmla="*/ 463990 h 605919"/>
                <a:gd name="connsiteX17" fmla="*/ 157040 w 607336"/>
                <a:gd name="connsiteY17" fmla="*/ 493187 h 605919"/>
                <a:gd name="connsiteX18" fmla="*/ 145252 w 607336"/>
                <a:gd name="connsiteY18" fmla="*/ 500417 h 605919"/>
                <a:gd name="connsiteX19" fmla="*/ 124273 w 607336"/>
                <a:gd name="connsiteY19" fmla="*/ 500417 h 605919"/>
                <a:gd name="connsiteX20" fmla="*/ 141353 w 607336"/>
                <a:gd name="connsiteY20" fmla="*/ 517472 h 605919"/>
                <a:gd name="connsiteX21" fmla="*/ 144973 w 607336"/>
                <a:gd name="connsiteY21" fmla="*/ 529429 h 605919"/>
                <a:gd name="connsiteX22" fmla="*/ 138568 w 607336"/>
                <a:gd name="connsiteY22" fmla="*/ 561499 h 605919"/>
                <a:gd name="connsiteX23" fmla="*/ 163724 w 607336"/>
                <a:gd name="connsiteY23" fmla="*/ 542591 h 605919"/>
                <a:gd name="connsiteX24" fmla="*/ 171614 w 607336"/>
                <a:gd name="connsiteY24" fmla="*/ 539995 h 605919"/>
                <a:gd name="connsiteX25" fmla="*/ 179504 w 607336"/>
                <a:gd name="connsiteY25" fmla="*/ 542591 h 605919"/>
                <a:gd name="connsiteX26" fmla="*/ 204660 w 607336"/>
                <a:gd name="connsiteY26" fmla="*/ 561499 h 605919"/>
                <a:gd name="connsiteX27" fmla="*/ 198255 w 607336"/>
                <a:gd name="connsiteY27" fmla="*/ 529429 h 605919"/>
                <a:gd name="connsiteX28" fmla="*/ 201875 w 607336"/>
                <a:gd name="connsiteY28" fmla="*/ 517472 h 605919"/>
                <a:gd name="connsiteX29" fmla="*/ 218955 w 607336"/>
                <a:gd name="connsiteY29" fmla="*/ 500417 h 605919"/>
                <a:gd name="connsiteX30" fmla="*/ 197976 w 607336"/>
                <a:gd name="connsiteY30" fmla="*/ 500417 h 605919"/>
                <a:gd name="connsiteX31" fmla="*/ 186187 w 607336"/>
                <a:gd name="connsiteY31" fmla="*/ 493187 h 605919"/>
                <a:gd name="connsiteX32" fmla="*/ 435695 w 607336"/>
                <a:gd name="connsiteY32" fmla="*/ 421910 h 605919"/>
                <a:gd name="connsiteX33" fmla="*/ 447570 w 607336"/>
                <a:gd name="connsiteY33" fmla="*/ 428583 h 605919"/>
                <a:gd name="connsiteX34" fmla="*/ 470321 w 607336"/>
                <a:gd name="connsiteY34" fmla="*/ 474094 h 605919"/>
                <a:gd name="connsiteX35" fmla="*/ 514986 w 607336"/>
                <a:gd name="connsiteY35" fmla="*/ 474094 h 605919"/>
                <a:gd name="connsiteX36" fmla="*/ 527151 w 607336"/>
                <a:gd name="connsiteY36" fmla="*/ 482250 h 605919"/>
                <a:gd name="connsiteX37" fmla="*/ 524272 w 607336"/>
                <a:gd name="connsiteY37" fmla="*/ 496617 h 605919"/>
                <a:gd name="connsiteX38" fmla="*/ 489635 w 607336"/>
                <a:gd name="connsiteY38" fmla="*/ 531190 h 605919"/>
                <a:gd name="connsiteX39" fmla="*/ 501429 w 607336"/>
                <a:gd name="connsiteY39" fmla="*/ 590140 h 605919"/>
                <a:gd name="connsiteX40" fmla="*/ 495579 w 607336"/>
                <a:gd name="connsiteY40" fmla="*/ 603858 h 605919"/>
                <a:gd name="connsiteX41" fmla="*/ 488521 w 607336"/>
                <a:gd name="connsiteY41" fmla="*/ 605897 h 605919"/>
                <a:gd name="connsiteX42" fmla="*/ 480628 w 607336"/>
                <a:gd name="connsiteY42" fmla="*/ 603302 h 605919"/>
                <a:gd name="connsiteX43" fmla="*/ 435684 w 607336"/>
                <a:gd name="connsiteY43" fmla="*/ 569656 h 605919"/>
                <a:gd name="connsiteX44" fmla="*/ 390832 w 607336"/>
                <a:gd name="connsiteY44" fmla="*/ 603302 h 605919"/>
                <a:gd name="connsiteX45" fmla="*/ 375881 w 607336"/>
                <a:gd name="connsiteY45" fmla="*/ 603858 h 605919"/>
                <a:gd name="connsiteX46" fmla="*/ 369938 w 607336"/>
                <a:gd name="connsiteY46" fmla="*/ 590140 h 605919"/>
                <a:gd name="connsiteX47" fmla="*/ 381732 w 607336"/>
                <a:gd name="connsiteY47" fmla="*/ 531190 h 605919"/>
                <a:gd name="connsiteX48" fmla="*/ 347095 w 607336"/>
                <a:gd name="connsiteY48" fmla="*/ 496617 h 605919"/>
                <a:gd name="connsiteX49" fmla="*/ 344309 w 607336"/>
                <a:gd name="connsiteY49" fmla="*/ 482250 h 605919"/>
                <a:gd name="connsiteX50" fmla="*/ 356474 w 607336"/>
                <a:gd name="connsiteY50" fmla="*/ 474094 h 605919"/>
                <a:gd name="connsiteX51" fmla="*/ 401139 w 607336"/>
                <a:gd name="connsiteY51" fmla="*/ 474094 h 605919"/>
                <a:gd name="connsiteX52" fmla="*/ 423890 w 607336"/>
                <a:gd name="connsiteY52" fmla="*/ 428583 h 605919"/>
                <a:gd name="connsiteX53" fmla="*/ 435695 w 607336"/>
                <a:gd name="connsiteY53" fmla="*/ 421910 h 605919"/>
                <a:gd name="connsiteX54" fmla="*/ 171614 w 607336"/>
                <a:gd name="connsiteY54" fmla="*/ 421910 h 605919"/>
                <a:gd name="connsiteX55" fmla="*/ 183403 w 607336"/>
                <a:gd name="connsiteY55" fmla="*/ 428583 h 605919"/>
                <a:gd name="connsiteX56" fmla="*/ 206145 w 607336"/>
                <a:gd name="connsiteY56" fmla="*/ 474094 h 605919"/>
                <a:gd name="connsiteX57" fmla="*/ 250794 w 607336"/>
                <a:gd name="connsiteY57" fmla="*/ 474094 h 605919"/>
                <a:gd name="connsiteX58" fmla="*/ 262954 w 607336"/>
                <a:gd name="connsiteY58" fmla="*/ 482250 h 605919"/>
                <a:gd name="connsiteX59" fmla="*/ 260169 w 607336"/>
                <a:gd name="connsiteY59" fmla="*/ 496617 h 605919"/>
                <a:gd name="connsiteX60" fmla="*/ 225545 w 607336"/>
                <a:gd name="connsiteY60" fmla="*/ 531190 h 605919"/>
                <a:gd name="connsiteX61" fmla="*/ 237334 w 607336"/>
                <a:gd name="connsiteY61" fmla="*/ 590140 h 605919"/>
                <a:gd name="connsiteX62" fmla="*/ 231393 w 607336"/>
                <a:gd name="connsiteY62" fmla="*/ 603858 h 605919"/>
                <a:gd name="connsiteX63" fmla="*/ 224431 w 607336"/>
                <a:gd name="connsiteY63" fmla="*/ 605897 h 605919"/>
                <a:gd name="connsiteX64" fmla="*/ 216541 w 607336"/>
                <a:gd name="connsiteY64" fmla="*/ 603302 h 605919"/>
                <a:gd name="connsiteX65" fmla="*/ 171614 w 607336"/>
                <a:gd name="connsiteY65" fmla="*/ 569656 h 605919"/>
                <a:gd name="connsiteX66" fmla="*/ 126687 w 607336"/>
                <a:gd name="connsiteY66" fmla="*/ 603302 h 605919"/>
                <a:gd name="connsiteX67" fmla="*/ 111742 w 607336"/>
                <a:gd name="connsiteY67" fmla="*/ 603858 h 605919"/>
                <a:gd name="connsiteX68" fmla="*/ 105894 w 607336"/>
                <a:gd name="connsiteY68" fmla="*/ 590140 h 605919"/>
                <a:gd name="connsiteX69" fmla="*/ 117683 w 607336"/>
                <a:gd name="connsiteY69" fmla="*/ 531190 h 605919"/>
                <a:gd name="connsiteX70" fmla="*/ 83059 w 607336"/>
                <a:gd name="connsiteY70" fmla="*/ 496617 h 605919"/>
                <a:gd name="connsiteX71" fmla="*/ 80181 w 607336"/>
                <a:gd name="connsiteY71" fmla="*/ 482250 h 605919"/>
                <a:gd name="connsiteX72" fmla="*/ 92434 w 607336"/>
                <a:gd name="connsiteY72" fmla="*/ 474094 h 605919"/>
                <a:gd name="connsiteX73" fmla="*/ 137083 w 607336"/>
                <a:gd name="connsiteY73" fmla="*/ 474094 h 605919"/>
                <a:gd name="connsiteX74" fmla="*/ 159825 w 607336"/>
                <a:gd name="connsiteY74" fmla="*/ 428583 h 605919"/>
                <a:gd name="connsiteX75" fmla="*/ 171614 w 607336"/>
                <a:gd name="connsiteY75" fmla="*/ 421910 h 605919"/>
                <a:gd name="connsiteX76" fmla="*/ 514950 w 607336"/>
                <a:gd name="connsiteY76" fmla="*/ 226678 h 605919"/>
                <a:gd name="connsiteX77" fmla="*/ 500278 w 607336"/>
                <a:gd name="connsiteY77" fmla="*/ 255875 h 605919"/>
                <a:gd name="connsiteX78" fmla="*/ 488485 w 607336"/>
                <a:gd name="connsiteY78" fmla="*/ 263105 h 605919"/>
                <a:gd name="connsiteX79" fmla="*/ 467592 w 607336"/>
                <a:gd name="connsiteY79" fmla="*/ 263105 h 605919"/>
                <a:gd name="connsiteX80" fmla="*/ 484678 w 607336"/>
                <a:gd name="connsiteY80" fmla="*/ 280160 h 605919"/>
                <a:gd name="connsiteX81" fmla="*/ 488207 w 607336"/>
                <a:gd name="connsiteY81" fmla="*/ 292117 h 605919"/>
                <a:gd name="connsiteX82" fmla="*/ 481799 w 607336"/>
                <a:gd name="connsiteY82" fmla="*/ 324187 h 605919"/>
                <a:gd name="connsiteX83" fmla="*/ 506964 w 607336"/>
                <a:gd name="connsiteY83" fmla="*/ 305279 h 605919"/>
                <a:gd name="connsiteX84" fmla="*/ 514950 w 607336"/>
                <a:gd name="connsiteY84" fmla="*/ 302683 h 605919"/>
                <a:gd name="connsiteX85" fmla="*/ 522844 w 607336"/>
                <a:gd name="connsiteY85" fmla="*/ 305279 h 605919"/>
                <a:gd name="connsiteX86" fmla="*/ 548009 w 607336"/>
                <a:gd name="connsiteY86" fmla="*/ 324187 h 605919"/>
                <a:gd name="connsiteX87" fmla="*/ 541601 w 607336"/>
                <a:gd name="connsiteY87" fmla="*/ 292117 h 605919"/>
                <a:gd name="connsiteX88" fmla="*/ 545223 w 607336"/>
                <a:gd name="connsiteY88" fmla="*/ 280160 h 605919"/>
                <a:gd name="connsiteX89" fmla="*/ 562309 w 607336"/>
                <a:gd name="connsiteY89" fmla="*/ 263105 h 605919"/>
                <a:gd name="connsiteX90" fmla="*/ 541323 w 607336"/>
                <a:gd name="connsiteY90" fmla="*/ 263105 h 605919"/>
                <a:gd name="connsiteX91" fmla="*/ 529530 w 607336"/>
                <a:gd name="connsiteY91" fmla="*/ 255875 h 605919"/>
                <a:gd name="connsiteX92" fmla="*/ 92440 w 607336"/>
                <a:gd name="connsiteY92" fmla="*/ 226678 h 605919"/>
                <a:gd name="connsiteX93" fmla="*/ 77774 w 607336"/>
                <a:gd name="connsiteY93" fmla="*/ 255875 h 605919"/>
                <a:gd name="connsiteX94" fmla="*/ 65985 w 607336"/>
                <a:gd name="connsiteY94" fmla="*/ 263105 h 605919"/>
                <a:gd name="connsiteX95" fmla="*/ 45099 w 607336"/>
                <a:gd name="connsiteY95" fmla="*/ 263105 h 605919"/>
                <a:gd name="connsiteX96" fmla="*/ 62086 w 607336"/>
                <a:gd name="connsiteY96" fmla="*/ 280160 h 605919"/>
                <a:gd name="connsiteX97" fmla="*/ 65706 w 607336"/>
                <a:gd name="connsiteY97" fmla="*/ 292024 h 605919"/>
                <a:gd name="connsiteX98" fmla="*/ 59301 w 607336"/>
                <a:gd name="connsiteY98" fmla="*/ 324187 h 605919"/>
                <a:gd name="connsiteX99" fmla="*/ 84457 w 607336"/>
                <a:gd name="connsiteY99" fmla="*/ 305279 h 605919"/>
                <a:gd name="connsiteX100" fmla="*/ 92440 w 607336"/>
                <a:gd name="connsiteY100" fmla="*/ 302683 h 605919"/>
                <a:gd name="connsiteX101" fmla="*/ 100330 w 607336"/>
                <a:gd name="connsiteY101" fmla="*/ 305279 h 605919"/>
                <a:gd name="connsiteX102" fmla="*/ 125486 w 607336"/>
                <a:gd name="connsiteY102" fmla="*/ 324187 h 605919"/>
                <a:gd name="connsiteX103" fmla="*/ 119081 w 607336"/>
                <a:gd name="connsiteY103" fmla="*/ 292117 h 605919"/>
                <a:gd name="connsiteX104" fmla="*/ 122701 w 607336"/>
                <a:gd name="connsiteY104" fmla="*/ 280160 h 605919"/>
                <a:gd name="connsiteX105" fmla="*/ 139781 w 607336"/>
                <a:gd name="connsiteY105" fmla="*/ 263105 h 605919"/>
                <a:gd name="connsiteX106" fmla="*/ 118802 w 607336"/>
                <a:gd name="connsiteY106" fmla="*/ 263105 h 605919"/>
                <a:gd name="connsiteX107" fmla="*/ 107013 w 607336"/>
                <a:gd name="connsiteY107" fmla="*/ 255875 h 605919"/>
                <a:gd name="connsiteX108" fmla="*/ 514938 w 607336"/>
                <a:gd name="connsiteY108" fmla="*/ 184598 h 605919"/>
                <a:gd name="connsiteX109" fmla="*/ 526744 w 607336"/>
                <a:gd name="connsiteY109" fmla="*/ 191271 h 605919"/>
                <a:gd name="connsiteX110" fmla="*/ 549495 w 607336"/>
                <a:gd name="connsiteY110" fmla="*/ 236782 h 605919"/>
                <a:gd name="connsiteX111" fmla="*/ 594160 w 607336"/>
                <a:gd name="connsiteY111" fmla="*/ 236782 h 605919"/>
                <a:gd name="connsiteX112" fmla="*/ 606325 w 607336"/>
                <a:gd name="connsiteY112" fmla="*/ 244938 h 605919"/>
                <a:gd name="connsiteX113" fmla="*/ 603539 w 607336"/>
                <a:gd name="connsiteY113" fmla="*/ 259305 h 605919"/>
                <a:gd name="connsiteX114" fmla="*/ 568902 w 607336"/>
                <a:gd name="connsiteY114" fmla="*/ 293878 h 605919"/>
                <a:gd name="connsiteX115" fmla="*/ 580696 w 607336"/>
                <a:gd name="connsiteY115" fmla="*/ 352828 h 605919"/>
                <a:gd name="connsiteX116" fmla="*/ 574753 w 607336"/>
                <a:gd name="connsiteY116" fmla="*/ 366546 h 605919"/>
                <a:gd name="connsiteX117" fmla="*/ 567788 w 607336"/>
                <a:gd name="connsiteY117" fmla="*/ 368585 h 605919"/>
                <a:gd name="connsiteX118" fmla="*/ 559802 w 607336"/>
                <a:gd name="connsiteY118" fmla="*/ 365990 h 605919"/>
                <a:gd name="connsiteX119" fmla="*/ 514950 w 607336"/>
                <a:gd name="connsiteY119" fmla="*/ 332344 h 605919"/>
                <a:gd name="connsiteX120" fmla="*/ 470006 w 607336"/>
                <a:gd name="connsiteY120" fmla="*/ 365990 h 605919"/>
                <a:gd name="connsiteX121" fmla="*/ 455055 w 607336"/>
                <a:gd name="connsiteY121" fmla="*/ 366546 h 605919"/>
                <a:gd name="connsiteX122" fmla="*/ 449205 w 607336"/>
                <a:gd name="connsiteY122" fmla="*/ 352828 h 605919"/>
                <a:gd name="connsiteX123" fmla="*/ 460999 w 607336"/>
                <a:gd name="connsiteY123" fmla="*/ 293878 h 605919"/>
                <a:gd name="connsiteX124" fmla="*/ 426362 w 607336"/>
                <a:gd name="connsiteY124" fmla="*/ 259305 h 605919"/>
                <a:gd name="connsiteX125" fmla="*/ 423483 w 607336"/>
                <a:gd name="connsiteY125" fmla="*/ 244938 h 605919"/>
                <a:gd name="connsiteX126" fmla="*/ 435648 w 607336"/>
                <a:gd name="connsiteY126" fmla="*/ 236782 h 605919"/>
                <a:gd name="connsiteX127" fmla="*/ 480313 w 607336"/>
                <a:gd name="connsiteY127" fmla="*/ 236782 h 605919"/>
                <a:gd name="connsiteX128" fmla="*/ 503064 w 607336"/>
                <a:gd name="connsiteY128" fmla="*/ 191271 h 605919"/>
                <a:gd name="connsiteX129" fmla="*/ 514938 w 607336"/>
                <a:gd name="connsiteY129" fmla="*/ 184598 h 605919"/>
                <a:gd name="connsiteX130" fmla="*/ 92394 w 607336"/>
                <a:gd name="connsiteY130" fmla="*/ 184598 h 605919"/>
                <a:gd name="connsiteX131" fmla="*/ 104229 w 607336"/>
                <a:gd name="connsiteY131" fmla="*/ 191271 h 605919"/>
                <a:gd name="connsiteX132" fmla="*/ 126971 w 607336"/>
                <a:gd name="connsiteY132" fmla="*/ 236782 h 605919"/>
                <a:gd name="connsiteX133" fmla="*/ 171620 w 607336"/>
                <a:gd name="connsiteY133" fmla="*/ 236782 h 605919"/>
                <a:gd name="connsiteX134" fmla="*/ 183780 w 607336"/>
                <a:gd name="connsiteY134" fmla="*/ 244938 h 605919"/>
                <a:gd name="connsiteX135" fmla="*/ 180902 w 607336"/>
                <a:gd name="connsiteY135" fmla="*/ 259305 h 605919"/>
                <a:gd name="connsiteX136" fmla="*/ 146371 w 607336"/>
                <a:gd name="connsiteY136" fmla="*/ 293878 h 605919"/>
                <a:gd name="connsiteX137" fmla="*/ 158160 w 607336"/>
                <a:gd name="connsiteY137" fmla="*/ 352828 h 605919"/>
                <a:gd name="connsiteX138" fmla="*/ 152219 w 607336"/>
                <a:gd name="connsiteY138" fmla="*/ 366546 h 605919"/>
                <a:gd name="connsiteX139" fmla="*/ 145257 w 607336"/>
                <a:gd name="connsiteY139" fmla="*/ 368585 h 605919"/>
                <a:gd name="connsiteX140" fmla="*/ 137274 w 607336"/>
                <a:gd name="connsiteY140" fmla="*/ 365990 h 605919"/>
                <a:gd name="connsiteX141" fmla="*/ 92440 w 607336"/>
                <a:gd name="connsiteY141" fmla="*/ 332344 h 605919"/>
                <a:gd name="connsiteX142" fmla="*/ 47513 w 607336"/>
                <a:gd name="connsiteY142" fmla="*/ 365990 h 605919"/>
                <a:gd name="connsiteX143" fmla="*/ 32568 w 607336"/>
                <a:gd name="connsiteY143" fmla="*/ 366546 h 605919"/>
                <a:gd name="connsiteX144" fmla="*/ 26627 w 607336"/>
                <a:gd name="connsiteY144" fmla="*/ 352828 h 605919"/>
                <a:gd name="connsiteX145" fmla="*/ 38509 w 607336"/>
                <a:gd name="connsiteY145" fmla="*/ 293878 h 605919"/>
                <a:gd name="connsiteX146" fmla="*/ 3885 w 607336"/>
                <a:gd name="connsiteY146" fmla="*/ 259305 h 605919"/>
                <a:gd name="connsiteX147" fmla="*/ 1007 w 607336"/>
                <a:gd name="connsiteY147" fmla="*/ 244938 h 605919"/>
                <a:gd name="connsiteX148" fmla="*/ 13167 w 607336"/>
                <a:gd name="connsiteY148" fmla="*/ 236782 h 605919"/>
                <a:gd name="connsiteX149" fmla="*/ 57816 w 607336"/>
                <a:gd name="connsiteY149" fmla="*/ 236782 h 605919"/>
                <a:gd name="connsiteX150" fmla="*/ 80558 w 607336"/>
                <a:gd name="connsiteY150" fmla="*/ 191271 h 605919"/>
                <a:gd name="connsiteX151" fmla="*/ 92394 w 607336"/>
                <a:gd name="connsiteY151" fmla="*/ 184598 h 605919"/>
                <a:gd name="connsiteX152" fmla="*/ 303666 w 607336"/>
                <a:gd name="connsiteY152" fmla="*/ 42096 h 605919"/>
                <a:gd name="connsiteX153" fmla="*/ 289089 w 607336"/>
                <a:gd name="connsiteY153" fmla="*/ 71304 h 605919"/>
                <a:gd name="connsiteX154" fmla="*/ 277297 w 607336"/>
                <a:gd name="connsiteY154" fmla="*/ 78537 h 605919"/>
                <a:gd name="connsiteX155" fmla="*/ 256313 w 607336"/>
                <a:gd name="connsiteY155" fmla="*/ 78537 h 605919"/>
                <a:gd name="connsiteX156" fmla="*/ 273397 w 607336"/>
                <a:gd name="connsiteY156" fmla="*/ 95598 h 605919"/>
                <a:gd name="connsiteX157" fmla="*/ 277018 w 607336"/>
                <a:gd name="connsiteY157" fmla="*/ 107467 h 605919"/>
                <a:gd name="connsiteX158" fmla="*/ 270612 w 607336"/>
                <a:gd name="connsiteY158" fmla="*/ 139642 h 605919"/>
                <a:gd name="connsiteX159" fmla="*/ 295774 w 607336"/>
                <a:gd name="connsiteY159" fmla="*/ 120726 h 605919"/>
                <a:gd name="connsiteX160" fmla="*/ 303666 w 607336"/>
                <a:gd name="connsiteY160" fmla="*/ 118130 h 605919"/>
                <a:gd name="connsiteX161" fmla="*/ 311651 w 607336"/>
                <a:gd name="connsiteY161" fmla="*/ 120726 h 605919"/>
                <a:gd name="connsiteX162" fmla="*/ 336813 w 607336"/>
                <a:gd name="connsiteY162" fmla="*/ 139642 h 605919"/>
                <a:gd name="connsiteX163" fmla="*/ 330407 w 607336"/>
                <a:gd name="connsiteY163" fmla="*/ 107467 h 605919"/>
                <a:gd name="connsiteX164" fmla="*/ 333935 w 607336"/>
                <a:gd name="connsiteY164" fmla="*/ 95598 h 605919"/>
                <a:gd name="connsiteX165" fmla="*/ 351019 w 607336"/>
                <a:gd name="connsiteY165" fmla="*/ 78537 h 605919"/>
                <a:gd name="connsiteX166" fmla="*/ 330128 w 607336"/>
                <a:gd name="connsiteY166" fmla="*/ 78537 h 605919"/>
                <a:gd name="connsiteX167" fmla="*/ 318336 w 607336"/>
                <a:gd name="connsiteY167" fmla="*/ 71304 h 605919"/>
                <a:gd name="connsiteX168" fmla="*/ 303666 w 607336"/>
                <a:gd name="connsiteY168" fmla="*/ 0 h 605919"/>
                <a:gd name="connsiteX169" fmla="*/ 315458 w 607336"/>
                <a:gd name="connsiteY169" fmla="*/ 6676 h 605919"/>
                <a:gd name="connsiteX170" fmla="*/ 338206 w 607336"/>
                <a:gd name="connsiteY170" fmla="*/ 52203 h 605919"/>
                <a:gd name="connsiteX171" fmla="*/ 382866 w 607336"/>
                <a:gd name="connsiteY171" fmla="*/ 52203 h 605919"/>
                <a:gd name="connsiteX172" fmla="*/ 395122 w 607336"/>
                <a:gd name="connsiteY172" fmla="*/ 60363 h 605919"/>
                <a:gd name="connsiteX173" fmla="*/ 392244 w 607336"/>
                <a:gd name="connsiteY173" fmla="*/ 74735 h 605919"/>
                <a:gd name="connsiteX174" fmla="*/ 357611 w 607336"/>
                <a:gd name="connsiteY174" fmla="*/ 109229 h 605919"/>
                <a:gd name="connsiteX175" fmla="*/ 369403 w 607336"/>
                <a:gd name="connsiteY175" fmla="*/ 168294 h 605919"/>
                <a:gd name="connsiteX176" fmla="*/ 363461 w 607336"/>
                <a:gd name="connsiteY176" fmla="*/ 182017 h 605919"/>
                <a:gd name="connsiteX177" fmla="*/ 356497 w 607336"/>
                <a:gd name="connsiteY177" fmla="*/ 184057 h 605919"/>
                <a:gd name="connsiteX178" fmla="*/ 348605 w 607336"/>
                <a:gd name="connsiteY178" fmla="*/ 181368 h 605919"/>
                <a:gd name="connsiteX179" fmla="*/ 303666 w 607336"/>
                <a:gd name="connsiteY179" fmla="*/ 147802 h 605919"/>
                <a:gd name="connsiteX180" fmla="*/ 258820 w 607336"/>
                <a:gd name="connsiteY180" fmla="*/ 181368 h 605919"/>
                <a:gd name="connsiteX181" fmla="*/ 243871 w 607336"/>
                <a:gd name="connsiteY181" fmla="*/ 182017 h 605919"/>
                <a:gd name="connsiteX182" fmla="*/ 237929 w 607336"/>
                <a:gd name="connsiteY182" fmla="*/ 168294 h 605919"/>
                <a:gd name="connsiteX183" fmla="*/ 249721 w 607336"/>
                <a:gd name="connsiteY183" fmla="*/ 109229 h 605919"/>
                <a:gd name="connsiteX184" fmla="*/ 215088 w 607336"/>
                <a:gd name="connsiteY184" fmla="*/ 74735 h 605919"/>
                <a:gd name="connsiteX185" fmla="*/ 212210 w 607336"/>
                <a:gd name="connsiteY185" fmla="*/ 60363 h 605919"/>
                <a:gd name="connsiteX186" fmla="*/ 224466 w 607336"/>
                <a:gd name="connsiteY186" fmla="*/ 52203 h 605919"/>
                <a:gd name="connsiteX187" fmla="*/ 269126 w 607336"/>
                <a:gd name="connsiteY187" fmla="*/ 52203 h 605919"/>
                <a:gd name="connsiteX188" fmla="*/ 291874 w 607336"/>
                <a:gd name="connsiteY188" fmla="*/ 6676 h 605919"/>
                <a:gd name="connsiteX189" fmla="*/ 303666 w 607336"/>
                <a:gd name="connsiteY189" fmla="*/ 0 h 605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</a:cxnLst>
              <a:rect l="l" t="t" r="r" b="b"/>
              <a:pathLst>
                <a:path w="607336" h="605919">
                  <a:moveTo>
                    <a:pt x="435684" y="463990"/>
                  </a:moveTo>
                  <a:lnTo>
                    <a:pt x="421104" y="493187"/>
                  </a:lnTo>
                  <a:cubicBezTo>
                    <a:pt x="418876" y="497637"/>
                    <a:pt x="414326" y="500417"/>
                    <a:pt x="409311" y="500417"/>
                  </a:cubicBezTo>
                  <a:lnTo>
                    <a:pt x="388325" y="500417"/>
                  </a:lnTo>
                  <a:lnTo>
                    <a:pt x="405411" y="517472"/>
                  </a:lnTo>
                  <a:cubicBezTo>
                    <a:pt x="408568" y="520623"/>
                    <a:pt x="409961" y="525072"/>
                    <a:pt x="409033" y="529429"/>
                  </a:cubicBezTo>
                  <a:lnTo>
                    <a:pt x="402625" y="561499"/>
                  </a:lnTo>
                  <a:lnTo>
                    <a:pt x="427790" y="542591"/>
                  </a:lnTo>
                  <a:cubicBezTo>
                    <a:pt x="430112" y="540830"/>
                    <a:pt x="432991" y="539995"/>
                    <a:pt x="435684" y="539995"/>
                  </a:cubicBezTo>
                  <a:cubicBezTo>
                    <a:pt x="438469" y="539995"/>
                    <a:pt x="441255" y="540830"/>
                    <a:pt x="443670" y="542591"/>
                  </a:cubicBezTo>
                  <a:lnTo>
                    <a:pt x="468835" y="561499"/>
                  </a:lnTo>
                  <a:lnTo>
                    <a:pt x="462427" y="529429"/>
                  </a:lnTo>
                  <a:cubicBezTo>
                    <a:pt x="461499" y="525072"/>
                    <a:pt x="462892" y="520623"/>
                    <a:pt x="466049" y="517472"/>
                  </a:cubicBezTo>
                  <a:lnTo>
                    <a:pt x="483042" y="500417"/>
                  </a:lnTo>
                  <a:lnTo>
                    <a:pt x="462149" y="500417"/>
                  </a:lnTo>
                  <a:cubicBezTo>
                    <a:pt x="457134" y="500417"/>
                    <a:pt x="452584" y="497637"/>
                    <a:pt x="450356" y="493187"/>
                  </a:cubicBezTo>
                  <a:close/>
                  <a:moveTo>
                    <a:pt x="171614" y="463990"/>
                  </a:moveTo>
                  <a:lnTo>
                    <a:pt x="157040" y="493187"/>
                  </a:lnTo>
                  <a:cubicBezTo>
                    <a:pt x="154813" y="497637"/>
                    <a:pt x="150171" y="500417"/>
                    <a:pt x="145252" y="500417"/>
                  </a:cubicBezTo>
                  <a:lnTo>
                    <a:pt x="124273" y="500417"/>
                  </a:lnTo>
                  <a:lnTo>
                    <a:pt x="141353" y="517472"/>
                  </a:lnTo>
                  <a:cubicBezTo>
                    <a:pt x="144416" y="520623"/>
                    <a:pt x="145809" y="525072"/>
                    <a:pt x="144973" y="529429"/>
                  </a:cubicBezTo>
                  <a:lnTo>
                    <a:pt x="138568" y="561499"/>
                  </a:lnTo>
                  <a:lnTo>
                    <a:pt x="163724" y="542591"/>
                  </a:lnTo>
                  <a:cubicBezTo>
                    <a:pt x="166044" y="540830"/>
                    <a:pt x="168829" y="539995"/>
                    <a:pt x="171614" y="539995"/>
                  </a:cubicBezTo>
                  <a:cubicBezTo>
                    <a:pt x="174399" y="539995"/>
                    <a:pt x="177183" y="540830"/>
                    <a:pt x="179504" y="542591"/>
                  </a:cubicBezTo>
                  <a:lnTo>
                    <a:pt x="204660" y="561499"/>
                  </a:lnTo>
                  <a:lnTo>
                    <a:pt x="198255" y="529429"/>
                  </a:lnTo>
                  <a:cubicBezTo>
                    <a:pt x="197419" y="525072"/>
                    <a:pt x="198812" y="520623"/>
                    <a:pt x="201875" y="517472"/>
                  </a:cubicBezTo>
                  <a:lnTo>
                    <a:pt x="218955" y="500417"/>
                  </a:lnTo>
                  <a:lnTo>
                    <a:pt x="197976" y="500417"/>
                  </a:lnTo>
                  <a:cubicBezTo>
                    <a:pt x="193057" y="500417"/>
                    <a:pt x="188415" y="497637"/>
                    <a:pt x="186187" y="493187"/>
                  </a:cubicBezTo>
                  <a:close/>
                  <a:moveTo>
                    <a:pt x="435695" y="421910"/>
                  </a:moveTo>
                  <a:cubicBezTo>
                    <a:pt x="440490" y="421910"/>
                    <a:pt x="445295" y="424134"/>
                    <a:pt x="447570" y="428583"/>
                  </a:cubicBezTo>
                  <a:lnTo>
                    <a:pt x="470321" y="474094"/>
                  </a:lnTo>
                  <a:lnTo>
                    <a:pt x="514986" y="474094"/>
                  </a:lnTo>
                  <a:cubicBezTo>
                    <a:pt x="520279" y="474094"/>
                    <a:pt x="525108" y="477245"/>
                    <a:pt x="527151" y="482250"/>
                  </a:cubicBezTo>
                  <a:cubicBezTo>
                    <a:pt x="529194" y="487163"/>
                    <a:pt x="528080" y="492817"/>
                    <a:pt x="524272" y="496617"/>
                  </a:cubicBezTo>
                  <a:lnTo>
                    <a:pt x="489635" y="531190"/>
                  </a:lnTo>
                  <a:lnTo>
                    <a:pt x="501429" y="590140"/>
                  </a:lnTo>
                  <a:cubicBezTo>
                    <a:pt x="502543" y="595516"/>
                    <a:pt x="500222" y="600985"/>
                    <a:pt x="495579" y="603858"/>
                  </a:cubicBezTo>
                  <a:cubicBezTo>
                    <a:pt x="493443" y="605248"/>
                    <a:pt x="491028" y="605897"/>
                    <a:pt x="488521" y="605897"/>
                  </a:cubicBezTo>
                  <a:cubicBezTo>
                    <a:pt x="485735" y="605897"/>
                    <a:pt x="482950" y="604970"/>
                    <a:pt x="480628" y="603302"/>
                  </a:cubicBezTo>
                  <a:lnTo>
                    <a:pt x="435684" y="569656"/>
                  </a:lnTo>
                  <a:lnTo>
                    <a:pt x="390832" y="603302"/>
                  </a:lnTo>
                  <a:cubicBezTo>
                    <a:pt x="386375" y="606546"/>
                    <a:pt x="380524" y="606824"/>
                    <a:pt x="375881" y="603858"/>
                  </a:cubicBezTo>
                  <a:cubicBezTo>
                    <a:pt x="371238" y="600985"/>
                    <a:pt x="368917" y="595516"/>
                    <a:pt x="369938" y="590140"/>
                  </a:cubicBezTo>
                  <a:lnTo>
                    <a:pt x="381732" y="531190"/>
                  </a:lnTo>
                  <a:lnTo>
                    <a:pt x="347095" y="496617"/>
                  </a:lnTo>
                  <a:cubicBezTo>
                    <a:pt x="343380" y="492817"/>
                    <a:pt x="342266" y="487163"/>
                    <a:pt x="344309" y="482250"/>
                  </a:cubicBezTo>
                  <a:cubicBezTo>
                    <a:pt x="346352" y="477245"/>
                    <a:pt x="351181" y="474094"/>
                    <a:pt x="356474" y="474094"/>
                  </a:cubicBezTo>
                  <a:lnTo>
                    <a:pt x="401139" y="474094"/>
                  </a:lnTo>
                  <a:lnTo>
                    <a:pt x="423890" y="428583"/>
                  </a:lnTo>
                  <a:cubicBezTo>
                    <a:pt x="426119" y="424134"/>
                    <a:pt x="430901" y="421910"/>
                    <a:pt x="435695" y="421910"/>
                  </a:cubicBezTo>
                  <a:close/>
                  <a:moveTo>
                    <a:pt x="171614" y="421910"/>
                  </a:moveTo>
                  <a:cubicBezTo>
                    <a:pt x="176395" y="421910"/>
                    <a:pt x="181175" y="424134"/>
                    <a:pt x="183403" y="428583"/>
                  </a:cubicBezTo>
                  <a:lnTo>
                    <a:pt x="206145" y="474094"/>
                  </a:lnTo>
                  <a:lnTo>
                    <a:pt x="250794" y="474094"/>
                  </a:lnTo>
                  <a:cubicBezTo>
                    <a:pt x="256178" y="474094"/>
                    <a:pt x="261005" y="477245"/>
                    <a:pt x="262954" y="482250"/>
                  </a:cubicBezTo>
                  <a:cubicBezTo>
                    <a:pt x="264996" y="487163"/>
                    <a:pt x="263882" y="492817"/>
                    <a:pt x="260169" y="496617"/>
                  </a:cubicBezTo>
                  <a:lnTo>
                    <a:pt x="225545" y="531190"/>
                  </a:lnTo>
                  <a:lnTo>
                    <a:pt x="237334" y="590140"/>
                  </a:lnTo>
                  <a:cubicBezTo>
                    <a:pt x="238448" y="595516"/>
                    <a:pt x="236035" y="600985"/>
                    <a:pt x="231393" y="603858"/>
                  </a:cubicBezTo>
                  <a:cubicBezTo>
                    <a:pt x="229351" y="605248"/>
                    <a:pt x="226845" y="605897"/>
                    <a:pt x="224431" y="605897"/>
                  </a:cubicBezTo>
                  <a:cubicBezTo>
                    <a:pt x="221647" y="605897"/>
                    <a:pt x="218862" y="604970"/>
                    <a:pt x="216541" y="603302"/>
                  </a:cubicBezTo>
                  <a:lnTo>
                    <a:pt x="171614" y="569656"/>
                  </a:lnTo>
                  <a:lnTo>
                    <a:pt x="126687" y="603302"/>
                  </a:lnTo>
                  <a:cubicBezTo>
                    <a:pt x="122324" y="606546"/>
                    <a:pt x="116383" y="606824"/>
                    <a:pt x="111742" y="603858"/>
                  </a:cubicBezTo>
                  <a:cubicBezTo>
                    <a:pt x="107100" y="600985"/>
                    <a:pt x="104780" y="595516"/>
                    <a:pt x="105894" y="590140"/>
                  </a:cubicBezTo>
                  <a:lnTo>
                    <a:pt x="117683" y="531190"/>
                  </a:lnTo>
                  <a:lnTo>
                    <a:pt x="83059" y="496617"/>
                  </a:lnTo>
                  <a:cubicBezTo>
                    <a:pt x="79253" y="492817"/>
                    <a:pt x="78139" y="487163"/>
                    <a:pt x="80181" y="482250"/>
                  </a:cubicBezTo>
                  <a:cubicBezTo>
                    <a:pt x="82223" y="477245"/>
                    <a:pt x="87050" y="474094"/>
                    <a:pt x="92434" y="474094"/>
                  </a:cubicBezTo>
                  <a:lnTo>
                    <a:pt x="137083" y="474094"/>
                  </a:lnTo>
                  <a:lnTo>
                    <a:pt x="159825" y="428583"/>
                  </a:lnTo>
                  <a:cubicBezTo>
                    <a:pt x="162053" y="424134"/>
                    <a:pt x="166834" y="421910"/>
                    <a:pt x="171614" y="421910"/>
                  </a:cubicBezTo>
                  <a:close/>
                  <a:moveTo>
                    <a:pt x="514950" y="226678"/>
                  </a:moveTo>
                  <a:lnTo>
                    <a:pt x="500278" y="255875"/>
                  </a:lnTo>
                  <a:cubicBezTo>
                    <a:pt x="498050" y="260325"/>
                    <a:pt x="493500" y="263105"/>
                    <a:pt x="488485" y="263105"/>
                  </a:cubicBezTo>
                  <a:lnTo>
                    <a:pt x="467592" y="263105"/>
                  </a:lnTo>
                  <a:lnTo>
                    <a:pt x="484678" y="280160"/>
                  </a:lnTo>
                  <a:cubicBezTo>
                    <a:pt x="487742" y="283311"/>
                    <a:pt x="489135" y="287760"/>
                    <a:pt x="488207" y="292117"/>
                  </a:cubicBezTo>
                  <a:lnTo>
                    <a:pt x="481799" y="324187"/>
                  </a:lnTo>
                  <a:lnTo>
                    <a:pt x="506964" y="305279"/>
                  </a:lnTo>
                  <a:cubicBezTo>
                    <a:pt x="509379" y="303518"/>
                    <a:pt x="512165" y="302683"/>
                    <a:pt x="514950" y="302683"/>
                  </a:cubicBezTo>
                  <a:cubicBezTo>
                    <a:pt x="517736" y="302683"/>
                    <a:pt x="520522" y="303518"/>
                    <a:pt x="522844" y="305279"/>
                  </a:cubicBezTo>
                  <a:lnTo>
                    <a:pt x="548009" y="324187"/>
                  </a:lnTo>
                  <a:lnTo>
                    <a:pt x="541601" y="292117"/>
                  </a:lnTo>
                  <a:cubicBezTo>
                    <a:pt x="540766" y="287760"/>
                    <a:pt x="542066" y="283311"/>
                    <a:pt x="545223" y="280160"/>
                  </a:cubicBezTo>
                  <a:lnTo>
                    <a:pt x="562309" y="263105"/>
                  </a:lnTo>
                  <a:lnTo>
                    <a:pt x="541323" y="263105"/>
                  </a:lnTo>
                  <a:cubicBezTo>
                    <a:pt x="536308" y="263105"/>
                    <a:pt x="531758" y="260325"/>
                    <a:pt x="529530" y="255875"/>
                  </a:cubicBezTo>
                  <a:close/>
                  <a:moveTo>
                    <a:pt x="92440" y="226678"/>
                  </a:moveTo>
                  <a:lnTo>
                    <a:pt x="77774" y="255875"/>
                  </a:lnTo>
                  <a:cubicBezTo>
                    <a:pt x="75546" y="260325"/>
                    <a:pt x="70997" y="263105"/>
                    <a:pt x="65985" y="263105"/>
                  </a:cubicBezTo>
                  <a:lnTo>
                    <a:pt x="45099" y="263105"/>
                  </a:lnTo>
                  <a:lnTo>
                    <a:pt x="62086" y="280160"/>
                  </a:lnTo>
                  <a:cubicBezTo>
                    <a:pt x="65242" y="283219"/>
                    <a:pt x="66635" y="287760"/>
                    <a:pt x="65706" y="292024"/>
                  </a:cubicBezTo>
                  <a:lnTo>
                    <a:pt x="59301" y="324187"/>
                  </a:lnTo>
                  <a:lnTo>
                    <a:pt x="84457" y="305279"/>
                  </a:lnTo>
                  <a:cubicBezTo>
                    <a:pt x="86870" y="303518"/>
                    <a:pt x="89655" y="302683"/>
                    <a:pt x="92440" y="302683"/>
                  </a:cubicBezTo>
                  <a:cubicBezTo>
                    <a:pt x="95225" y="302683"/>
                    <a:pt x="98009" y="303518"/>
                    <a:pt x="100330" y="305279"/>
                  </a:cubicBezTo>
                  <a:lnTo>
                    <a:pt x="125486" y="324187"/>
                  </a:lnTo>
                  <a:lnTo>
                    <a:pt x="119081" y="292117"/>
                  </a:lnTo>
                  <a:cubicBezTo>
                    <a:pt x="118245" y="287760"/>
                    <a:pt x="119545" y="283311"/>
                    <a:pt x="122701" y="280160"/>
                  </a:cubicBezTo>
                  <a:lnTo>
                    <a:pt x="139781" y="263105"/>
                  </a:lnTo>
                  <a:lnTo>
                    <a:pt x="118802" y="263105"/>
                  </a:lnTo>
                  <a:cubicBezTo>
                    <a:pt x="113790" y="263105"/>
                    <a:pt x="109241" y="260325"/>
                    <a:pt x="107013" y="255875"/>
                  </a:cubicBezTo>
                  <a:close/>
                  <a:moveTo>
                    <a:pt x="514938" y="184598"/>
                  </a:moveTo>
                  <a:cubicBezTo>
                    <a:pt x="519732" y="184598"/>
                    <a:pt x="524515" y="186822"/>
                    <a:pt x="526744" y="191271"/>
                  </a:cubicBezTo>
                  <a:lnTo>
                    <a:pt x="549495" y="236782"/>
                  </a:lnTo>
                  <a:lnTo>
                    <a:pt x="594160" y="236782"/>
                  </a:lnTo>
                  <a:cubicBezTo>
                    <a:pt x="599453" y="236782"/>
                    <a:pt x="604282" y="239933"/>
                    <a:pt x="606325" y="244938"/>
                  </a:cubicBezTo>
                  <a:cubicBezTo>
                    <a:pt x="608368" y="249851"/>
                    <a:pt x="607254" y="255505"/>
                    <a:pt x="603539" y="259305"/>
                  </a:cubicBezTo>
                  <a:lnTo>
                    <a:pt x="568902" y="293878"/>
                  </a:lnTo>
                  <a:lnTo>
                    <a:pt x="580696" y="352828"/>
                  </a:lnTo>
                  <a:cubicBezTo>
                    <a:pt x="581717" y="358204"/>
                    <a:pt x="579396" y="363673"/>
                    <a:pt x="574753" y="366546"/>
                  </a:cubicBezTo>
                  <a:cubicBezTo>
                    <a:pt x="572617" y="367936"/>
                    <a:pt x="570202" y="368585"/>
                    <a:pt x="567788" y="368585"/>
                  </a:cubicBezTo>
                  <a:cubicBezTo>
                    <a:pt x="565002" y="368585"/>
                    <a:pt x="562216" y="367658"/>
                    <a:pt x="559802" y="365990"/>
                  </a:cubicBezTo>
                  <a:lnTo>
                    <a:pt x="514950" y="332344"/>
                  </a:lnTo>
                  <a:lnTo>
                    <a:pt x="470006" y="365990"/>
                  </a:lnTo>
                  <a:cubicBezTo>
                    <a:pt x="465642" y="369234"/>
                    <a:pt x="459698" y="369512"/>
                    <a:pt x="455055" y="366546"/>
                  </a:cubicBezTo>
                  <a:cubicBezTo>
                    <a:pt x="450412" y="363673"/>
                    <a:pt x="448091" y="358204"/>
                    <a:pt x="449205" y="352828"/>
                  </a:cubicBezTo>
                  <a:lnTo>
                    <a:pt x="460999" y="293878"/>
                  </a:lnTo>
                  <a:lnTo>
                    <a:pt x="426362" y="259305"/>
                  </a:lnTo>
                  <a:cubicBezTo>
                    <a:pt x="422554" y="255505"/>
                    <a:pt x="421440" y="249851"/>
                    <a:pt x="423483" y="244938"/>
                  </a:cubicBezTo>
                  <a:cubicBezTo>
                    <a:pt x="425526" y="239933"/>
                    <a:pt x="430355" y="236782"/>
                    <a:pt x="435648" y="236782"/>
                  </a:cubicBezTo>
                  <a:lnTo>
                    <a:pt x="480313" y="236782"/>
                  </a:lnTo>
                  <a:lnTo>
                    <a:pt x="503064" y="191271"/>
                  </a:lnTo>
                  <a:cubicBezTo>
                    <a:pt x="505339" y="186822"/>
                    <a:pt x="510145" y="184598"/>
                    <a:pt x="514938" y="184598"/>
                  </a:cubicBezTo>
                  <a:close/>
                  <a:moveTo>
                    <a:pt x="92394" y="184598"/>
                  </a:moveTo>
                  <a:cubicBezTo>
                    <a:pt x="97174" y="184598"/>
                    <a:pt x="101955" y="186822"/>
                    <a:pt x="104229" y="191271"/>
                  </a:cubicBezTo>
                  <a:lnTo>
                    <a:pt x="126971" y="236782"/>
                  </a:lnTo>
                  <a:lnTo>
                    <a:pt x="171620" y="236782"/>
                  </a:lnTo>
                  <a:cubicBezTo>
                    <a:pt x="176911" y="236782"/>
                    <a:pt x="181738" y="239933"/>
                    <a:pt x="183780" y="244938"/>
                  </a:cubicBezTo>
                  <a:cubicBezTo>
                    <a:pt x="185822" y="249851"/>
                    <a:pt x="184708" y="255505"/>
                    <a:pt x="180902" y="259305"/>
                  </a:cubicBezTo>
                  <a:lnTo>
                    <a:pt x="146371" y="293878"/>
                  </a:lnTo>
                  <a:lnTo>
                    <a:pt x="158160" y="352828"/>
                  </a:lnTo>
                  <a:cubicBezTo>
                    <a:pt x="159181" y="358204"/>
                    <a:pt x="156861" y="363673"/>
                    <a:pt x="152219" y="366546"/>
                  </a:cubicBezTo>
                  <a:cubicBezTo>
                    <a:pt x="150084" y="367936"/>
                    <a:pt x="147671" y="368585"/>
                    <a:pt x="145257" y="368585"/>
                  </a:cubicBezTo>
                  <a:cubicBezTo>
                    <a:pt x="142473" y="368585"/>
                    <a:pt x="139688" y="367658"/>
                    <a:pt x="137274" y="365990"/>
                  </a:cubicBezTo>
                  <a:lnTo>
                    <a:pt x="92440" y="332344"/>
                  </a:lnTo>
                  <a:lnTo>
                    <a:pt x="47513" y="365990"/>
                  </a:lnTo>
                  <a:cubicBezTo>
                    <a:pt x="43150" y="369234"/>
                    <a:pt x="37209" y="369512"/>
                    <a:pt x="32568" y="366546"/>
                  </a:cubicBezTo>
                  <a:cubicBezTo>
                    <a:pt x="27926" y="363673"/>
                    <a:pt x="25606" y="358204"/>
                    <a:pt x="26627" y="352828"/>
                  </a:cubicBezTo>
                  <a:lnTo>
                    <a:pt x="38509" y="293878"/>
                  </a:lnTo>
                  <a:lnTo>
                    <a:pt x="3885" y="259305"/>
                  </a:lnTo>
                  <a:cubicBezTo>
                    <a:pt x="79" y="255505"/>
                    <a:pt x="-1035" y="249851"/>
                    <a:pt x="1007" y="244938"/>
                  </a:cubicBezTo>
                  <a:cubicBezTo>
                    <a:pt x="3049" y="239933"/>
                    <a:pt x="7876" y="236782"/>
                    <a:pt x="13167" y="236782"/>
                  </a:cubicBezTo>
                  <a:lnTo>
                    <a:pt x="57816" y="236782"/>
                  </a:lnTo>
                  <a:lnTo>
                    <a:pt x="80558" y="191271"/>
                  </a:lnTo>
                  <a:cubicBezTo>
                    <a:pt x="82833" y="186822"/>
                    <a:pt x="87613" y="184598"/>
                    <a:pt x="92394" y="184598"/>
                  </a:cubicBezTo>
                  <a:close/>
                  <a:moveTo>
                    <a:pt x="303666" y="42096"/>
                  </a:moveTo>
                  <a:lnTo>
                    <a:pt x="289089" y="71304"/>
                  </a:lnTo>
                  <a:cubicBezTo>
                    <a:pt x="286860" y="75755"/>
                    <a:pt x="282311" y="78537"/>
                    <a:pt x="277297" y="78537"/>
                  </a:cubicBezTo>
                  <a:lnTo>
                    <a:pt x="256313" y="78537"/>
                  </a:lnTo>
                  <a:lnTo>
                    <a:pt x="273397" y="95598"/>
                  </a:lnTo>
                  <a:cubicBezTo>
                    <a:pt x="276554" y="98658"/>
                    <a:pt x="277854" y="103201"/>
                    <a:pt x="277018" y="107467"/>
                  </a:cubicBezTo>
                  <a:lnTo>
                    <a:pt x="270612" y="139642"/>
                  </a:lnTo>
                  <a:lnTo>
                    <a:pt x="295774" y="120726"/>
                  </a:lnTo>
                  <a:cubicBezTo>
                    <a:pt x="298095" y="118965"/>
                    <a:pt x="300881" y="118130"/>
                    <a:pt x="303666" y="118130"/>
                  </a:cubicBezTo>
                  <a:cubicBezTo>
                    <a:pt x="306451" y="118130"/>
                    <a:pt x="309237" y="118965"/>
                    <a:pt x="311651" y="120726"/>
                  </a:cubicBezTo>
                  <a:lnTo>
                    <a:pt x="336813" y="139642"/>
                  </a:lnTo>
                  <a:lnTo>
                    <a:pt x="330407" y="107467"/>
                  </a:lnTo>
                  <a:cubicBezTo>
                    <a:pt x="329478" y="103201"/>
                    <a:pt x="330871" y="98751"/>
                    <a:pt x="333935" y="95598"/>
                  </a:cubicBezTo>
                  <a:lnTo>
                    <a:pt x="351019" y="78537"/>
                  </a:lnTo>
                  <a:lnTo>
                    <a:pt x="330128" y="78537"/>
                  </a:lnTo>
                  <a:cubicBezTo>
                    <a:pt x="325114" y="78537"/>
                    <a:pt x="320565" y="75755"/>
                    <a:pt x="318336" y="71304"/>
                  </a:cubicBezTo>
                  <a:close/>
                  <a:moveTo>
                    <a:pt x="303666" y="0"/>
                  </a:moveTo>
                  <a:cubicBezTo>
                    <a:pt x="308448" y="0"/>
                    <a:pt x="313229" y="2225"/>
                    <a:pt x="315458" y="6676"/>
                  </a:cubicBezTo>
                  <a:lnTo>
                    <a:pt x="338206" y="52203"/>
                  </a:lnTo>
                  <a:lnTo>
                    <a:pt x="382866" y="52203"/>
                  </a:lnTo>
                  <a:cubicBezTo>
                    <a:pt x="388251" y="52203"/>
                    <a:pt x="393080" y="55356"/>
                    <a:pt x="395122" y="60363"/>
                  </a:cubicBezTo>
                  <a:cubicBezTo>
                    <a:pt x="397165" y="65277"/>
                    <a:pt x="395958" y="70933"/>
                    <a:pt x="392244" y="74735"/>
                  </a:cubicBezTo>
                  <a:lnTo>
                    <a:pt x="357611" y="109229"/>
                  </a:lnTo>
                  <a:lnTo>
                    <a:pt x="369403" y="168294"/>
                  </a:lnTo>
                  <a:cubicBezTo>
                    <a:pt x="370517" y="173579"/>
                    <a:pt x="368196" y="179143"/>
                    <a:pt x="363461" y="182017"/>
                  </a:cubicBezTo>
                  <a:cubicBezTo>
                    <a:pt x="361418" y="183408"/>
                    <a:pt x="359004" y="184057"/>
                    <a:pt x="356497" y="184057"/>
                  </a:cubicBezTo>
                  <a:cubicBezTo>
                    <a:pt x="353712" y="184057"/>
                    <a:pt x="350926" y="183130"/>
                    <a:pt x="348605" y="181368"/>
                  </a:cubicBezTo>
                  <a:lnTo>
                    <a:pt x="303666" y="147802"/>
                  </a:lnTo>
                  <a:lnTo>
                    <a:pt x="258820" y="181368"/>
                  </a:lnTo>
                  <a:cubicBezTo>
                    <a:pt x="254363" y="184706"/>
                    <a:pt x="248514" y="184984"/>
                    <a:pt x="243871" y="182017"/>
                  </a:cubicBezTo>
                  <a:cubicBezTo>
                    <a:pt x="239229" y="179143"/>
                    <a:pt x="236815" y="173672"/>
                    <a:pt x="237929" y="168294"/>
                  </a:cubicBezTo>
                  <a:lnTo>
                    <a:pt x="249721" y="109229"/>
                  </a:lnTo>
                  <a:lnTo>
                    <a:pt x="215088" y="74735"/>
                  </a:lnTo>
                  <a:cubicBezTo>
                    <a:pt x="211374" y="70933"/>
                    <a:pt x="210167" y="65277"/>
                    <a:pt x="212210" y="60363"/>
                  </a:cubicBezTo>
                  <a:cubicBezTo>
                    <a:pt x="214345" y="55356"/>
                    <a:pt x="219081" y="52203"/>
                    <a:pt x="224466" y="52203"/>
                  </a:cubicBezTo>
                  <a:lnTo>
                    <a:pt x="269126" y="52203"/>
                  </a:lnTo>
                  <a:lnTo>
                    <a:pt x="291874" y="6676"/>
                  </a:lnTo>
                  <a:cubicBezTo>
                    <a:pt x="294103" y="2225"/>
                    <a:pt x="298884" y="0"/>
                    <a:pt x="303666" y="0"/>
                  </a:cubicBezTo>
                  <a:close/>
                </a:path>
              </a:pathLst>
            </a:custGeom>
            <a:solidFill>
              <a:schemeClr val="bg1">
                <a:alpha val="70000"/>
              </a:schemeClr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2.0 95 ExtraBold"/>
                <a:cs typeface="+mn-cs"/>
              </a:endParaRPr>
            </a:p>
          </p:txBody>
        </p:sp>
      </p:grpSp>
      <p:sp>
        <p:nvSpPr>
          <p:cNvPr id="63" name="stars_273718">
            <a:extLst>
              <a:ext uri="{FF2B5EF4-FFF2-40B4-BE49-F238E27FC236}">
                <a16:creationId xmlns:a16="http://schemas.microsoft.com/office/drawing/2014/main" id="{7E9AE325-BE43-A6BB-6AE6-81A9DAA9922D}"/>
              </a:ext>
            </a:extLst>
          </p:cNvPr>
          <p:cNvSpPr>
            <a:spLocks noChangeAspect="1"/>
          </p:cNvSpPr>
          <p:nvPr/>
        </p:nvSpPr>
        <p:spPr bwMode="auto">
          <a:xfrm>
            <a:off x="9650875" y="540210"/>
            <a:ext cx="216505" cy="216000"/>
          </a:xfrm>
          <a:custGeom>
            <a:avLst/>
            <a:gdLst>
              <a:gd name="connsiteX0" fmla="*/ 435684 w 607336"/>
              <a:gd name="connsiteY0" fmla="*/ 463990 h 605919"/>
              <a:gd name="connsiteX1" fmla="*/ 421104 w 607336"/>
              <a:gd name="connsiteY1" fmla="*/ 493187 h 605919"/>
              <a:gd name="connsiteX2" fmla="*/ 409311 w 607336"/>
              <a:gd name="connsiteY2" fmla="*/ 500417 h 605919"/>
              <a:gd name="connsiteX3" fmla="*/ 388325 w 607336"/>
              <a:gd name="connsiteY3" fmla="*/ 500417 h 605919"/>
              <a:gd name="connsiteX4" fmla="*/ 405411 w 607336"/>
              <a:gd name="connsiteY4" fmla="*/ 517472 h 605919"/>
              <a:gd name="connsiteX5" fmla="*/ 409033 w 607336"/>
              <a:gd name="connsiteY5" fmla="*/ 529429 h 605919"/>
              <a:gd name="connsiteX6" fmla="*/ 402625 w 607336"/>
              <a:gd name="connsiteY6" fmla="*/ 561499 h 605919"/>
              <a:gd name="connsiteX7" fmla="*/ 427790 w 607336"/>
              <a:gd name="connsiteY7" fmla="*/ 542591 h 605919"/>
              <a:gd name="connsiteX8" fmla="*/ 435684 w 607336"/>
              <a:gd name="connsiteY8" fmla="*/ 539995 h 605919"/>
              <a:gd name="connsiteX9" fmla="*/ 443670 w 607336"/>
              <a:gd name="connsiteY9" fmla="*/ 542591 h 605919"/>
              <a:gd name="connsiteX10" fmla="*/ 468835 w 607336"/>
              <a:gd name="connsiteY10" fmla="*/ 561499 h 605919"/>
              <a:gd name="connsiteX11" fmla="*/ 462427 w 607336"/>
              <a:gd name="connsiteY11" fmla="*/ 529429 h 605919"/>
              <a:gd name="connsiteX12" fmla="*/ 466049 w 607336"/>
              <a:gd name="connsiteY12" fmla="*/ 517472 h 605919"/>
              <a:gd name="connsiteX13" fmla="*/ 483042 w 607336"/>
              <a:gd name="connsiteY13" fmla="*/ 500417 h 605919"/>
              <a:gd name="connsiteX14" fmla="*/ 462149 w 607336"/>
              <a:gd name="connsiteY14" fmla="*/ 500417 h 605919"/>
              <a:gd name="connsiteX15" fmla="*/ 450356 w 607336"/>
              <a:gd name="connsiteY15" fmla="*/ 493187 h 605919"/>
              <a:gd name="connsiteX16" fmla="*/ 171614 w 607336"/>
              <a:gd name="connsiteY16" fmla="*/ 463990 h 605919"/>
              <a:gd name="connsiteX17" fmla="*/ 157040 w 607336"/>
              <a:gd name="connsiteY17" fmla="*/ 493187 h 605919"/>
              <a:gd name="connsiteX18" fmla="*/ 145252 w 607336"/>
              <a:gd name="connsiteY18" fmla="*/ 500417 h 605919"/>
              <a:gd name="connsiteX19" fmla="*/ 124273 w 607336"/>
              <a:gd name="connsiteY19" fmla="*/ 500417 h 605919"/>
              <a:gd name="connsiteX20" fmla="*/ 141353 w 607336"/>
              <a:gd name="connsiteY20" fmla="*/ 517472 h 605919"/>
              <a:gd name="connsiteX21" fmla="*/ 144973 w 607336"/>
              <a:gd name="connsiteY21" fmla="*/ 529429 h 605919"/>
              <a:gd name="connsiteX22" fmla="*/ 138568 w 607336"/>
              <a:gd name="connsiteY22" fmla="*/ 561499 h 605919"/>
              <a:gd name="connsiteX23" fmla="*/ 163724 w 607336"/>
              <a:gd name="connsiteY23" fmla="*/ 542591 h 605919"/>
              <a:gd name="connsiteX24" fmla="*/ 171614 w 607336"/>
              <a:gd name="connsiteY24" fmla="*/ 539995 h 605919"/>
              <a:gd name="connsiteX25" fmla="*/ 179504 w 607336"/>
              <a:gd name="connsiteY25" fmla="*/ 542591 h 605919"/>
              <a:gd name="connsiteX26" fmla="*/ 204660 w 607336"/>
              <a:gd name="connsiteY26" fmla="*/ 561499 h 605919"/>
              <a:gd name="connsiteX27" fmla="*/ 198255 w 607336"/>
              <a:gd name="connsiteY27" fmla="*/ 529429 h 605919"/>
              <a:gd name="connsiteX28" fmla="*/ 201875 w 607336"/>
              <a:gd name="connsiteY28" fmla="*/ 517472 h 605919"/>
              <a:gd name="connsiteX29" fmla="*/ 218955 w 607336"/>
              <a:gd name="connsiteY29" fmla="*/ 500417 h 605919"/>
              <a:gd name="connsiteX30" fmla="*/ 197976 w 607336"/>
              <a:gd name="connsiteY30" fmla="*/ 500417 h 605919"/>
              <a:gd name="connsiteX31" fmla="*/ 186187 w 607336"/>
              <a:gd name="connsiteY31" fmla="*/ 493187 h 605919"/>
              <a:gd name="connsiteX32" fmla="*/ 435695 w 607336"/>
              <a:gd name="connsiteY32" fmla="*/ 421910 h 605919"/>
              <a:gd name="connsiteX33" fmla="*/ 447570 w 607336"/>
              <a:gd name="connsiteY33" fmla="*/ 428583 h 605919"/>
              <a:gd name="connsiteX34" fmla="*/ 470321 w 607336"/>
              <a:gd name="connsiteY34" fmla="*/ 474094 h 605919"/>
              <a:gd name="connsiteX35" fmla="*/ 514986 w 607336"/>
              <a:gd name="connsiteY35" fmla="*/ 474094 h 605919"/>
              <a:gd name="connsiteX36" fmla="*/ 527151 w 607336"/>
              <a:gd name="connsiteY36" fmla="*/ 482250 h 605919"/>
              <a:gd name="connsiteX37" fmla="*/ 524272 w 607336"/>
              <a:gd name="connsiteY37" fmla="*/ 496617 h 605919"/>
              <a:gd name="connsiteX38" fmla="*/ 489635 w 607336"/>
              <a:gd name="connsiteY38" fmla="*/ 531190 h 605919"/>
              <a:gd name="connsiteX39" fmla="*/ 501429 w 607336"/>
              <a:gd name="connsiteY39" fmla="*/ 590140 h 605919"/>
              <a:gd name="connsiteX40" fmla="*/ 495579 w 607336"/>
              <a:gd name="connsiteY40" fmla="*/ 603858 h 605919"/>
              <a:gd name="connsiteX41" fmla="*/ 488521 w 607336"/>
              <a:gd name="connsiteY41" fmla="*/ 605897 h 605919"/>
              <a:gd name="connsiteX42" fmla="*/ 480628 w 607336"/>
              <a:gd name="connsiteY42" fmla="*/ 603302 h 605919"/>
              <a:gd name="connsiteX43" fmla="*/ 435684 w 607336"/>
              <a:gd name="connsiteY43" fmla="*/ 569656 h 605919"/>
              <a:gd name="connsiteX44" fmla="*/ 390832 w 607336"/>
              <a:gd name="connsiteY44" fmla="*/ 603302 h 605919"/>
              <a:gd name="connsiteX45" fmla="*/ 375881 w 607336"/>
              <a:gd name="connsiteY45" fmla="*/ 603858 h 605919"/>
              <a:gd name="connsiteX46" fmla="*/ 369938 w 607336"/>
              <a:gd name="connsiteY46" fmla="*/ 590140 h 605919"/>
              <a:gd name="connsiteX47" fmla="*/ 381732 w 607336"/>
              <a:gd name="connsiteY47" fmla="*/ 531190 h 605919"/>
              <a:gd name="connsiteX48" fmla="*/ 347095 w 607336"/>
              <a:gd name="connsiteY48" fmla="*/ 496617 h 605919"/>
              <a:gd name="connsiteX49" fmla="*/ 344309 w 607336"/>
              <a:gd name="connsiteY49" fmla="*/ 482250 h 605919"/>
              <a:gd name="connsiteX50" fmla="*/ 356474 w 607336"/>
              <a:gd name="connsiteY50" fmla="*/ 474094 h 605919"/>
              <a:gd name="connsiteX51" fmla="*/ 401139 w 607336"/>
              <a:gd name="connsiteY51" fmla="*/ 474094 h 605919"/>
              <a:gd name="connsiteX52" fmla="*/ 423890 w 607336"/>
              <a:gd name="connsiteY52" fmla="*/ 428583 h 605919"/>
              <a:gd name="connsiteX53" fmla="*/ 435695 w 607336"/>
              <a:gd name="connsiteY53" fmla="*/ 421910 h 605919"/>
              <a:gd name="connsiteX54" fmla="*/ 171614 w 607336"/>
              <a:gd name="connsiteY54" fmla="*/ 421910 h 605919"/>
              <a:gd name="connsiteX55" fmla="*/ 183403 w 607336"/>
              <a:gd name="connsiteY55" fmla="*/ 428583 h 605919"/>
              <a:gd name="connsiteX56" fmla="*/ 206145 w 607336"/>
              <a:gd name="connsiteY56" fmla="*/ 474094 h 605919"/>
              <a:gd name="connsiteX57" fmla="*/ 250794 w 607336"/>
              <a:gd name="connsiteY57" fmla="*/ 474094 h 605919"/>
              <a:gd name="connsiteX58" fmla="*/ 262954 w 607336"/>
              <a:gd name="connsiteY58" fmla="*/ 482250 h 605919"/>
              <a:gd name="connsiteX59" fmla="*/ 260169 w 607336"/>
              <a:gd name="connsiteY59" fmla="*/ 496617 h 605919"/>
              <a:gd name="connsiteX60" fmla="*/ 225545 w 607336"/>
              <a:gd name="connsiteY60" fmla="*/ 531190 h 605919"/>
              <a:gd name="connsiteX61" fmla="*/ 237334 w 607336"/>
              <a:gd name="connsiteY61" fmla="*/ 590140 h 605919"/>
              <a:gd name="connsiteX62" fmla="*/ 231393 w 607336"/>
              <a:gd name="connsiteY62" fmla="*/ 603858 h 605919"/>
              <a:gd name="connsiteX63" fmla="*/ 224431 w 607336"/>
              <a:gd name="connsiteY63" fmla="*/ 605897 h 605919"/>
              <a:gd name="connsiteX64" fmla="*/ 216541 w 607336"/>
              <a:gd name="connsiteY64" fmla="*/ 603302 h 605919"/>
              <a:gd name="connsiteX65" fmla="*/ 171614 w 607336"/>
              <a:gd name="connsiteY65" fmla="*/ 569656 h 605919"/>
              <a:gd name="connsiteX66" fmla="*/ 126687 w 607336"/>
              <a:gd name="connsiteY66" fmla="*/ 603302 h 605919"/>
              <a:gd name="connsiteX67" fmla="*/ 111742 w 607336"/>
              <a:gd name="connsiteY67" fmla="*/ 603858 h 605919"/>
              <a:gd name="connsiteX68" fmla="*/ 105894 w 607336"/>
              <a:gd name="connsiteY68" fmla="*/ 590140 h 605919"/>
              <a:gd name="connsiteX69" fmla="*/ 117683 w 607336"/>
              <a:gd name="connsiteY69" fmla="*/ 531190 h 605919"/>
              <a:gd name="connsiteX70" fmla="*/ 83059 w 607336"/>
              <a:gd name="connsiteY70" fmla="*/ 496617 h 605919"/>
              <a:gd name="connsiteX71" fmla="*/ 80181 w 607336"/>
              <a:gd name="connsiteY71" fmla="*/ 482250 h 605919"/>
              <a:gd name="connsiteX72" fmla="*/ 92434 w 607336"/>
              <a:gd name="connsiteY72" fmla="*/ 474094 h 605919"/>
              <a:gd name="connsiteX73" fmla="*/ 137083 w 607336"/>
              <a:gd name="connsiteY73" fmla="*/ 474094 h 605919"/>
              <a:gd name="connsiteX74" fmla="*/ 159825 w 607336"/>
              <a:gd name="connsiteY74" fmla="*/ 428583 h 605919"/>
              <a:gd name="connsiteX75" fmla="*/ 171614 w 607336"/>
              <a:gd name="connsiteY75" fmla="*/ 421910 h 605919"/>
              <a:gd name="connsiteX76" fmla="*/ 514950 w 607336"/>
              <a:gd name="connsiteY76" fmla="*/ 226678 h 605919"/>
              <a:gd name="connsiteX77" fmla="*/ 500278 w 607336"/>
              <a:gd name="connsiteY77" fmla="*/ 255875 h 605919"/>
              <a:gd name="connsiteX78" fmla="*/ 488485 w 607336"/>
              <a:gd name="connsiteY78" fmla="*/ 263105 h 605919"/>
              <a:gd name="connsiteX79" fmla="*/ 467592 w 607336"/>
              <a:gd name="connsiteY79" fmla="*/ 263105 h 605919"/>
              <a:gd name="connsiteX80" fmla="*/ 484678 w 607336"/>
              <a:gd name="connsiteY80" fmla="*/ 280160 h 605919"/>
              <a:gd name="connsiteX81" fmla="*/ 488207 w 607336"/>
              <a:gd name="connsiteY81" fmla="*/ 292117 h 605919"/>
              <a:gd name="connsiteX82" fmla="*/ 481799 w 607336"/>
              <a:gd name="connsiteY82" fmla="*/ 324187 h 605919"/>
              <a:gd name="connsiteX83" fmla="*/ 506964 w 607336"/>
              <a:gd name="connsiteY83" fmla="*/ 305279 h 605919"/>
              <a:gd name="connsiteX84" fmla="*/ 514950 w 607336"/>
              <a:gd name="connsiteY84" fmla="*/ 302683 h 605919"/>
              <a:gd name="connsiteX85" fmla="*/ 522844 w 607336"/>
              <a:gd name="connsiteY85" fmla="*/ 305279 h 605919"/>
              <a:gd name="connsiteX86" fmla="*/ 548009 w 607336"/>
              <a:gd name="connsiteY86" fmla="*/ 324187 h 605919"/>
              <a:gd name="connsiteX87" fmla="*/ 541601 w 607336"/>
              <a:gd name="connsiteY87" fmla="*/ 292117 h 605919"/>
              <a:gd name="connsiteX88" fmla="*/ 545223 w 607336"/>
              <a:gd name="connsiteY88" fmla="*/ 280160 h 605919"/>
              <a:gd name="connsiteX89" fmla="*/ 562309 w 607336"/>
              <a:gd name="connsiteY89" fmla="*/ 263105 h 605919"/>
              <a:gd name="connsiteX90" fmla="*/ 541323 w 607336"/>
              <a:gd name="connsiteY90" fmla="*/ 263105 h 605919"/>
              <a:gd name="connsiteX91" fmla="*/ 529530 w 607336"/>
              <a:gd name="connsiteY91" fmla="*/ 255875 h 605919"/>
              <a:gd name="connsiteX92" fmla="*/ 92440 w 607336"/>
              <a:gd name="connsiteY92" fmla="*/ 226678 h 605919"/>
              <a:gd name="connsiteX93" fmla="*/ 77774 w 607336"/>
              <a:gd name="connsiteY93" fmla="*/ 255875 h 605919"/>
              <a:gd name="connsiteX94" fmla="*/ 65985 w 607336"/>
              <a:gd name="connsiteY94" fmla="*/ 263105 h 605919"/>
              <a:gd name="connsiteX95" fmla="*/ 45099 w 607336"/>
              <a:gd name="connsiteY95" fmla="*/ 263105 h 605919"/>
              <a:gd name="connsiteX96" fmla="*/ 62086 w 607336"/>
              <a:gd name="connsiteY96" fmla="*/ 280160 h 605919"/>
              <a:gd name="connsiteX97" fmla="*/ 65706 w 607336"/>
              <a:gd name="connsiteY97" fmla="*/ 292024 h 605919"/>
              <a:gd name="connsiteX98" fmla="*/ 59301 w 607336"/>
              <a:gd name="connsiteY98" fmla="*/ 324187 h 605919"/>
              <a:gd name="connsiteX99" fmla="*/ 84457 w 607336"/>
              <a:gd name="connsiteY99" fmla="*/ 305279 h 605919"/>
              <a:gd name="connsiteX100" fmla="*/ 92440 w 607336"/>
              <a:gd name="connsiteY100" fmla="*/ 302683 h 605919"/>
              <a:gd name="connsiteX101" fmla="*/ 100330 w 607336"/>
              <a:gd name="connsiteY101" fmla="*/ 305279 h 605919"/>
              <a:gd name="connsiteX102" fmla="*/ 125486 w 607336"/>
              <a:gd name="connsiteY102" fmla="*/ 324187 h 605919"/>
              <a:gd name="connsiteX103" fmla="*/ 119081 w 607336"/>
              <a:gd name="connsiteY103" fmla="*/ 292117 h 605919"/>
              <a:gd name="connsiteX104" fmla="*/ 122701 w 607336"/>
              <a:gd name="connsiteY104" fmla="*/ 280160 h 605919"/>
              <a:gd name="connsiteX105" fmla="*/ 139781 w 607336"/>
              <a:gd name="connsiteY105" fmla="*/ 263105 h 605919"/>
              <a:gd name="connsiteX106" fmla="*/ 118802 w 607336"/>
              <a:gd name="connsiteY106" fmla="*/ 263105 h 605919"/>
              <a:gd name="connsiteX107" fmla="*/ 107013 w 607336"/>
              <a:gd name="connsiteY107" fmla="*/ 255875 h 605919"/>
              <a:gd name="connsiteX108" fmla="*/ 514938 w 607336"/>
              <a:gd name="connsiteY108" fmla="*/ 184598 h 605919"/>
              <a:gd name="connsiteX109" fmla="*/ 526744 w 607336"/>
              <a:gd name="connsiteY109" fmla="*/ 191271 h 605919"/>
              <a:gd name="connsiteX110" fmla="*/ 549495 w 607336"/>
              <a:gd name="connsiteY110" fmla="*/ 236782 h 605919"/>
              <a:gd name="connsiteX111" fmla="*/ 594160 w 607336"/>
              <a:gd name="connsiteY111" fmla="*/ 236782 h 605919"/>
              <a:gd name="connsiteX112" fmla="*/ 606325 w 607336"/>
              <a:gd name="connsiteY112" fmla="*/ 244938 h 605919"/>
              <a:gd name="connsiteX113" fmla="*/ 603539 w 607336"/>
              <a:gd name="connsiteY113" fmla="*/ 259305 h 605919"/>
              <a:gd name="connsiteX114" fmla="*/ 568902 w 607336"/>
              <a:gd name="connsiteY114" fmla="*/ 293878 h 605919"/>
              <a:gd name="connsiteX115" fmla="*/ 580696 w 607336"/>
              <a:gd name="connsiteY115" fmla="*/ 352828 h 605919"/>
              <a:gd name="connsiteX116" fmla="*/ 574753 w 607336"/>
              <a:gd name="connsiteY116" fmla="*/ 366546 h 605919"/>
              <a:gd name="connsiteX117" fmla="*/ 567788 w 607336"/>
              <a:gd name="connsiteY117" fmla="*/ 368585 h 605919"/>
              <a:gd name="connsiteX118" fmla="*/ 559802 w 607336"/>
              <a:gd name="connsiteY118" fmla="*/ 365990 h 605919"/>
              <a:gd name="connsiteX119" fmla="*/ 514950 w 607336"/>
              <a:gd name="connsiteY119" fmla="*/ 332344 h 605919"/>
              <a:gd name="connsiteX120" fmla="*/ 470006 w 607336"/>
              <a:gd name="connsiteY120" fmla="*/ 365990 h 605919"/>
              <a:gd name="connsiteX121" fmla="*/ 455055 w 607336"/>
              <a:gd name="connsiteY121" fmla="*/ 366546 h 605919"/>
              <a:gd name="connsiteX122" fmla="*/ 449205 w 607336"/>
              <a:gd name="connsiteY122" fmla="*/ 352828 h 605919"/>
              <a:gd name="connsiteX123" fmla="*/ 460999 w 607336"/>
              <a:gd name="connsiteY123" fmla="*/ 293878 h 605919"/>
              <a:gd name="connsiteX124" fmla="*/ 426362 w 607336"/>
              <a:gd name="connsiteY124" fmla="*/ 259305 h 605919"/>
              <a:gd name="connsiteX125" fmla="*/ 423483 w 607336"/>
              <a:gd name="connsiteY125" fmla="*/ 244938 h 605919"/>
              <a:gd name="connsiteX126" fmla="*/ 435648 w 607336"/>
              <a:gd name="connsiteY126" fmla="*/ 236782 h 605919"/>
              <a:gd name="connsiteX127" fmla="*/ 480313 w 607336"/>
              <a:gd name="connsiteY127" fmla="*/ 236782 h 605919"/>
              <a:gd name="connsiteX128" fmla="*/ 503064 w 607336"/>
              <a:gd name="connsiteY128" fmla="*/ 191271 h 605919"/>
              <a:gd name="connsiteX129" fmla="*/ 514938 w 607336"/>
              <a:gd name="connsiteY129" fmla="*/ 184598 h 605919"/>
              <a:gd name="connsiteX130" fmla="*/ 92394 w 607336"/>
              <a:gd name="connsiteY130" fmla="*/ 184598 h 605919"/>
              <a:gd name="connsiteX131" fmla="*/ 104229 w 607336"/>
              <a:gd name="connsiteY131" fmla="*/ 191271 h 605919"/>
              <a:gd name="connsiteX132" fmla="*/ 126971 w 607336"/>
              <a:gd name="connsiteY132" fmla="*/ 236782 h 605919"/>
              <a:gd name="connsiteX133" fmla="*/ 171620 w 607336"/>
              <a:gd name="connsiteY133" fmla="*/ 236782 h 605919"/>
              <a:gd name="connsiteX134" fmla="*/ 183780 w 607336"/>
              <a:gd name="connsiteY134" fmla="*/ 244938 h 605919"/>
              <a:gd name="connsiteX135" fmla="*/ 180902 w 607336"/>
              <a:gd name="connsiteY135" fmla="*/ 259305 h 605919"/>
              <a:gd name="connsiteX136" fmla="*/ 146371 w 607336"/>
              <a:gd name="connsiteY136" fmla="*/ 293878 h 605919"/>
              <a:gd name="connsiteX137" fmla="*/ 158160 w 607336"/>
              <a:gd name="connsiteY137" fmla="*/ 352828 h 605919"/>
              <a:gd name="connsiteX138" fmla="*/ 152219 w 607336"/>
              <a:gd name="connsiteY138" fmla="*/ 366546 h 605919"/>
              <a:gd name="connsiteX139" fmla="*/ 145257 w 607336"/>
              <a:gd name="connsiteY139" fmla="*/ 368585 h 605919"/>
              <a:gd name="connsiteX140" fmla="*/ 137274 w 607336"/>
              <a:gd name="connsiteY140" fmla="*/ 365990 h 605919"/>
              <a:gd name="connsiteX141" fmla="*/ 92440 w 607336"/>
              <a:gd name="connsiteY141" fmla="*/ 332344 h 605919"/>
              <a:gd name="connsiteX142" fmla="*/ 47513 w 607336"/>
              <a:gd name="connsiteY142" fmla="*/ 365990 h 605919"/>
              <a:gd name="connsiteX143" fmla="*/ 32568 w 607336"/>
              <a:gd name="connsiteY143" fmla="*/ 366546 h 605919"/>
              <a:gd name="connsiteX144" fmla="*/ 26627 w 607336"/>
              <a:gd name="connsiteY144" fmla="*/ 352828 h 605919"/>
              <a:gd name="connsiteX145" fmla="*/ 38509 w 607336"/>
              <a:gd name="connsiteY145" fmla="*/ 293878 h 605919"/>
              <a:gd name="connsiteX146" fmla="*/ 3885 w 607336"/>
              <a:gd name="connsiteY146" fmla="*/ 259305 h 605919"/>
              <a:gd name="connsiteX147" fmla="*/ 1007 w 607336"/>
              <a:gd name="connsiteY147" fmla="*/ 244938 h 605919"/>
              <a:gd name="connsiteX148" fmla="*/ 13167 w 607336"/>
              <a:gd name="connsiteY148" fmla="*/ 236782 h 605919"/>
              <a:gd name="connsiteX149" fmla="*/ 57816 w 607336"/>
              <a:gd name="connsiteY149" fmla="*/ 236782 h 605919"/>
              <a:gd name="connsiteX150" fmla="*/ 80558 w 607336"/>
              <a:gd name="connsiteY150" fmla="*/ 191271 h 605919"/>
              <a:gd name="connsiteX151" fmla="*/ 92394 w 607336"/>
              <a:gd name="connsiteY151" fmla="*/ 184598 h 605919"/>
              <a:gd name="connsiteX152" fmla="*/ 303666 w 607336"/>
              <a:gd name="connsiteY152" fmla="*/ 42096 h 605919"/>
              <a:gd name="connsiteX153" fmla="*/ 289089 w 607336"/>
              <a:gd name="connsiteY153" fmla="*/ 71304 h 605919"/>
              <a:gd name="connsiteX154" fmla="*/ 277297 w 607336"/>
              <a:gd name="connsiteY154" fmla="*/ 78537 h 605919"/>
              <a:gd name="connsiteX155" fmla="*/ 256313 w 607336"/>
              <a:gd name="connsiteY155" fmla="*/ 78537 h 605919"/>
              <a:gd name="connsiteX156" fmla="*/ 273397 w 607336"/>
              <a:gd name="connsiteY156" fmla="*/ 95598 h 605919"/>
              <a:gd name="connsiteX157" fmla="*/ 277018 w 607336"/>
              <a:gd name="connsiteY157" fmla="*/ 107467 h 605919"/>
              <a:gd name="connsiteX158" fmla="*/ 270612 w 607336"/>
              <a:gd name="connsiteY158" fmla="*/ 139642 h 605919"/>
              <a:gd name="connsiteX159" fmla="*/ 295774 w 607336"/>
              <a:gd name="connsiteY159" fmla="*/ 120726 h 605919"/>
              <a:gd name="connsiteX160" fmla="*/ 303666 w 607336"/>
              <a:gd name="connsiteY160" fmla="*/ 118130 h 605919"/>
              <a:gd name="connsiteX161" fmla="*/ 311651 w 607336"/>
              <a:gd name="connsiteY161" fmla="*/ 120726 h 605919"/>
              <a:gd name="connsiteX162" fmla="*/ 336813 w 607336"/>
              <a:gd name="connsiteY162" fmla="*/ 139642 h 605919"/>
              <a:gd name="connsiteX163" fmla="*/ 330407 w 607336"/>
              <a:gd name="connsiteY163" fmla="*/ 107467 h 605919"/>
              <a:gd name="connsiteX164" fmla="*/ 333935 w 607336"/>
              <a:gd name="connsiteY164" fmla="*/ 95598 h 605919"/>
              <a:gd name="connsiteX165" fmla="*/ 351019 w 607336"/>
              <a:gd name="connsiteY165" fmla="*/ 78537 h 605919"/>
              <a:gd name="connsiteX166" fmla="*/ 330128 w 607336"/>
              <a:gd name="connsiteY166" fmla="*/ 78537 h 605919"/>
              <a:gd name="connsiteX167" fmla="*/ 318336 w 607336"/>
              <a:gd name="connsiteY167" fmla="*/ 71304 h 605919"/>
              <a:gd name="connsiteX168" fmla="*/ 303666 w 607336"/>
              <a:gd name="connsiteY168" fmla="*/ 0 h 605919"/>
              <a:gd name="connsiteX169" fmla="*/ 315458 w 607336"/>
              <a:gd name="connsiteY169" fmla="*/ 6676 h 605919"/>
              <a:gd name="connsiteX170" fmla="*/ 338206 w 607336"/>
              <a:gd name="connsiteY170" fmla="*/ 52203 h 605919"/>
              <a:gd name="connsiteX171" fmla="*/ 382866 w 607336"/>
              <a:gd name="connsiteY171" fmla="*/ 52203 h 605919"/>
              <a:gd name="connsiteX172" fmla="*/ 395122 w 607336"/>
              <a:gd name="connsiteY172" fmla="*/ 60363 h 605919"/>
              <a:gd name="connsiteX173" fmla="*/ 392244 w 607336"/>
              <a:gd name="connsiteY173" fmla="*/ 74735 h 605919"/>
              <a:gd name="connsiteX174" fmla="*/ 357611 w 607336"/>
              <a:gd name="connsiteY174" fmla="*/ 109229 h 605919"/>
              <a:gd name="connsiteX175" fmla="*/ 369403 w 607336"/>
              <a:gd name="connsiteY175" fmla="*/ 168294 h 605919"/>
              <a:gd name="connsiteX176" fmla="*/ 363461 w 607336"/>
              <a:gd name="connsiteY176" fmla="*/ 182017 h 605919"/>
              <a:gd name="connsiteX177" fmla="*/ 356497 w 607336"/>
              <a:gd name="connsiteY177" fmla="*/ 184057 h 605919"/>
              <a:gd name="connsiteX178" fmla="*/ 348605 w 607336"/>
              <a:gd name="connsiteY178" fmla="*/ 181368 h 605919"/>
              <a:gd name="connsiteX179" fmla="*/ 303666 w 607336"/>
              <a:gd name="connsiteY179" fmla="*/ 147802 h 605919"/>
              <a:gd name="connsiteX180" fmla="*/ 258820 w 607336"/>
              <a:gd name="connsiteY180" fmla="*/ 181368 h 605919"/>
              <a:gd name="connsiteX181" fmla="*/ 243871 w 607336"/>
              <a:gd name="connsiteY181" fmla="*/ 182017 h 605919"/>
              <a:gd name="connsiteX182" fmla="*/ 237929 w 607336"/>
              <a:gd name="connsiteY182" fmla="*/ 168294 h 605919"/>
              <a:gd name="connsiteX183" fmla="*/ 249721 w 607336"/>
              <a:gd name="connsiteY183" fmla="*/ 109229 h 605919"/>
              <a:gd name="connsiteX184" fmla="*/ 215088 w 607336"/>
              <a:gd name="connsiteY184" fmla="*/ 74735 h 605919"/>
              <a:gd name="connsiteX185" fmla="*/ 212210 w 607336"/>
              <a:gd name="connsiteY185" fmla="*/ 60363 h 605919"/>
              <a:gd name="connsiteX186" fmla="*/ 224466 w 607336"/>
              <a:gd name="connsiteY186" fmla="*/ 52203 h 605919"/>
              <a:gd name="connsiteX187" fmla="*/ 269126 w 607336"/>
              <a:gd name="connsiteY187" fmla="*/ 52203 h 605919"/>
              <a:gd name="connsiteX188" fmla="*/ 291874 w 607336"/>
              <a:gd name="connsiteY188" fmla="*/ 6676 h 605919"/>
              <a:gd name="connsiteX189" fmla="*/ 303666 w 607336"/>
              <a:gd name="connsiteY189" fmla="*/ 0 h 605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</a:cxnLst>
            <a:rect l="l" t="t" r="r" b="b"/>
            <a:pathLst>
              <a:path w="607336" h="605919">
                <a:moveTo>
                  <a:pt x="435684" y="463990"/>
                </a:moveTo>
                <a:lnTo>
                  <a:pt x="421104" y="493187"/>
                </a:lnTo>
                <a:cubicBezTo>
                  <a:pt x="418876" y="497637"/>
                  <a:pt x="414326" y="500417"/>
                  <a:pt x="409311" y="500417"/>
                </a:cubicBezTo>
                <a:lnTo>
                  <a:pt x="388325" y="500417"/>
                </a:lnTo>
                <a:lnTo>
                  <a:pt x="405411" y="517472"/>
                </a:lnTo>
                <a:cubicBezTo>
                  <a:pt x="408568" y="520623"/>
                  <a:pt x="409961" y="525072"/>
                  <a:pt x="409033" y="529429"/>
                </a:cubicBezTo>
                <a:lnTo>
                  <a:pt x="402625" y="561499"/>
                </a:lnTo>
                <a:lnTo>
                  <a:pt x="427790" y="542591"/>
                </a:lnTo>
                <a:cubicBezTo>
                  <a:pt x="430112" y="540830"/>
                  <a:pt x="432991" y="539995"/>
                  <a:pt x="435684" y="539995"/>
                </a:cubicBezTo>
                <a:cubicBezTo>
                  <a:pt x="438469" y="539995"/>
                  <a:pt x="441255" y="540830"/>
                  <a:pt x="443670" y="542591"/>
                </a:cubicBezTo>
                <a:lnTo>
                  <a:pt x="468835" y="561499"/>
                </a:lnTo>
                <a:lnTo>
                  <a:pt x="462427" y="529429"/>
                </a:lnTo>
                <a:cubicBezTo>
                  <a:pt x="461499" y="525072"/>
                  <a:pt x="462892" y="520623"/>
                  <a:pt x="466049" y="517472"/>
                </a:cubicBezTo>
                <a:lnTo>
                  <a:pt x="483042" y="500417"/>
                </a:lnTo>
                <a:lnTo>
                  <a:pt x="462149" y="500417"/>
                </a:lnTo>
                <a:cubicBezTo>
                  <a:pt x="457134" y="500417"/>
                  <a:pt x="452584" y="497637"/>
                  <a:pt x="450356" y="493187"/>
                </a:cubicBezTo>
                <a:close/>
                <a:moveTo>
                  <a:pt x="171614" y="463990"/>
                </a:moveTo>
                <a:lnTo>
                  <a:pt x="157040" y="493187"/>
                </a:lnTo>
                <a:cubicBezTo>
                  <a:pt x="154813" y="497637"/>
                  <a:pt x="150171" y="500417"/>
                  <a:pt x="145252" y="500417"/>
                </a:cubicBezTo>
                <a:lnTo>
                  <a:pt x="124273" y="500417"/>
                </a:lnTo>
                <a:lnTo>
                  <a:pt x="141353" y="517472"/>
                </a:lnTo>
                <a:cubicBezTo>
                  <a:pt x="144416" y="520623"/>
                  <a:pt x="145809" y="525072"/>
                  <a:pt x="144973" y="529429"/>
                </a:cubicBezTo>
                <a:lnTo>
                  <a:pt x="138568" y="561499"/>
                </a:lnTo>
                <a:lnTo>
                  <a:pt x="163724" y="542591"/>
                </a:lnTo>
                <a:cubicBezTo>
                  <a:pt x="166044" y="540830"/>
                  <a:pt x="168829" y="539995"/>
                  <a:pt x="171614" y="539995"/>
                </a:cubicBezTo>
                <a:cubicBezTo>
                  <a:pt x="174399" y="539995"/>
                  <a:pt x="177183" y="540830"/>
                  <a:pt x="179504" y="542591"/>
                </a:cubicBezTo>
                <a:lnTo>
                  <a:pt x="204660" y="561499"/>
                </a:lnTo>
                <a:lnTo>
                  <a:pt x="198255" y="529429"/>
                </a:lnTo>
                <a:cubicBezTo>
                  <a:pt x="197419" y="525072"/>
                  <a:pt x="198812" y="520623"/>
                  <a:pt x="201875" y="517472"/>
                </a:cubicBezTo>
                <a:lnTo>
                  <a:pt x="218955" y="500417"/>
                </a:lnTo>
                <a:lnTo>
                  <a:pt x="197976" y="500417"/>
                </a:lnTo>
                <a:cubicBezTo>
                  <a:pt x="193057" y="500417"/>
                  <a:pt x="188415" y="497637"/>
                  <a:pt x="186187" y="493187"/>
                </a:cubicBezTo>
                <a:close/>
                <a:moveTo>
                  <a:pt x="435695" y="421910"/>
                </a:moveTo>
                <a:cubicBezTo>
                  <a:pt x="440490" y="421910"/>
                  <a:pt x="445295" y="424134"/>
                  <a:pt x="447570" y="428583"/>
                </a:cubicBezTo>
                <a:lnTo>
                  <a:pt x="470321" y="474094"/>
                </a:lnTo>
                <a:lnTo>
                  <a:pt x="514986" y="474094"/>
                </a:lnTo>
                <a:cubicBezTo>
                  <a:pt x="520279" y="474094"/>
                  <a:pt x="525108" y="477245"/>
                  <a:pt x="527151" y="482250"/>
                </a:cubicBezTo>
                <a:cubicBezTo>
                  <a:pt x="529194" y="487163"/>
                  <a:pt x="528080" y="492817"/>
                  <a:pt x="524272" y="496617"/>
                </a:cubicBezTo>
                <a:lnTo>
                  <a:pt x="489635" y="531190"/>
                </a:lnTo>
                <a:lnTo>
                  <a:pt x="501429" y="590140"/>
                </a:lnTo>
                <a:cubicBezTo>
                  <a:pt x="502543" y="595516"/>
                  <a:pt x="500222" y="600985"/>
                  <a:pt x="495579" y="603858"/>
                </a:cubicBezTo>
                <a:cubicBezTo>
                  <a:pt x="493443" y="605248"/>
                  <a:pt x="491028" y="605897"/>
                  <a:pt x="488521" y="605897"/>
                </a:cubicBezTo>
                <a:cubicBezTo>
                  <a:pt x="485735" y="605897"/>
                  <a:pt x="482950" y="604970"/>
                  <a:pt x="480628" y="603302"/>
                </a:cubicBezTo>
                <a:lnTo>
                  <a:pt x="435684" y="569656"/>
                </a:lnTo>
                <a:lnTo>
                  <a:pt x="390832" y="603302"/>
                </a:lnTo>
                <a:cubicBezTo>
                  <a:pt x="386375" y="606546"/>
                  <a:pt x="380524" y="606824"/>
                  <a:pt x="375881" y="603858"/>
                </a:cubicBezTo>
                <a:cubicBezTo>
                  <a:pt x="371238" y="600985"/>
                  <a:pt x="368917" y="595516"/>
                  <a:pt x="369938" y="590140"/>
                </a:cubicBezTo>
                <a:lnTo>
                  <a:pt x="381732" y="531190"/>
                </a:lnTo>
                <a:lnTo>
                  <a:pt x="347095" y="496617"/>
                </a:lnTo>
                <a:cubicBezTo>
                  <a:pt x="343380" y="492817"/>
                  <a:pt x="342266" y="487163"/>
                  <a:pt x="344309" y="482250"/>
                </a:cubicBezTo>
                <a:cubicBezTo>
                  <a:pt x="346352" y="477245"/>
                  <a:pt x="351181" y="474094"/>
                  <a:pt x="356474" y="474094"/>
                </a:cubicBezTo>
                <a:lnTo>
                  <a:pt x="401139" y="474094"/>
                </a:lnTo>
                <a:lnTo>
                  <a:pt x="423890" y="428583"/>
                </a:lnTo>
                <a:cubicBezTo>
                  <a:pt x="426119" y="424134"/>
                  <a:pt x="430901" y="421910"/>
                  <a:pt x="435695" y="421910"/>
                </a:cubicBezTo>
                <a:close/>
                <a:moveTo>
                  <a:pt x="171614" y="421910"/>
                </a:moveTo>
                <a:cubicBezTo>
                  <a:pt x="176395" y="421910"/>
                  <a:pt x="181175" y="424134"/>
                  <a:pt x="183403" y="428583"/>
                </a:cubicBezTo>
                <a:lnTo>
                  <a:pt x="206145" y="474094"/>
                </a:lnTo>
                <a:lnTo>
                  <a:pt x="250794" y="474094"/>
                </a:lnTo>
                <a:cubicBezTo>
                  <a:pt x="256178" y="474094"/>
                  <a:pt x="261005" y="477245"/>
                  <a:pt x="262954" y="482250"/>
                </a:cubicBezTo>
                <a:cubicBezTo>
                  <a:pt x="264996" y="487163"/>
                  <a:pt x="263882" y="492817"/>
                  <a:pt x="260169" y="496617"/>
                </a:cubicBezTo>
                <a:lnTo>
                  <a:pt x="225545" y="531190"/>
                </a:lnTo>
                <a:lnTo>
                  <a:pt x="237334" y="590140"/>
                </a:lnTo>
                <a:cubicBezTo>
                  <a:pt x="238448" y="595516"/>
                  <a:pt x="236035" y="600985"/>
                  <a:pt x="231393" y="603858"/>
                </a:cubicBezTo>
                <a:cubicBezTo>
                  <a:pt x="229351" y="605248"/>
                  <a:pt x="226845" y="605897"/>
                  <a:pt x="224431" y="605897"/>
                </a:cubicBezTo>
                <a:cubicBezTo>
                  <a:pt x="221647" y="605897"/>
                  <a:pt x="218862" y="604970"/>
                  <a:pt x="216541" y="603302"/>
                </a:cubicBezTo>
                <a:lnTo>
                  <a:pt x="171614" y="569656"/>
                </a:lnTo>
                <a:lnTo>
                  <a:pt x="126687" y="603302"/>
                </a:lnTo>
                <a:cubicBezTo>
                  <a:pt x="122324" y="606546"/>
                  <a:pt x="116383" y="606824"/>
                  <a:pt x="111742" y="603858"/>
                </a:cubicBezTo>
                <a:cubicBezTo>
                  <a:pt x="107100" y="600985"/>
                  <a:pt x="104780" y="595516"/>
                  <a:pt x="105894" y="590140"/>
                </a:cubicBezTo>
                <a:lnTo>
                  <a:pt x="117683" y="531190"/>
                </a:lnTo>
                <a:lnTo>
                  <a:pt x="83059" y="496617"/>
                </a:lnTo>
                <a:cubicBezTo>
                  <a:pt x="79253" y="492817"/>
                  <a:pt x="78139" y="487163"/>
                  <a:pt x="80181" y="482250"/>
                </a:cubicBezTo>
                <a:cubicBezTo>
                  <a:pt x="82223" y="477245"/>
                  <a:pt x="87050" y="474094"/>
                  <a:pt x="92434" y="474094"/>
                </a:cubicBezTo>
                <a:lnTo>
                  <a:pt x="137083" y="474094"/>
                </a:lnTo>
                <a:lnTo>
                  <a:pt x="159825" y="428583"/>
                </a:lnTo>
                <a:cubicBezTo>
                  <a:pt x="162053" y="424134"/>
                  <a:pt x="166834" y="421910"/>
                  <a:pt x="171614" y="421910"/>
                </a:cubicBezTo>
                <a:close/>
                <a:moveTo>
                  <a:pt x="514950" y="226678"/>
                </a:moveTo>
                <a:lnTo>
                  <a:pt x="500278" y="255875"/>
                </a:lnTo>
                <a:cubicBezTo>
                  <a:pt x="498050" y="260325"/>
                  <a:pt x="493500" y="263105"/>
                  <a:pt x="488485" y="263105"/>
                </a:cubicBezTo>
                <a:lnTo>
                  <a:pt x="467592" y="263105"/>
                </a:lnTo>
                <a:lnTo>
                  <a:pt x="484678" y="280160"/>
                </a:lnTo>
                <a:cubicBezTo>
                  <a:pt x="487742" y="283311"/>
                  <a:pt x="489135" y="287760"/>
                  <a:pt x="488207" y="292117"/>
                </a:cubicBezTo>
                <a:lnTo>
                  <a:pt x="481799" y="324187"/>
                </a:lnTo>
                <a:lnTo>
                  <a:pt x="506964" y="305279"/>
                </a:lnTo>
                <a:cubicBezTo>
                  <a:pt x="509379" y="303518"/>
                  <a:pt x="512165" y="302683"/>
                  <a:pt x="514950" y="302683"/>
                </a:cubicBezTo>
                <a:cubicBezTo>
                  <a:pt x="517736" y="302683"/>
                  <a:pt x="520522" y="303518"/>
                  <a:pt x="522844" y="305279"/>
                </a:cubicBezTo>
                <a:lnTo>
                  <a:pt x="548009" y="324187"/>
                </a:lnTo>
                <a:lnTo>
                  <a:pt x="541601" y="292117"/>
                </a:lnTo>
                <a:cubicBezTo>
                  <a:pt x="540766" y="287760"/>
                  <a:pt x="542066" y="283311"/>
                  <a:pt x="545223" y="280160"/>
                </a:cubicBezTo>
                <a:lnTo>
                  <a:pt x="562309" y="263105"/>
                </a:lnTo>
                <a:lnTo>
                  <a:pt x="541323" y="263105"/>
                </a:lnTo>
                <a:cubicBezTo>
                  <a:pt x="536308" y="263105"/>
                  <a:pt x="531758" y="260325"/>
                  <a:pt x="529530" y="255875"/>
                </a:cubicBezTo>
                <a:close/>
                <a:moveTo>
                  <a:pt x="92440" y="226678"/>
                </a:moveTo>
                <a:lnTo>
                  <a:pt x="77774" y="255875"/>
                </a:lnTo>
                <a:cubicBezTo>
                  <a:pt x="75546" y="260325"/>
                  <a:pt x="70997" y="263105"/>
                  <a:pt x="65985" y="263105"/>
                </a:cubicBezTo>
                <a:lnTo>
                  <a:pt x="45099" y="263105"/>
                </a:lnTo>
                <a:lnTo>
                  <a:pt x="62086" y="280160"/>
                </a:lnTo>
                <a:cubicBezTo>
                  <a:pt x="65242" y="283219"/>
                  <a:pt x="66635" y="287760"/>
                  <a:pt x="65706" y="292024"/>
                </a:cubicBezTo>
                <a:lnTo>
                  <a:pt x="59301" y="324187"/>
                </a:lnTo>
                <a:lnTo>
                  <a:pt x="84457" y="305279"/>
                </a:lnTo>
                <a:cubicBezTo>
                  <a:pt x="86870" y="303518"/>
                  <a:pt x="89655" y="302683"/>
                  <a:pt x="92440" y="302683"/>
                </a:cubicBezTo>
                <a:cubicBezTo>
                  <a:pt x="95225" y="302683"/>
                  <a:pt x="98009" y="303518"/>
                  <a:pt x="100330" y="305279"/>
                </a:cubicBezTo>
                <a:lnTo>
                  <a:pt x="125486" y="324187"/>
                </a:lnTo>
                <a:lnTo>
                  <a:pt x="119081" y="292117"/>
                </a:lnTo>
                <a:cubicBezTo>
                  <a:pt x="118245" y="287760"/>
                  <a:pt x="119545" y="283311"/>
                  <a:pt x="122701" y="280160"/>
                </a:cubicBezTo>
                <a:lnTo>
                  <a:pt x="139781" y="263105"/>
                </a:lnTo>
                <a:lnTo>
                  <a:pt x="118802" y="263105"/>
                </a:lnTo>
                <a:cubicBezTo>
                  <a:pt x="113790" y="263105"/>
                  <a:pt x="109241" y="260325"/>
                  <a:pt x="107013" y="255875"/>
                </a:cubicBezTo>
                <a:close/>
                <a:moveTo>
                  <a:pt x="514938" y="184598"/>
                </a:moveTo>
                <a:cubicBezTo>
                  <a:pt x="519732" y="184598"/>
                  <a:pt x="524515" y="186822"/>
                  <a:pt x="526744" y="191271"/>
                </a:cubicBezTo>
                <a:lnTo>
                  <a:pt x="549495" y="236782"/>
                </a:lnTo>
                <a:lnTo>
                  <a:pt x="594160" y="236782"/>
                </a:lnTo>
                <a:cubicBezTo>
                  <a:pt x="599453" y="236782"/>
                  <a:pt x="604282" y="239933"/>
                  <a:pt x="606325" y="244938"/>
                </a:cubicBezTo>
                <a:cubicBezTo>
                  <a:pt x="608368" y="249851"/>
                  <a:pt x="607254" y="255505"/>
                  <a:pt x="603539" y="259305"/>
                </a:cubicBezTo>
                <a:lnTo>
                  <a:pt x="568902" y="293878"/>
                </a:lnTo>
                <a:lnTo>
                  <a:pt x="580696" y="352828"/>
                </a:lnTo>
                <a:cubicBezTo>
                  <a:pt x="581717" y="358204"/>
                  <a:pt x="579396" y="363673"/>
                  <a:pt x="574753" y="366546"/>
                </a:cubicBezTo>
                <a:cubicBezTo>
                  <a:pt x="572617" y="367936"/>
                  <a:pt x="570202" y="368585"/>
                  <a:pt x="567788" y="368585"/>
                </a:cubicBezTo>
                <a:cubicBezTo>
                  <a:pt x="565002" y="368585"/>
                  <a:pt x="562216" y="367658"/>
                  <a:pt x="559802" y="365990"/>
                </a:cubicBezTo>
                <a:lnTo>
                  <a:pt x="514950" y="332344"/>
                </a:lnTo>
                <a:lnTo>
                  <a:pt x="470006" y="365990"/>
                </a:lnTo>
                <a:cubicBezTo>
                  <a:pt x="465642" y="369234"/>
                  <a:pt x="459698" y="369512"/>
                  <a:pt x="455055" y="366546"/>
                </a:cubicBezTo>
                <a:cubicBezTo>
                  <a:pt x="450412" y="363673"/>
                  <a:pt x="448091" y="358204"/>
                  <a:pt x="449205" y="352828"/>
                </a:cubicBezTo>
                <a:lnTo>
                  <a:pt x="460999" y="293878"/>
                </a:lnTo>
                <a:lnTo>
                  <a:pt x="426362" y="259305"/>
                </a:lnTo>
                <a:cubicBezTo>
                  <a:pt x="422554" y="255505"/>
                  <a:pt x="421440" y="249851"/>
                  <a:pt x="423483" y="244938"/>
                </a:cubicBezTo>
                <a:cubicBezTo>
                  <a:pt x="425526" y="239933"/>
                  <a:pt x="430355" y="236782"/>
                  <a:pt x="435648" y="236782"/>
                </a:cubicBezTo>
                <a:lnTo>
                  <a:pt x="480313" y="236782"/>
                </a:lnTo>
                <a:lnTo>
                  <a:pt x="503064" y="191271"/>
                </a:lnTo>
                <a:cubicBezTo>
                  <a:pt x="505339" y="186822"/>
                  <a:pt x="510145" y="184598"/>
                  <a:pt x="514938" y="184598"/>
                </a:cubicBezTo>
                <a:close/>
                <a:moveTo>
                  <a:pt x="92394" y="184598"/>
                </a:moveTo>
                <a:cubicBezTo>
                  <a:pt x="97174" y="184598"/>
                  <a:pt x="101955" y="186822"/>
                  <a:pt x="104229" y="191271"/>
                </a:cubicBezTo>
                <a:lnTo>
                  <a:pt x="126971" y="236782"/>
                </a:lnTo>
                <a:lnTo>
                  <a:pt x="171620" y="236782"/>
                </a:lnTo>
                <a:cubicBezTo>
                  <a:pt x="176911" y="236782"/>
                  <a:pt x="181738" y="239933"/>
                  <a:pt x="183780" y="244938"/>
                </a:cubicBezTo>
                <a:cubicBezTo>
                  <a:pt x="185822" y="249851"/>
                  <a:pt x="184708" y="255505"/>
                  <a:pt x="180902" y="259305"/>
                </a:cubicBezTo>
                <a:lnTo>
                  <a:pt x="146371" y="293878"/>
                </a:lnTo>
                <a:lnTo>
                  <a:pt x="158160" y="352828"/>
                </a:lnTo>
                <a:cubicBezTo>
                  <a:pt x="159181" y="358204"/>
                  <a:pt x="156861" y="363673"/>
                  <a:pt x="152219" y="366546"/>
                </a:cubicBezTo>
                <a:cubicBezTo>
                  <a:pt x="150084" y="367936"/>
                  <a:pt x="147671" y="368585"/>
                  <a:pt x="145257" y="368585"/>
                </a:cubicBezTo>
                <a:cubicBezTo>
                  <a:pt x="142473" y="368585"/>
                  <a:pt x="139688" y="367658"/>
                  <a:pt x="137274" y="365990"/>
                </a:cubicBezTo>
                <a:lnTo>
                  <a:pt x="92440" y="332344"/>
                </a:lnTo>
                <a:lnTo>
                  <a:pt x="47513" y="365990"/>
                </a:lnTo>
                <a:cubicBezTo>
                  <a:pt x="43150" y="369234"/>
                  <a:pt x="37209" y="369512"/>
                  <a:pt x="32568" y="366546"/>
                </a:cubicBezTo>
                <a:cubicBezTo>
                  <a:pt x="27926" y="363673"/>
                  <a:pt x="25606" y="358204"/>
                  <a:pt x="26627" y="352828"/>
                </a:cubicBezTo>
                <a:lnTo>
                  <a:pt x="38509" y="293878"/>
                </a:lnTo>
                <a:lnTo>
                  <a:pt x="3885" y="259305"/>
                </a:lnTo>
                <a:cubicBezTo>
                  <a:pt x="79" y="255505"/>
                  <a:pt x="-1035" y="249851"/>
                  <a:pt x="1007" y="244938"/>
                </a:cubicBezTo>
                <a:cubicBezTo>
                  <a:pt x="3049" y="239933"/>
                  <a:pt x="7876" y="236782"/>
                  <a:pt x="13167" y="236782"/>
                </a:cubicBezTo>
                <a:lnTo>
                  <a:pt x="57816" y="236782"/>
                </a:lnTo>
                <a:lnTo>
                  <a:pt x="80558" y="191271"/>
                </a:lnTo>
                <a:cubicBezTo>
                  <a:pt x="82833" y="186822"/>
                  <a:pt x="87613" y="184598"/>
                  <a:pt x="92394" y="184598"/>
                </a:cubicBezTo>
                <a:close/>
                <a:moveTo>
                  <a:pt x="303666" y="42096"/>
                </a:moveTo>
                <a:lnTo>
                  <a:pt x="289089" y="71304"/>
                </a:lnTo>
                <a:cubicBezTo>
                  <a:pt x="286860" y="75755"/>
                  <a:pt x="282311" y="78537"/>
                  <a:pt x="277297" y="78537"/>
                </a:cubicBezTo>
                <a:lnTo>
                  <a:pt x="256313" y="78537"/>
                </a:lnTo>
                <a:lnTo>
                  <a:pt x="273397" y="95598"/>
                </a:lnTo>
                <a:cubicBezTo>
                  <a:pt x="276554" y="98658"/>
                  <a:pt x="277854" y="103201"/>
                  <a:pt x="277018" y="107467"/>
                </a:cubicBezTo>
                <a:lnTo>
                  <a:pt x="270612" y="139642"/>
                </a:lnTo>
                <a:lnTo>
                  <a:pt x="295774" y="120726"/>
                </a:lnTo>
                <a:cubicBezTo>
                  <a:pt x="298095" y="118965"/>
                  <a:pt x="300881" y="118130"/>
                  <a:pt x="303666" y="118130"/>
                </a:cubicBezTo>
                <a:cubicBezTo>
                  <a:pt x="306451" y="118130"/>
                  <a:pt x="309237" y="118965"/>
                  <a:pt x="311651" y="120726"/>
                </a:cubicBezTo>
                <a:lnTo>
                  <a:pt x="336813" y="139642"/>
                </a:lnTo>
                <a:lnTo>
                  <a:pt x="330407" y="107467"/>
                </a:lnTo>
                <a:cubicBezTo>
                  <a:pt x="329478" y="103201"/>
                  <a:pt x="330871" y="98751"/>
                  <a:pt x="333935" y="95598"/>
                </a:cubicBezTo>
                <a:lnTo>
                  <a:pt x="351019" y="78537"/>
                </a:lnTo>
                <a:lnTo>
                  <a:pt x="330128" y="78537"/>
                </a:lnTo>
                <a:cubicBezTo>
                  <a:pt x="325114" y="78537"/>
                  <a:pt x="320565" y="75755"/>
                  <a:pt x="318336" y="71304"/>
                </a:cubicBezTo>
                <a:close/>
                <a:moveTo>
                  <a:pt x="303666" y="0"/>
                </a:moveTo>
                <a:cubicBezTo>
                  <a:pt x="308448" y="0"/>
                  <a:pt x="313229" y="2225"/>
                  <a:pt x="315458" y="6676"/>
                </a:cubicBezTo>
                <a:lnTo>
                  <a:pt x="338206" y="52203"/>
                </a:lnTo>
                <a:lnTo>
                  <a:pt x="382866" y="52203"/>
                </a:lnTo>
                <a:cubicBezTo>
                  <a:pt x="388251" y="52203"/>
                  <a:pt x="393080" y="55356"/>
                  <a:pt x="395122" y="60363"/>
                </a:cubicBezTo>
                <a:cubicBezTo>
                  <a:pt x="397165" y="65277"/>
                  <a:pt x="395958" y="70933"/>
                  <a:pt x="392244" y="74735"/>
                </a:cubicBezTo>
                <a:lnTo>
                  <a:pt x="357611" y="109229"/>
                </a:lnTo>
                <a:lnTo>
                  <a:pt x="369403" y="168294"/>
                </a:lnTo>
                <a:cubicBezTo>
                  <a:pt x="370517" y="173579"/>
                  <a:pt x="368196" y="179143"/>
                  <a:pt x="363461" y="182017"/>
                </a:cubicBezTo>
                <a:cubicBezTo>
                  <a:pt x="361418" y="183408"/>
                  <a:pt x="359004" y="184057"/>
                  <a:pt x="356497" y="184057"/>
                </a:cubicBezTo>
                <a:cubicBezTo>
                  <a:pt x="353712" y="184057"/>
                  <a:pt x="350926" y="183130"/>
                  <a:pt x="348605" y="181368"/>
                </a:cubicBezTo>
                <a:lnTo>
                  <a:pt x="303666" y="147802"/>
                </a:lnTo>
                <a:lnTo>
                  <a:pt x="258820" y="181368"/>
                </a:lnTo>
                <a:cubicBezTo>
                  <a:pt x="254363" y="184706"/>
                  <a:pt x="248514" y="184984"/>
                  <a:pt x="243871" y="182017"/>
                </a:cubicBezTo>
                <a:cubicBezTo>
                  <a:pt x="239229" y="179143"/>
                  <a:pt x="236815" y="173672"/>
                  <a:pt x="237929" y="168294"/>
                </a:cubicBezTo>
                <a:lnTo>
                  <a:pt x="249721" y="109229"/>
                </a:lnTo>
                <a:lnTo>
                  <a:pt x="215088" y="74735"/>
                </a:lnTo>
                <a:cubicBezTo>
                  <a:pt x="211374" y="70933"/>
                  <a:pt x="210167" y="65277"/>
                  <a:pt x="212210" y="60363"/>
                </a:cubicBezTo>
                <a:cubicBezTo>
                  <a:pt x="214345" y="55356"/>
                  <a:pt x="219081" y="52203"/>
                  <a:pt x="224466" y="52203"/>
                </a:cubicBezTo>
                <a:lnTo>
                  <a:pt x="269126" y="52203"/>
                </a:lnTo>
                <a:lnTo>
                  <a:pt x="291874" y="6676"/>
                </a:lnTo>
                <a:cubicBezTo>
                  <a:pt x="294103" y="2225"/>
                  <a:pt x="298884" y="0"/>
                  <a:pt x="303666" y="0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 2.0 95 ExtraBold"/>
              <a:cs typeface="+mn-cs"/>
            </a:endParaRPr>
          </a:p>
        </p:txBody>
      </p:sp>
      <p:sp>
        <p:nvSpPr>
          <p:cNvPr id="300" name="设计师康帅作品禁止倒卖8">
            <a:extLst>
              <a:ext uri="{FF2B5EF4-FFF2-40B4-BE49-F238E27FC236}">
                <a16:creationId xmlns:a16="http://schemas.microsoft.com/office/drawing/2014/main" id="{8271333F-420D-0194-99CB-E6E629C81AC3}"/>
              </a:ext>
            </a:extLst>
          </p:cNvPr>
          <p:cNvSpPr txBox="1"/>
          <p:nvPr/>
        </p:nvSpPr>
        <p:spPr>
          <a:xfrm>
            <a:off x="2988119" y="1106656"/>
            <a:ext cx="73098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spc="100" dirty="0">
                <a:solidFill>
                  <a:schemeClr val="bg1"/>
                </a:solidFill>
                <a:effectLst>
                  <a:glow rad="127000">
                    <a:schemeClr val="accent1">
                      <a:alpha val="38000"/>
                    </a:schemeClr>
                  </a:glo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</a:rPr>
              <a:t>接口测试流程图</a:t>
            </a:r>
            <a:endParaRPr lang="zh-CN" altLang="en-US" sz="3600" b="1" spc="100" dirty="0">
              <a:solidFill>
                <a:srgbClr val="FFC000"/>
              </a:solidFill>
              <a:effectLst>
                <a:glow rad="127000">
                  <a:schemeClr val="accent1">
                    <a:alpha val="38000"/>
                  </a:schemeClr>
                </a:glo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</a:endParaRPr>
          </a:p>
        </p:txBody>
      </p:sp>
      <p:sp>
        <p:nvSpPr>
          <p:cNvPr id="27" name="矩形: 圆角 25">
            <a:extLst>
              <a:ext uri="{FF2B5EF4-FFF2-40B4-BE49-F238E27FC236}">
                <a16:creationId xmlns:a16="http://schemas.microsoft.com/office/drawing/2014/main" id="{C51C7BEB-35DB-CEFF-C505-1EBD60A887AE}"/>
              </a:ext>
            </a:extLst>
          </p:cNvPr>
          <p:cNvSpPr/>
          <p:nvPr/>
        </p:nvSpPr>
        <p:spPr>
          <a:xfrm>
            <a:off x="5128754" y="2044872"/>
            <a:ext cx="3530203" cy="50760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6000">
                <a:srgbClr val="6DFAFB">
                  <a:alpha val="0"/>
                </a:srgbClr>
              </a:gs>
              <a:gs pos="0">
                <a:schemeClr val="accent1">
                  <a:alpha val="80000"/>
                </a:schemeClr>
              </a:gs>
              <a:gs pos="100000">
                <a:schemeClr val="accent1">
                  <a:alpha val="62000"/>
                </a:schemeClr>
              </a:gs>
              <a:gs pos="64000">
                <a:schemeClr val="accent1">
                  <a:alpha val="0"/>
                </a:schemeClr>
              </a:gs>
            </a:gsLst>
            <a:lin ang="5400000" scaled="1"/>
            <a:tileRect/>
          </a:gra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189"/>
              </a:spcBef>
              <a:defRPr sz="1800"/>
            </a:pPr>
            <a:r>
              <a:rPr lang="zh-CN" altLang="en-US" b="1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  <a:cs typeface="Lato"/>
                <a:sym typeface="Lato"/>
              </a:rPr>
              <a:t>分析工程师提供的接口文档</a:t>
            </a:r>
          </a:p>
        </p:txBody>
      </p:sp>
      <p:sp>
        <p:nvSpPr>
          <p:cNvPr id="34" name="矩形: 圆角 25">
            <a:extLst>
              <a:ext uri="{FF2B5EF4-FFF2-40B4-BE49-F238E27FC236}">
                <a16:creationId xmlns:a16="http://schemas.microsoft.com/office/drawing/2014/main" id="{3BF96B3C-B3AF-FDE0-8E67-25B28B737E30}"/>
              </a:ext>
            </a:extLst>
          </p:cNvPr>
          <p:cNvSpPr/>
          <p:nvPr/>
        </p:nvSpPr>
        <p:spPr>
          <a:xfrm>
            <a:off x="5128752" y="2964399"/>
            <a:ext cx="3530205" cy="50760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6000">
                <a:srgbClr val="6DFAFB">
                  <a:alpha val="0"/>
                </a:srgbClr>
              </a:gs>
              <a:gs pos="0">
                <a:schemeClr val="accent1">
                  <a:alpha val="80000"/>
                </a:schemeClr>
              </a:gs>
              <a:gs pos="100000">
                <a:schemeClr val="accent1">
                  <a:alpha val="62000"/>
                </a:schemeClr>
              </a:gs>
              <a:gs pos="64000">
                <a:schemeClr val="accent1">
                  <a:alpha val="0"/>
                </a:schemeClr>
              </a:gs>
            </a:gsLst>
            <a:lin ang="5400000" scaled="1"/>
            <a:tileRect/>
          </a:gra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189"/>
              </a:spcBef>
              <a:defRPr sz="1800"/>
            </a:pPr>
            <a:r>
              <a:rPr lang="zh-CN" altLang="en-US" b="1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  <a:cs typeface="Lato"/>
                <a:sym typeface="Lato"/>
              </a:rPr>
              <a:t>根据接口文档设计测试用例</a:t>
            </a:r>
          </a:p>
        </p:txBody>
      </p:sp>
      <p:sp>
        <p:nvSpPr>
          <p:cNvPr id="35" name="矩形: 圆角 25">
            <a:extLst>
              <a:ext uri="{FF2B5EF4-FFF2-40B4-BE49-F238E27FC236}">
                <a16:creationId xmlns:a16="http://schemas.microsoft.com/office/drawing/2014/main" id="{A9ED164D-E7F9-CED4-BEC5-4208154A606A}"/>
              </a:ext>
            </a:extLst>
          </p:cNvPr>
          <p:cNvSpPr/>
          <p:nvPr/>
        </p:nvSpPr>
        <p:spPr>
          <a:xfrm>
            <a:off x="5128751" y="3942209"/>
            <a:ext cx="3530206" cy="46637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6000">
                <a:srgbClr val="6DFAFB">
                  <a:alpha val="0"/>
                </a:srgbClr>
              </a:gs>
              <a:gs pos="0">
                <a:schemeClr val="accent1">
                  <a:alpha val="80000"/>
                </a:schemeClr>
              </a:gs>
              <a:gs pos="100000">
                <a:schemeClr val="accent1">
                  <a:alpha val="62000"/>
                </a:schemeClr>
              </a:gs>
              <a:gs pos="64000">
                <a:schemeClr val="accent1">
                  <a:alpha val="0"/>
                </a:schemeClr>
              </a:gs>
            </a:gsLst>
            <a:lin ang="5400000" scaled="1"/>
            <a:tileRect/>
          </a:gra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189"/>
              </a:spcBef>
              <a:defRPr sz="1800"/>
            </a:pPr>
            <a:r>
              <a:rPr lang="zh-CN" altLang="en-US" b="1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  <a:cs typeface="Lato"/>
                <a:sym typeface="Lato"/>
              </a:rPr>
              <a:t>使用接口测试工具</a:t>
            </a:r>
            <a:r>
              <a:rPr lang="en-US" altLang="zh-CN" b="1" dirty="0" err="1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  <a:cs typeface="Lato"/>
                <a:sym typeface="Lato"/>
              </a:rPr>
              <a:t>apifox</a:t>
            </a:r>
            <a:r>
              <a:rPr lang="zh-CN" altLang="en-US" b="1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  <a:cs typeface="Lato"/>
                <a:sym typeface="Lato"/>
              </a:rPr>
              <a:t>测试</a:t>
            </a:r>
          </a:p>
        </p:txBody>
      </p:sp>
      <p:sp>
        <p:nvSpPr>
          <p:cNvPr id="37" name="矩形: 圆角 25">
            <a:extLst>
              <a:ext uri="{FF2B5EF4-FFF2-40B4-BE49-F238E27FC236}">
                <a16:creationId xmlns:a16="http://schemas.microsoft.com/office/drawing/2014/main" id="{DFC9E81C-25EE-0861-031B-B3D8E06CC80E}"/>
              </a:ext>
            </a:extLst>
          </p:cNvPr>
          <p:cNvSpPr/>
          <p:nvPr/>
        </p:nvSpPr>
        <p:spPr>
          <a:xfrm>
            <a:off x="5128751" y="4879967"/>
            <a:ext cx="3484106" cy="41126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6000">
                <a:srgbClr val="6DFAFB">
                  <a:alpha val="0"/>
                </a:srgbClr>
              </a:gs>
              <a:gs pos="0">
                <a:schemeClr val="accent1">
                  <a:alpha val="80000"/>
                </a:schemeClr>
              </a:gs>
              <a:gs pos="100000">
                <a:schemeClr val="accent1">
                  <a:alpha val="62000"/>
                </a:schemeClr>
              </a:gs>
              <a:gs pos="64000">
                <a:schemeClr val="accent1">
                  <a:alpha val="0"/>
                </a:schemeClr>
              </a:gs>
            </a:gsLst>
            <a:lin ang="5400000" scaled="1"/>
            <a:tileRect/>
          </a:gra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1189"/>
              </a:spcBef>
              <a:defRPr sz="1800"/>
            </a:pPr>
            <a:r>
              <a:rPr lang="zh-CN" altLang="en-US" b="1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  <a:cs typeface="Lato"/>
                <a:sym typeface="Lato"/>
              </a:rPr>
              <a:t>生成并分析测试报告</a:t>
            </a:r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E9EB62C4-1C4B-4710-070C-49FB50DBE602}"/>
              </a:ext>
            </a:extLst>
          </p:cNvPr>
          <p:cNvSpPr/>
          <p:nvPr/>
        </p:nvSpPr>
        <p:spPr>
          <a:xfrm>
            <a:off x="3971888" y="3276971"/>
            <a:ext cx="948643" cy="641966"/>
          </a:xfrm>
          <a:prstGeom prst="rightArrow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64DBE00-E7BB-FEC3-3FDC-11AFE9D56EDE}"/>
              </a:ext>
            </a:extLst>
          </p:cNvPr>
          <p:cNvSpPr txBox="1"/>
          <p:nvPr/>
        </p:nvSpPr>
        <p:spPr>
          <a:xfrm>
            <a:off x="2955162" y="3084724"/>
            <a:ext cx="1882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spc="100" dirty="0">
                <a:solidFill>
                  <a:srgbClr val="FFC000"/>
                </a:solidFill>
                <a:effectLst>
                  <a:glow rad="127000">
                    <a:schemeClr val="accent1">
                      <a:alpha val="38000"/>
                    </a:schemeClr>
                  </a:glo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</a:rPr>
              <a:t>接口测试流程图</a:t>
            </a:r>
          </a:p>
        </p:txBody>
      </p:sp>
      <p:sp>
        <p:nvSpPr>
          <p:cNvPr id="3" name="PA-任意多边形 68">
            <a:extLst>
              <a:ext uri="{FF2B5EF4-FFF2-40B4-BE49-F238E27FC236}">
                <a16:creationId xmlns:a16="http://schemas.microsoft.com/office/drawing/2014/main" id="{377A44EF-9720-9CE6-E5A0-1B03FA5FBAD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1731" y="691237"/>
            <a:ext cx="1526121" cy="6524168"/>
          </a:xfrm>
          <a:custGeom>
            <a:avLst/>
            <a:gdLst>
              <a:gd name="connsiteX0" fmla="*/ 0 w 1526121"/>
              <a:gd name="connsiteY0" fmla="*/ 0 h 6524168"/>
              <a:gd name="connsiteX1" fmla="*/ 528344 w 1526121"/>
              <a:gd name="connsiteY1" fmla="*/ 0 h 6524168"/>
              <a:gd name="connsiteX2" fmla="*/ 558912 w 1526121"/>
              <a:gd name="connsiteY2" fmla="*/ 22043 h 6524168"/>
              <a:gd name="connsiteX3" fmla="*/ 792810 w 1526121"/>
              <a:gd name="connsiteY3" fmla="*/ 279332 h 6524168"/>
              <a:gd name="connsiteX4" fmla="*/ 872724 w 1526121"/>
              <a:gd name="connsiteY4" fmla="*/ 314683 h 6524168"/>
              <a:gd name="connsiteX5" fmla="*/ 1526121 w 1526121"/>
              <a:gd name="connsiteY5" fmla="*/ 314683 h 6524168"/>
              <a:gd name="connsiteX6" fmla="*/ 1526121 w 1526121"/>
              <a:gd name="connsiteY6" fmla="*/ 6524168 h 6524168"/>
              <a:gd name="connsiteX7" fmla="*/ 0 w 1526121"/>
              <a:gd name="connsiteY7" fmla="*/ 6524168 h 652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6121" h="6524168">
                <a:moveTo>
                  <a:pt x="0" y="0"/>
                </a:moveTo>
                <a:lnTo>
                  <a:pt x="528344" y="0"/>
                </a:lnTo>
                <a:lnTo>
                  <a:pt x="558912" y="22043"/>
                </a:lnTo>
                <a:lnTo>
                  <a:pt x="792810" y="279332"/>
                </a:lnTo>
                <a:cubicBezTo>
                  <a:pt x="813282" y="301851"/>
                  <a:pt x="842291" y="314683"/>
                  <a:pt x="872724" y="314683"/>
                </a:cubicBezTo>
                <a:lnTo>
                  <a:pt x="1526121" y="314683"/>
                </a:lnTo>
                <a:lnTo>
                  <a:pt x="1526121" y="6524168"/>
                </a:lnTo>
                <a:lnTo>
                  <a:pt x="0" y="6524168"/>
                </a:lnTo>
                <a:close/>
              </a:path>
            </a:pathLst>
          </a:custGeom>
          <a:solidFill>
            <a:srgbClr val="082C06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PA-组合 4">
            <a:extLst>
              <a:ext uri="{FF2B5EF4-FFF2-40B4-BE49-F238E27FC236}">
                <a16:creationId xmlns:a16="http://schemas.microsoft.com/office/drawing/2014/main" id="{D0960D40-FCAF-7D76-5306-9E56670013AA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-54491" y="935045"/>
            <a:ext cx="1769963" cy="4244498"/>
            <a:chOff x="-21547" y="548758"/>
            <a:chExt cx="1769963" cy="4244498"/>
          </a:xfrm>
        </p:grpSpPr>
        <p:sp>
          <p:nvSpPr>
            <p:cNvPr id="5" name="PA-任意多边形 115">
              <a:extLst>
                <a:ext uri="{FF2B5EF4-FFF2-40B4-BE49-F238E27FC236}">
                  <a16:creationId xmlns:a16="http://schemas.microsoft.com/office/drawing/2014/main" id="{672962CE-C07F-53B6-6E43-BE8DAE87B262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80107" y="913879"/>
              <a:ext cx="611547" cy="610850"/>
            </a:xfrm>
            <a:custGeom>
              <a:avLst/>
              <a:gdLst>
                <a:gd name="T0" fmla="*/ 10906 w 12797"/>
                <a:gd name="T1" fmla="*/ 1875 h 12781"/>
                <a:gd name="T2" fmla="*/ 6391 w 12797"/>
                <a:gd name="T3" fmla="*/ 0 h 12781"/>
                <a:gd name="T4" fmla="*/ 1875 w 12797"/>
                <a:gd name="T5" fmla="*/ 1875 h 12781"/>
                <a:gd name="T6" fmla="*/ 1234 w 12797"/>
                <a:gd name="T7" fmla="*/ 2625 h 12781"/>
                <a:gd name="T8" fmla="*/ 0 w 12797"/>
                <a:gd name="T9" fmla="*/ 6391 h 12781"/>
                <a:gd name="T10" fmla="*/ 1875 w 12797"/>
                <a:gd name="T11" fmla="*/ 10906 h 12781"/>
                <a:gd name="T12" fmla="*/ 6391 w 12797"/>
                <a:gd name="T13" fmla="*/ 12781 h 12781"/>
                <a:gd name="T14" fmla="*/ 10906 w 12797"/>
                <a:gd name="T15" fmla="*/ 10906 h 12781"/>
                <a:gd name="T16" fmla="*/ 12781 w 12797"/>
                <a:gd name="T17" fmla="*/ 6391 h 12781"/>
                <a:gd name="T18" fmla="*/ 11219 w 12797"/>
                <a:gd name="T19" fmla="*/ 9484 h 12781"/>
                <a:gd name="T20" fmla="*/ 9906 w 12797"/>
                <a:gd name="T21" fmla="*/ 6719 h 12781"/>
                <a:gd name="T22" fmla="*/ 11219 w 12797"/>
                <a:gd name="T23" fmla="*/ 9484 h 12781"/>
                <a:gd name="T24" fmla="*/ 2891 w 12797"/>
                <a:gd name="T25" fmla="*/ 6734 h 12781"/>
                <a:gd name="T26" fmla="*/ 1578 w 12797"/>
                <a:gd name="T27" fmla="*/ 9500 h 12781"/>
                <a:gd name="T28" fmla="*/ 1609 w 12797"/>
                <a:gd name="T29" fmla="*/ 3250 h 12781"/>
                <a:gd name="T30" fmla="*/ 2891 w 12797"/>
                <a:gd name="T31" fmla="*/ 6063 h 12781"/>
                <a:gd name="T32" fmla="*/ 1609 w 12797"/>
                <a:gd name="T33" fmla="*/ 3250 h 12781"/>
                <a:gd name="T34" fmla="*/ 3563 w 12797"/>
                <a:gd name="T35" fmla="*/ 6063 h 12781"/>
                <a:gd name="T36" fmla="*/ 6063 w 12797"/>
                <a:gd name="T37" fmla="*/ 4203 h 12781"/>
                <a:gd name="T38" fmla="*/ 6063 w 12797"/>
                <a:gd name="T39" fmla="*/ 6734 h 12781"/>
                <a:gd name="T40" fmla="*/ 3813 w 12797"/>
                <a:gd name="T41" fmla="*/ 8750 h 12781"/>
                <a:gd name="T42" fmla="*/ 6063 w 12797"/>
                <a:gd name="T43" fmla="*/ 6734 h 12781"/>
                <a:gd name="T44" fmla="*/ 9234 w 12797"/>
                <a:gd name="T45" fmla="*/ 6734 h 12781"/>
                <a:gd name="T46" fmla="*/ 6734 w 12797"/>
                <a:gd name="T47" fmla="*/ 8516 h 12781"/>
                <a:gd name="T48" fmla="*/ 6734 w 12797"/>
                <a:gd name="T49" fmla="*/ 6063 h 12781"/>
                <a:gd name="T50" fmla="*/ 8969 w 12797"/>
                <a:gd name="T51" fmla="*/ 3969 h 12781"/>
                <a:gd name="T52" fmla="*/ 6734 w 12797"/>
                <a:gd name="T53" fmla="*/ 6063 h 12781"/>
                <a:gd name="T54" fmla="*/ 6734 w 12797"/>
                <a:gd name="T55" fmla="*/ 719 h 12781"/>
                <a:gd name="T56" fmla="*/ 8344 w 12797"/>
                <a:gd name="T57" fmla="*/ 2266 h 12781"/>
                <a:gd name="T58" fmla="*/ 6734 w 12797"/>
                <a:gd name="T59" fmla="*/ 3531 h 12781"/>
                <a:gd name="T60" fmla="*/ 6063 w 12797"/>
                <a:gd name="T61" fmla="*/ 719 h 12781"/>
                <a:gd name="T62" fmla="*/ 4016 w 12797"/>
                <a:gd name="T63" fmla="*/ 3313 h 12781"/>
                <a:gd name="T64" fmla="*/ 5375 w 12797"/>
                <a:gd name="T65" fmla="*/ 1078 h 12781"/>
                <a:gd name="T66" fmla="*/ 6063 w 12797"/>
                <a:gd name="T67" fmla="*/ 12078 h 12781"/>
                <a:gd name="T68" fmla="*/ 4453 w 12797"/>
                <a:gd name="T69" fmla="*/ 10531 h 12781"/>
                <a:gd name="T70" fmla="*/ 6063 w 12797"/>
                <a:gd name="T71" fmla="*/ 9188 h 12781"/>
                <a:gd name="T72" fmla="*/ 6734 w 12797"/>
                <a:gd name="T73" fmla="*/ 12078 h 12781"/>
                <a:gd name="T74" fmla="*/ 8797 w 12797"/>
                <a:gd name="T75" fmla="*/ 9406 h 12781"/>
                <a:gd name="T76" fmla="*/ 7422 w 12797"/>
                <a:gd name="T77" fmla="*/ 11719 h 12781"/>
                <a:gd name="T78" fmla="*/ 9625 w 12797"/>
                <a:gd name="T79" fmla="*/ 3828 h 12781"/>
                <a:gd name="T80" fmla="*/ 12125 w 12797"/>
                <a:gd name="T81" fmla="*/ 6063 h 12781"/>
                <a:gd name="T82" fmla="*/ 10438 w 12797"/>
                <a:gd name="T83" fmla="*/ 2344 h 12781"/>
                <a:gd name="T84" fmla="*/ 9438 w 12797"/>
                <a:gd name="T85" fmla="*/ 3172 h 12781"/>
                <a:gd name="T86" fmla="*/ 8297 w 12797"/>
                <a:gd name="T87" fmla="*/ 1000 h 12781"/>
                <a:gd name="T88" fmla="*/ 4484 w 12797"/>
                <a:gd name="T89" fmla="*/ 1000 h 12781"/>
                <a:gd name="T90" fmla="*/ 3344 w 12797"/>
                <a:gd name="T91" fmla="*/ 3172 h 12781"/>
                <a:gd name="T92" fmla="*/ 2344 w 12797"/>
                <a:gd name="T93" fmla="*/ 2344 h 12781"/>
                <a:gd name="T94" fmla="*/ 2344 w 12797"/>
                <a:gd name="T95" fmla="*/ 10438 h 12781"/>
                <a:gd name="T96" fmla="*/ 3328 w 12797"/>
                <a:gd name="T97" fmla="*/ 9547 h 12781"/>
                <a:gd name="T98" fmla="*/ 4484 w 12797"/>
                <a:gd name="T99" fmla="*/ 11781 h 12781"/>
                <a:gd name="T100" fmla="*/ 8297 w 12797"/>
                <a:gd name="T101" fmla="*/ 11797 h 12781"/>
                <a:gd name="T102" fmla="*/ 9453 w 12797"/>
                <a:gd name="T103" fmla="*/ 9563 h 12781"/>
                <a:gd name="T104" fmla="*/ 10438 w 12797"/>
                <a:gd name="T105" fmla="*/ 10453 h 12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797" h="12781">
                  <a:moveTo>
                    <a:pt x="12281" y="3906"/>
                  </a:moveTo>
                  <a:cubicBezTo>
                    <a:pt x="11953" y="3141"/>
                    <a:pt x="11500" y="2453"/>
                    <a:pt x="10906" y="1875"/>
                  </a:cubicBezTo>
                  <a:cubicBezTo>
                    <a:pt x="10313" y="1281"/>
                    <a:pt x="9641" y="828"/>
                    <a:pt x="8875" y="500"/>
                  </a:cubicBezTo>
                  <a:cubicBezTo>
                    <a:pt x="8094" y="172"/>
                    <a:pt x="7266" y="0"/>
                    <a:pt x="6391" y="0"/>
                  </a:cubicBezTo>
                  <a:cubicBezTo>
                    <a:pt x="5531" y="0"/>
                    <a:pt x="4688" y="172"/>
                    <a:pt x="3906" y="500"/>
                  </a:cubicBezTo>
                  <a:cubicBezTo>
                    <a:pt x="3141" y="828"/>
                    <a:pt x="2453" y="1281"/>
                    <a:pt x="1875" y="1875"/>
                  </a:cubicBezTo>
                  <a:cubicBezTo>
                    <a:pt x="1641" y="2109"/>
                    <a:pt x="1438" y="2344"/>
                    <a:pt x="1250" y="2594"/>
                  </a:cubicBezTo>
                  <a:cubicBezTo>
                    <a:pt x="1250" y="2594"/>
                    <a:pt x="1234" y="2609"/>
                    <a:pt x="1234" y="2625"/>
                  </a:cubicBezTo>
                  <a:cubicBezTo>
                    <a:pt x="938" y="3016"/>
                    <a:pt x="703" y="3453"/>
                    <a:pt x="500" y="3906"/>
                  </a:cubicBezTo>
                  <a:cubicBezTo>
                    <a:pt x="172" y="4688"/>
                    <a:pt x="0" y="5531"/>
                    <a:pt x="0" y="6391"/>
                  </a:cubicBezTo>
                  <a:cubicBezTo>
                    <a:pt x="0" y="7250"/>
                    <a:pt x="172" y="8094"/>
                    <a:pt x="500" y="8875"/>
                  </a:cubicBezTo>
                  <a:cubicBezTo>
                    <a:pt x="828" y="9641"/>
                    <a:pt x="1281" y="10328"/>
                    <a:pt x="1875" y="10906"/>
                  </a:cubicBezTo>
                  <a:cubicBezTo>
                    <a:pt x="2469" y="11484"/>
                    <a:pt x="3141" y="11953"/>
                    <a:pt x="3906" y="12281"/>
                  </a:cubicBezTo>
                  <a:cubicBezTo>
                    <a:pt x="4688" y="12609"/>
                    <a:pt x="5531" y="12781"/>
                    <a:pt x="6391" y="12781"/>
                  </a:cubicBezTo>
                  <a:cubicBezTo>
                    <a:pt x="7250" y="12781"/>
                    <a:pt x="8094" y="12609"/>
                    <a:pt x="8875" y="12281"/>
                  </a:cubicBezTo>
                  <a:cubicBezTo>
                    <a:pt x="9641" y="11953"/>
                    <a:pt x="10328" y="11500"/>
                    <a:pt x="10906" y="10906"/>
                  </a:cubicBezTo>
                  <a:cubicBezTo>
                    <a:pt x="11500" y="10313"/>
                    <a:pt x="11953" y="9641"/>
                    <a:pt x="12281" y="8875"/>
                  </a:cubicBezTo>
                  <a:cubicBezTo>
                    <a:pt x="12609" y="8094"/>
                    <a:pt x="12781" y="7250"/>
                    <a:pt x="12781" y="6391"/>
                  </a:cubicBezTo>
                  <a:cubicBezTo>
                    <a:pt x="12797" y="5531"/>
                    <a:pt x="12625" y="4688"/>
                    <a:pt x="12281" y="3906"/>
                  </a:cubicBezTo>
                  <a:close/>
                  <a:moveTo>
                    <a:pt x="11219" y="9484"/>
                  </a:moveTo>
                  <a:cubicBezTo>
                    <a:pt x="10766" y="9250"/>
                    <a:pt x="10234" y="9047"/>
                    <a:pt x="9641" y="8891"/>
                  </a:cubicBezTo>
                  <a:cubicBezTo>
                    <a:pt x="9797" y="8203"/>
                    <a:pt x="9891" y="7469"/>
                    <a:pt x="9906" y="6719"/>
                  </a:cubicBezTo>
                  <a:lnTo>
                    <a:pt x="12109" y="6719"/>
                  </a:lnTo>
                  <a:cubicBezTo>
                    <a:pt x="12047" y="7719"/>
                    <a:pt x="11734" y="8672"/>
                    <a:pt x="11219" y="9484"/>
                  </a:cubicBezTo>
                  <a:close/>
                  <a:moveTo>
                    <a:pt x="688" y="6734"/>
                  </a:moveTo>
                  <a:lnTo>
                    <a:pt x="2891" y="6734"/>
                  </a:lnTo>
                  <a:cubicBezTo>
                    <a:pt x="2906" y="7484"/>
                    <a:pt x="3000" y="8219"/>
                    <a:pt x="3156" y="8906"/>
                  </a:cubicBezTo>
                  <a:cubicBezTo>
                    <a:pt x="2563" y="9063"/>
                    <a:pt x="2031" y="9266"/>
                    <a:pt x="1578" y="9500"/>
                  </a:cubicBezTo>
                  <a:cubicBezTo>
                    <a:pt x="1047" y="8672"/>
                    <a:pt x="734" y="7719"/>
                    <a:pt x="688" y="6734"/>
                  </a:cubicBezTo>
                  <a:close/>
                  <a:moveTo>
                    <a:pt x="1609" y="3250"/>
                  </a:moveTo>
                  <a:cubicBezTo>
                    <a:pt x="2063" y="3484"/>
                    <a:pt x="2578" y="3672"/>
                    <a:pt x="3172" y="3828"/>
                  </a:cubicBezTo>
                  <a:cubicBezTo>
                    <a:pt x="3000" y="4531"/>
                    <a:pt x="2906" y="5281"/>
                    <a:pt x="2891" y="6063"/>
                  </a:cubicBezTo>
                  <a:lnTo>
                    <a:pt x="688" y="6063"/>
                  </a:lnTo>
                  <a:cubicBezTo>
                    <a:pt x="734" y="5047"/>
                    <a:pt x="1063" y="4078"/>
                    <a:pt x="1609" y="3250"/>
                  </a:cubicBezTo>
                  <a:close/>
                  <a:moveTo>
                    <a:pt x="6063" y="6063"/>
                  </a:moveTo>
                  <a:lnTo>
                    <a:pt x="3563" y="6063"/>
                  </a:lnTo>
                  <a:cubicBezTo>
                    <a:pt x="3578" y="5328"/>
                    <a:pt x="3672" y="4625"/>
                    <a:pt x="3828" y="3969"/>
                  </a:cubicBezTo>
                  <a:cubicBezTo>
                    <a:pt x="4531" y="4109"/>
                    <a:pt x="5281" y="4188"/>
                    <a:pt x="6063" y="4203"/>
                  </a:cubicBezTo>
                  <a:lnTo>
                    <a:pt x="6063" y="6063"/>
                  </a:lnTo>
                  <a:close/>
                  <a:moveTo>
                    <a:pt x="6063" y="6734"/>
                  </a:moveTo>
                  <a:lnTo>
                    <a:pt x="6063" y="8516"/>
                  </a:lnTo>
                  <a:cubicBezTo>
                    <a:pt x="5281" y="8531"/>
                    <a:pt x="4531" y="8609"/>
                    <a:pt x="3813" y="8750"/>
                  </a:cubicBezTo>
                  <a:cubicBezTo>
                    <a:pt x="3672" y="8125"/>
                    <a:pt x="3578" y="7438"/>
                    <a:pt x="3563" y="6734"/>
                  </a:cubicBezTo>
                  <a:lnTo>
                    <a:pt x="6063" y="6734"/>
                  </a:lnTo>
                  <a:close/>
                  <a:moveTo>
                    <a:pt x="6734" y="6734"/>
                  </a:moveTo>
                  <a:lnTo>
                    <a:pt x="9234" y="6734"/>
                  </a:lnTo>
                  <a:cubicBezTo>
                    <a:pt x="9219" y="7438"/>
                    <a:pt x="9125" y="8125"/>
                    <a:pt x="8984" y="8750"/>
                  </a:cubicBezTo>
                  <a:cubicBezTo>
                    <a:pt x="8281" y="8609"/>
                    <a:pt x="7516" y="8531"/>
                    <a:pt x="6734" y="8516"/>
                  </a:cubicBezTo>
                  <a:lnTo>
                    <a:pt x="6734" y="6734"/>
                  </a:lnTo>
                  <a:close/>
                  <a:moveTo>
                    <a:pt x="6734" y="6063"/>
                  </a:moveTo>
                  <a:lnTo>
                    <a:pt x="6734" y="4203"/>
                  </a:lnTo>
                  <a:cubicBezTo>
                    <a:pt x="7516" y="4188"/>
                    <a:pt x="8266" y="4109"/>
                    <a:pt x="8969" y="3969"/>
                  </a:cubicBezTo>
                  <a:cubicBezTo>
                    <a:pt x="9125" y="4625"/>
                    <a:pt x="9219" y="5328"/>
                    <a:pt x="9234" y="6063"/>
                  </a:cubicBezTo>
                  <a:lnTo>
                    <a:pt x="6734" y="6063"/>
                  </a:lnTo>
                  <a:close/>
                  <a:moveTo>
                    <a:pt x="6734" y="3531"/>
                  </a:moveTo>
                  <a:lnTo>
                    <a:pt x="6734" y="719"/>
                  </a:lnTo>
                  <a:cubicBezTo>
                    <a:pt x="6969" y="781"/>
                    <a:pt x="7203" y="891"/>
                    <a:pt x="7422" y="1078"/>
                  </a:cubicBezTo>
                  <a:cubicBezTo>
                    <a:pt x="7766" y="1359"/>
                    <a:pt x="8078" y="1750"/>
                    <a:pt x="8344" y="2266"/>
                  </a:cubicBezTo>
                  <a:cubicBezTo>
                    <a:pt x="8516" y="2594"/>
                    <a:pt x="8656" y="2938"/>
                    <a:pt x="8781" y="3313"/>
                  </a:cubicBezTo>
                  <a:cubicBezTo>
                    <a:pt x="8141" y="3438"/>
                    <a:pt x="7453" y="3516"/>
                    <a:pt x="6734" y="3531"/>
                  </a:cubicBezTo>
                  <a:close/>
                  <a:moveTo>
                    <a:pt x="5375" y="1078"/>
                  </a:moveTo>
                  <a:cubicBezTo>
                    <a:pt x="5594" y="891"/>
                    <a:pt x="5828" y="781"/>
                    <a:pt x="6063" y="719"/>
                  </a:cubicBezTo>
                  <a:lnTo>
                    <a:pt x="6063" y="3531"/>
                  </a:lnTo>
                  <a:cubicBezTo>
                    <a:pt x="5344" y="3516"/>
                    <a:pt x="4656" y="3438"/>
                    <a:pt x="4016" y="3313"/>
                  </a:cubicBezTo>
                  <a:cubicBezTo>
                    <a:pt x="4141" y="2938"/>
                    <a:pt x="4281" y="2578"/>
                    <a:pt x="4453" y="2266"/>
                  </a:cubicBezTo>
                  <a:cubicBezTo>
                    <a:pt x="4719" y="1750"/>
                    <a:pt x="5031" y="1344"/>
                    <a:pt x="5375" y="1078"/>
                  </a:cubicBezTo>
                  <a:close/>
                  <a:moveTo>
                    <a:pt x="6063" y="9188"/>
                  </a:moveTo>
                  <a:lnTo>
                    <a:pt x="6063" y="12078"/>
                  </a:lnTo>
                  <a:cubicBezTo>
                    <a:pt x="5828" y="12016"/>
                    <a:pt x="5594" y="11906"/>
                    <a:pt x="5375" y="11719"/>
                  </a:cubicBezTo>
                  <a:cubicBezTo>
                    <a:pt x="5031" y="11438"/>
                    <a:pt x="4719" y="11047"/>
                    <a:pt x="4453" y="10531"/>
                  </a:cubicBezTo>
                  <a:cubicBezTo>
                    <a:pt x="4281" y="10188"/>
                    <a:pt x="4125" y="9813"/>
                    <a:pt x="4000" y="9406"/>
                  </a:cubicBezTo>
                  <a:cubicBezTo>
                    <a:pt x="4641" y="9281"/>
                    <a:pt x="5344" y="9203"/>
                    <a:pt x="6063" y="9188"/>
                  </a:cubicBezTo>
                  <a:close/>
                  <a:moveTo>
                    <a:pt x="7422" y="11719"/>
                  </a:moveTo>
                  <a:cubicBezTo>
                    <a:pt x="7203" y="11906"/>
                    <a:pt x="6969" y="12016"/>
                    <a:pt x="6734" y="12078"/>
                  </a:cubicBezTo>
                  <a:lnTo>
                    <a:pt x="6734" y="9188"/>
                  </a:lnTo>
                  <a:cubicBezTo>
                    <a:pt x="7453" y="9203"/>
                    <a:pt x="8156" y="9281"/>
                    <a:pt x="8797" y="9406"/>
                  </a:cubicBezTo>
                  <a:cubicBezTo>
                    <a:pt x="8672" y="9813"/>
                    <a:pt x="8516" y="10188"/>
                    <a:pt x="8344" y="10531"/>
                  </a:cubicBezTo>
                  <a:cubicBezTo>
                    <a:pt x="8078" y="11047"/>
                    <a:pt x="7766" y="11438"/>
                    <a:pt x="7422" y="11719"/>
                  </a:cubicBezTo>
                  <a:close/>
                  <a:moveTo>
                    <a:pt x="9906" y="6063"/>
                  </a:moveTo>
                  <a:cubicBezTo>
                    <a:pt x="9891" y="5281"/>
                    <a:pt x="9781" y="4531"/>
                    <a:pt x="9625" y="3828"/>
                  </a:cubicBezTo>
                  <a:cubicBezTo>
                    <a:pt x="10203" y="3672"/>
                    <a:pt x="10734" y="3484"/>
                    <a:pt x="11188" y="3250"/>
                  </a:cubicBezTo>
                  <a:cubicBezTo>
                    <a:pt x="11734" y="4078"/>
                    <a:pt x="12063" y="5047"/>
                    <a:pt x="12125" y="6063"/>
                  </a:cubicBezTo>
                  <a:lnTo>
                    <a:pt x="9906" y="6063"/>
                  </a:lnTo>
                  <a:close/>
                  <a:moveTo>
                    <a:pt x="10438" y="2344"/>
                  </a:moveTo>
                  <a:cubicBezTo>
                    <a:pt x="10547" y="2453"/>
                    <a:pt x="10656" y="2578"/>
                    <a:pt x="10766" y="2703"/>
                  </a:cubicBezTo>
                  <a:cubicBezTo>
                    <a:pt x="10375" y="2891"/>
                    <a:pt x="9938" y="3047"/>
                    <a:pt x="9438" y="3172"/>
                  </a:cubicBezTo>
                  <a:cubicBezTo>
                    <a:pt x="9297" y="2734"/>
                    <a:pt x="9125" y="2328"/>
                    <a:pt x="8938" y="1953"/>
                  </a:cubicBezTo>
                  <a:cubicBezTo>
                    <a:pt x="8750" y="1578"/>
                    <a:pt x="8531" y="1266"/>
                    <a:pt x="8297" y="1000"/>
                  </a:cubicBezTo>
                  <a:cubicBezTo>
                    <a:pt x="9094" y="1281"/>
                    <a:pt x="9828" y="1734"/>
                    <a:pt x="10438" y="2344"/>
                  </a:cubicBezTo>
                  <a:close/>
                  <a:moveTo>
                    <a:pt x="4484" y="1000"/>
                  </a:moveTo>
                  <a:cubicBezTo>
                    <a:pt x="4250" y="1266"/>
                    <a:pt x="4031" y="1594"/>
                    <a:pt x="3844" y="1953"/>
                  </a:cubicBezTo>
                  <a:cubicBezTo>
                    <a:pt x="3656" y="2328"/>
                    <a:pt x="3484" y="2734"/>
                    <a:pt x="3344" y="3172"/>
                  </a:cubicBezTo>
                  <a:cubicBezTo>
                    <a:pt x="2844" y="3047"/>
                    <a:pt x="2406" y="2891"/>
                    <a:pt x="2016" y="2703"/>
                  </a:cubicBezTo>
                  <a:cubicBezTo>
                    <a:pt x="2125" y="2578"/>
                    <a:pt x="2219" y="2469"/>
                    <a:pt x="2344" y="2344"/>
                  </a:cubicBezTo>
                  <a:cubicBezTo>
                    <a:pt x="2969" y="1734"/>
                    <a:pt x="3688" y="1281"/>
                    <a:pt x="4484" y="1000"/>
                  </a:cubicBezTo>
                  <a:close/>
                  <a:moveTo>
                    <a:pt x="2344" y="10438"/>
                  </a:moveTo>
                  <a:cubicBezTo>
                    <a:pt x="2219" y="10313"/>
                    <a:pt x="2094" y="10172"/>
                    <a:pt x="1984" y="10031"/>
                  </a:cubicBezTo>
                  <a:cubicBezTo>
                    <a:pt x="2375" y="9844"/>
                    <a:pt x="2828" y="9672"/>
                    <a:pt x="3328" y="9547"/>
                  </a:cubicBezTo>
                  <a:cubicBezTo>
                    <a:pt x="3469" y="10016"/>
                    <a:pt x="3641" y="10438"/>
                    <a:pt x="3844" y="10828"/>
                  </a:cubicBezTo>
                  <a:cubicBezTo>
                    <a:pt x="4031" y="11203"/>
                    <a:pt x="4250" y="11516"/>
                    <a:pt x="4484" y="11781"/>
                  </a:cubicBezTo>
                  <a:cubicBezTo>
                    <a:pt x="3688" y="11516"/>
                    <a:pt x="2969" y="11063"/>
                    <a:pt x="2344" y="10438"/>
                  </a:cubicBezTo>
                  <a:close/>
                  <a:moveTo>
                    <a:pt x="8297" y="11797"/>
                  </a:moveTo>
                  <a:cubicBezTo>
                    <a:pt x="8531" y="11531"/>
                    <a:pt x="8750" y="11203"/>
                    <a:pt x="8938" y="10844"/>
                  </a:cubicBezTo>
                  <a:cubicBezTo>
                    <a:pt x="9141" y="10453"/>
                    <a:pt x="9313" y="10016"/>
                    <a:pt x="9453" y="9563"/>
                  </a:cubicBezTo>
                  <a:cubicBezTo>
                    <a:pt x="9953" y="9688"/>
                    <a:pt x="10406" y="9859"/>
                    <a:pt x="10797" y="10047"/>
                  </a:cubicBezTo>
                  <a:cubicBezTo>
                    <a:pt x="10688" y="10188"/>
                    <a:pt x="10563" y="10313"/>
                    <a:pt x="10438" y="10453"/>
                  </a:cubicBezTo>
                  <a:cubicBezTo>
                    <a:pt x="9828" y="11063"/>
                    <a:pt x="9094" y="11516"/>
                    <a:pt x="8297" y="11797"/>
                  </a:cubicBezTo>
                  <a:close/>
                </a:path>
              </a:pathLst>
            </a:custGeom>
            <a:gradFill>
              <a:gsLst>
                <a:gs pos="21000">
                  <a:srgbClr val="36EAEE">
                    <a:alpha val="0"/>
                  </a:srgbClr>
                </a:gs>
                <a:gs pos="98000">
                  <a:schemeClr val="accent2">
                    <a:alpha val="40000"/>
                  </a:schemeClr>
                </a:gs>
              </a:gsLst>
              <a:lin ang="1674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92D2E54B-3240-545F-F4FF-BC83970F34AF}"/>
                </a:ext>
              </a:extLst>
            </p:cNvPr>
            <p:cNvGrpSpPr/>
            <p:nvPr/>
          </p:nvGrpSpPr>
          <p:grpSpPr>
            <a:xfrm>
              <a:off x="43228" y="2341281"/>
              <a:ext cx="1584843" cy="2451975"/>
              <a:chOff x="43228" y="2263226"/>
              <a:chExt cx="1584843" cy="2451975"/>
            </a:xfrm>
          </p:grpSpPr>
          <p:sp>
            <p:nvSpPr>
              <p:cNvPr id="36" name="PA-文本框 75">
                <a:extLst>
                  <a:ext uri="{FF2B5EF4-FFF2-40B4-BE49-F238E27FC236}">
                    <a16:creationId xmlns:a16="http://schemas.microsoft.com/office/drawing/2014/main" id="{259B17FD-C29D-81CC-37D5-A62D506B75B3}"/>
                  </a:ext>
                </a:extLst>
              </p:cNvPr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66378" y="2263226"/>
                <a:ext cx="1561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接口测试</a:t>
                </a:r>
              </a:p>
            </p:txBody>
          </p:sp>
          <p:cxnSp>
            <p:nvCxnSpPr>
              <p:cNvPr id="38" name="PA-直接连接符 84">
                <a:extLst>
                  <a:ext uri="{FF2B5EF4-FFF2-40B4-BE49-F238E27FC236}">
                    <a16:creationId xmlns:a16="http://schemas.microsoft.com/office/drawing/2014/main" id="{88C01075-347C-F2F2-C8F2-3A431466471B}"/>
                  </a:ext>
                </a:extLst>
              </p:cNvPr>
              <p:cNvCxnSpPr/>
              <p:nvPr>
                <p:custDataLst>
                  <p:tags r:id="rId12"/>
                </p:custDataLst>
              </p:nvPr>
            </p:nvCxnSpPr>
            <p:spPr>
              <a:xfrm>
                <a:off x="80963" y="2792797"/>
                <a:ext cx="1404000" cy="0"/>
              </a:xfrm>
              <a:prstGeom prst="line">
                <a:avLst/>
              </a:prstGeom>
              <a:ln w="381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PA-文本框 75">
                <a:extLst>
                  <a:ext uri="{FF2B5EF4-FFF2-40B4-BE49-F238E27FC236}">
                    <a16:creationId xmlns:a16="http://schemas.microsoft.com/office/drawing/2014/main" id="{E1FB5C42-687A-A8D4-1AAF-74D029CF3A4A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04724" y="2978477"/>
                <a:ext cx="1404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功能测试</a:t>
                </a:r>
              </a:p>
            </p:txBody>
          </p:sp>
          <p:sp>
            <p:nvSpPr>
              <p:cNvPr id="47" name="PA-文本框 75">
                <a:extLst>
                  <a:ext uri="{FF2B5EF4-FFF2-40B4-BE49-F238E27FC236}">
                    <a16:creationId xmlns:a16="http://schemas.microsoft.com/office/drawing/2014/main" id="{1971A541-A141-FAFE-1CEF-32A3D791307F}"/>
                  </a:ext>
                </a:extLst>
              </p:cNvPr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50550" y="3707292"/>
                <a:ext cx="1561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自动化测试</a:t>
                </a:r>
              </a:p>
            </p:txBody>
          </p:sp>
          <p:sp>
            <p:nvSpPr>
              <p:cNvPr id="50" name="PA-文本框 75">
                <a:extLst>
                  <a:ext uri="{FF2B5EF4-FFF2-40B4-BE49-F238E27FC236}">
                    <a16:creationId xmlns:a16="http://schemas.microsoft.com/office/drawing/2014/main" id="{11C65AD4-126B-8FAA-5C52-9AE26845A644}"/>
                  </a:ext>
                </a:extLst>
              </p:cNvPr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43228" y="4345869"/>
                <a:ext cx="1561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性能测试</a:t>
                </a: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29B4997-A0DB-BAE3-AF88-A5F926917AE5}"/>
                </a:ext>
              </a:extLst>
            </p:cNvPr>
            <p:cNvGrpSpPr/>
            <p:nvPr/>
          </p:nvGrpSpPr>
          <p:grpSpPr>
            <a:xfrm>
              <a:off x="-21547" y="1538503"/>
              <a:ext cx="1769963" cy="540554"/>
              <a:chOff x="-21547" y="1538503"/>
              <a:chExt cx="1769963" cy="540554"/>
            </a:xfrm>
          </p:grpSpPr>
          <p:cxnSp>
            <p:nvCxnSpPr>
              <p:cNvPr id="32" name="PA-直接连接符 82">
                <a:extLst>
                  <a:ext uri="{FF2B5EF4-FFF2-40B4-BE49-F238E27FC236}">
                    <a16:creationId xmlns:a16="http://schemas.microsoft.com/office/drawing/2014/main" id="{FE6C3DD9-3D2F-ADB0-0EFF-C2CFF09E0B63}"/>
                  </a:ext>
                </a:extLst>
              </p:cNvPr>
              <p:cNvCxnSpPr/>
              <p:nvPr>
                <p:custDataLst>
                  <p:tags r:id="rId9"/>
                </p:custDataLst>
              </p:nvPr>
            </p:nvCxnSpPr>
            <p:spPr>
              <a:xfrm>
                <a:off x="80963" y="2079057"/>
                <a:ext cx="1404000" cy="0"/>
              </a:xfrm>
              <a:prstGeom prst="line">
                <a:avLst/>
              </a:prstGeom>
              <a:ln w="381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PA-文本框 74">
                <a:extLst>
                  <a:ext uri="{FF2B5EF4-FFF2-40B4-BE49-F238E27FC236}">
                    <a16:creationId xmlns:a16="http://schemas.microsoft.com/office/drawing/2014/main" id="{8EBEF449-8287-5E1E-BB50-12A3F44D9B87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-21547" y="1538503"/>
                <a:ext cx="1769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单元测试</a:t>
                </a: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4C0A3C6-B1FE-B17D-D5FA-C8583A295C79}"/>
                </a:ext>
              </a:extLst>
            </p:cNvPr>
            <p:cNvGrpSpPr/>
            <p:nvPr/>
          </p:nvGrpSpPr>
          <p:grpSpPr>
            <a:xfrm>
              <a:off x="145863" y="548758"/>
              <a:ext cx="217266" cy="173743"/>
              <a:chOff x="850371" y="808754"/>
              <a:chExt cx="341379" cy="272993"/>
            </a:xfrm>
            <a:solidFill>
              <a:schemeClr val="bg1">
                <a:alpha val="90000"/>
              </a:schemeClr>
            </a:solidFill>
          </p:grpSpPr>
          <p:sp>
            <p:nvSpPr>
              <p:cNvPr id="10" name="PA-矩形 111">
                <a:extLst>
                  <a:ext uri="{FF2B5EF4-FFF2-40B4-BE49-F238E27FC236}">
                    <a16:creationId xmlns:a16="http://schemas.microsoft.com/office/drawing/2014/main" id="{6419A1EC-DD84-A5E5-E290-7587C09D5D07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850371" y="808754"/>
                <a:ext cx="341379" cy="452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0" name="PA-矩形 112">
                <a:extLst>
                  <a:ext uri="{FF2B5EF4-FFF2-40B4-BE49-F238E27FC236}">
                    <a16:creationId xmlns:a16="http://schemas.microsoft.com/office/drawing/2014/main" id="{CED2F286-0A7C-74EA-25BA-307AD06F96AC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850371" y="922624"/>
                <a:ext cx="341379" cy="452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1" name="PA-矩形 113">
                <a:extLst>
                  <a:ext uri="{FF2B5EF4-FFF2-40B4-BE49-F238E27FC236}">
                    <a16:creationId xmlns:a16="http://schemas.microsoft.com/office/drawing/2014/main" id="{B182DD69-BCFE-72B3-22EF-54966AFACDF9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850371" y="1036495"/>
                <a:ext cx="341379" cy="452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cxnSp>
          <p:nvCxnSpPr>
            <p:cNvPr id="256" name="PA-直接连接符 85">
              <a:extLst>
                <a:ext uri="{FF2B5EF4-FFF2-40B4-BE49-F238E27FC236}">
                  <a16:creationId xmlns:a16="http://schemas.microsoft.com/office/drawing/2014/main" id="{486D8F1F-C37E-9CFD-AB59-E52D8C0E35DB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>
            <a:xfrm>
              <a:off x="104724" y="4281584"/>
              <a:ext cx="1404000" cy="0"/>
            </a:xfrm>
            <a:prstGeom prst="line">
              <a:avLst/>
            </a:prstGeom>
            <a:ln w="3810">
              <a:solidFill>
                <a:schemeClr val="bg1">
                  <a:lumMod val="85000"/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PA-直接连接符 85">
              <a:extLst>
                <a:ext uri="{FF2B5EF4-FFF2-40B4-BE49-F238E27FC236}">
                  <a16:creationId xmlns:a16="http://schemas.microsoft.com/office/drawing/2014/main" id="{08752FFE-CA87-25DC-78D5-CF9C22A09990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>
            <a:xfrm>
              <a:off x="80963" y="3567034"/>
              <a:ext cx="1404000" cy="0"/>
            </a:xfrm>
            <a:prstGeom prst="line">
              <a:avLst/>
            </a:prstGeom>
            <a:ln w="3810">
              <a:solidFill>
                <a:schemeClr val="bg1">
                  <a:lumMod val="85000"/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9" name="图片 258" descr="地图&#10;&#10;AI 生成的内容可能不正确。">
            <a:extLst>
              <a:ext uri="{FF2B5EF4-FFF2-40B4-BE49-F238E27FC236}">
                <a16:creationId xmlns:a16="http://schemas.microsoft.com/office/drawing/2014/main" id="{7635C2CB-2727-4C02-4497-3ADD6F5B794C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6116" r="3400"/>
          <a:stretch>
            <a:fillRect/>
          </a:stretch>
        </p:blipFill>
        <p:spPr>
          <a:xfrm>
            <a:off x="1557853" y="1771658"/>
            <a:ext cx="10616542" cy="504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402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55BA1-0629-AA90-6F53-430F7AA69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3">
            <a:extLst>
              <a:ext uri="{FF2B5EF4-FFF2-40B4-BE49-F238E27FC236}">
                <a16:creationId xmlns:a16="http://schemas.microsoft.com/office/drawing/2014/main" id="{28B06BCD-F9A7-7274-AA7A-77EE42EFCA5E}"/>
              </a:ext>
            </a:extLst>
          </p:cNvPr>
          <p:cNvSpPr/>
          <p:nvPr/>
        </p:nvSpPr>
        <p:spPr>
          <a:xfrm>
            <a:off x="-56322" y="-56152"/>
            <a:ext cx="12304644" cy="964096"/>
          </a:xfrm>
          <a:custGeom>
            <a:avLst/>
            <a:gdLst>
              <a:gd name="connsiteX0" fmla="*/ 77249 w 12304644"/>
              <a:gd name="connsiteY0" fmla="*/ 636105 h 964096"/>
              <a:gd name="connsiteX1" fmla="*/ 538633 w 12304644"/>
              <a:gd name="connsiteY1" fmla="*/ 636105 h 964096"/>
              <a:gd name="connsiteX2" fmla="*/ 618547 w 12304644"/>
              <a:gd name="connsiteY2" fmla="*/ 671456 h 964096"/>
              <a:gd name="connsiteX3" fmla="*/ 852445 w 12304644"/>
              <a:gd name="connsiteY3" fmla="*/ 928745 h 964096"/>
              <a:gd name="connsiteX4" fmla="*/ 932359 w 12304644"/>
              <a:gd name="connsiteY4" fmla="*/ 964096 h 964096"/>
              <a:gd name="connsiteX5" fmla="*/ 11336540 w 12304644"/>
              <a:gd name="connsiteY5" fmla="*/ 964096 h 964096"/>
              <a:gd name="connsiteX6" fmla="*/ 11411724 w 12304644"/>
              <a:gd name="connsiteY6" fmla="*/ 933629 h 964096"/>
              <a:gd name="connsiteX7" fmla="*/ 11676877 w 12304644"/>
              <a:gd name="connsiteY7" fmla="*/ 676511 h 964096"/>
              <a:gd name="connsiteX8" fmla="*/ 11752061 w 12304644"/>
              <a:gd name="connsiteY8" fmla="*/ 646044 h 964096"/>
              <a:gd name="connsiteX9" fmla="*/ 12196644 w 12304644"/>
              <a:gd name="connsiteY9" fmla="*/ 646044 h 964096"/>
              <a:gd name="connsiteX10" fmla="*/ 12304644 w 12304644"/>
              <a:gd name="connsiteY10" fmla="*/ 538044 h 964096"/>
              <a:gd name="connsiteX11" fmla="*/ 12304644 w 12304644"/>
              <a:gd name="connsiteY11" fmla="*/ 108000 h 964096"/>
              <a:gd name="connsiteX12" fmla="*/ 12196644 w 12304644"/>
              <a:gd name="connsiteY12" fmla="*/ 0 h 964096"/>
              <a:gd name="connsiteX13" fmla="*/ 108000 w 12304644"/>
              <a:gd name="connsiteY13" fmla="*/ 0 h 964096"/>
              <a:gd name="connsiteX14" fmla="*/ 0 w 12304644"/>
              <a:gd name="connsiteY14" fmla="*/ 108000 h 964096"/>
              <a:gd name="connsiteX15" fmla="*/ 0 w 12304644"/>
              <a:gd name="connsiteY15" fmla="*/ 532498 h 964096"/>
              <a:gd name="connsiteX16" fmla="*/ 92727 w 12304644"/>
              <a:gd name="connsiteY16" fmla="*/ 639412 h 964096"/>
              <a:gd name="connsiteX17" fmla="*/ 61976 w 12304644"/>
              <a:gd name="connsiteY17" fmla="*/ 635020 h 964096"/>
              <a:gd name="connsiteX18" fmla="*/ 77249 w 12304644"/>
              <a:gd name="connsiteY18" fmla="*/ 636105 h 96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304644" h="964096">
                <a:moveTo>
                  <a:pt x="77249" y="636105"/>
                </a:moveTo>
                <a:lnTo>
                  <a:pt x="538633" y="636105"/>
                </a:lnTo>
                <a:cubicBezTo>
                  <a:pt x="569066" y="636105"/>
                  <a:pt x="598075" y="648938"/>
                  <a:pt x="618547" y="671456"/>
                </a:cubicBezTo>
                <a:lnTo>
                  <a:pt x="852445" y="928745"/>
                </a:lnTo>
                <a:cubicBezTo>
                  <a:pt x="872917" y="951264"/>
                  <a:pt x="901926" y="964096"/>
                  <a:pt x="932359" y="964096"/>
                </a:cubicBezTo>
                <a:lnTo>
                  <a:pt x="11336540" y="964096"/>
                </a:lnTo>
                <a:cubicBezTo>
                  <a:pt x="11364594" y="964096"/>
                  <a:pt x="11391584" y="953158"/>
                  <a:pt x="11411724" y="933629"/>
                </a:cubicBezTo>
                <a:lnTo>
                  <a:pt x="11676877" y="676511"/>
                </a:lnTo>
                <a:cubicBezTo>
                  <a:pt x="11697017" y="656982"/>
                  <a:pt x="11724008" y="646044"/>
                  <a:pt x="11752061" y="646044"/>
                </a:cubicBezTo>
                <a:lnTo>
                  <a:pt x="12196644" y="646044"/>
                </a:lnTo>
                <a:cubicBezTo>
                  <a:pt x="12256260" y="646044"/>
                  <a:pt x="12304644" y="597660"/>
                  <a:pt x="12304644" y="538044"/>
                </a:cubicBezTo>
                <a:lnTo>
                  <a:pt x="12304644" y="108000"/>
                </a:lnTo>
                <a:cubicBezTo>
                  <a:pt x="12304644" y="48384"/>
                  <a:pt x="12256260" y="0"/>
                  <a:pt x="12196644" y="0"/>
                </a:cubicBezTo>
                <a:lnTo>
                  <a:pt x="108000" y="0"/>
                </a:lnTo>
                <a:cubicBezTo>
                  <a:pt x="48384" y="0"/>
                  <a:pt x="0" y="48384"/>
                  <a:pt x="0" y="108000"/>
                </a:cubicBezTo>
                <a:lnTo>
                  <a:pt x="0" y="532498"/>
                </a:lnTo>
                <a:cubicBezTo>
                  <a:pt x="0" y="586263"/>
                  <a:pt x="39502" y="631809"/>
                  <a:pt x="92727" y="639412"/>
                </a:cubicBezTo>
                <a:lnTo>
                  <a:pt x="61976" y="635020"/>
                </a:lnTo>
                <a:cubicBezTo>
                  <a:pt x="67036" y="635742"/>
                  <a:pt x="72138" y="636105"/>
                  <a:pt x="77249" y="636105"/>
                </a:cubicBezTo>
              </a:path>
            </a:pathLst>
          </a:custGeom>
          <a:solidFill>
            <a:srgbClr val="082C06"/>
          </a:solidFill>
          <a:ln w="6350">
            <a:gradFill>
              <a:gsLst>
                <a:gs pos="51300">
                  <a:schemeClr val="accent2">
                    <a:lumMod val="40000"/>
                    <a:lumOff val="60000"/>
                  </a:schemeClr>
                </a:gs>
                <a:gs pos="5000">
                  <a:schemeClr val="accent2">
                    <a:lumMod val="60000"/>
                    <a:lumOff val="40000"/>
                    <a:alpha val="10000"/>
                  </a:schemeClr>
                </a:gs>
                <a:gs pos="98000">
                  <a:schemeClr val="accent2">
                    <a:lumMod val="60000"/>
                    <a:lumOff val="40000"/>
                    <a:alpha val="10000"/>
                  </a:schemeClr>
                </a:gs>
              </a:gsLst>
              <a:lin ang="0" scaled="0"/>
            </a:gradFill>
          </a:ln>
          <a:effectLst>
            <a:glow rad="63500">
              <a:schemeClr val="accent2">
                <a:alpha val="2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 2.0 95 ExtraBold"/>
              <a:cs typeface="+mn-cs"/>
            </a:endParaRPr>
          </a:p>
        </p:txBody>
      </p:sp>
      <p:grpSp>
        <p:nvGrpSpPr>
          <p:cNvPr id="12" name="Group 451">
            <a:extLst>
              <a:ext uri="{FF2B5EF4-FFF2-40B4-BE49-F238E27FC236}">
                <a16:creationId xmlns:a16="http://schemas.microsoft.com/office/drawing/2014/main" id="{965C89AD-71A1-F742-9647-6CF1AE0C0344}"/>
              </a:ext>
            </a:extLst>
          </p:cNvPr>
          <p:cNvGrpSpPr/>
          <p:nvPr/>
        </p:nvGrpSpPr>
        <p:grpSpPr>
          <a:xfrm>
            <a:off x="277775" y="435924"/>
            <a:ext cx="11812602" cy="611726"/>
            <a:chOff x="172697" y="150371"/>
            <a:chExt cx="11812602" cy="611726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A91DA6C5-586F-850B-6F3C-1DC7D2A54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4222" y="570263"/>
              <a:ext cx="4823557" cy="191834"/>
            </a:xfrm>
            <a:prstGeom prst="rect">
              <a:avLst/>
            </a:prstGeom>
          </p:spPr>
        </p:pic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DC24DE37-601F-31F4-A26A-0B403ED9E4B3}"/>
                </a:ext>
              </a:extLst>
            </p:cNvPr>
            <p:cNvGrpSpPr/>
            <p:nvPr/>
          </p:nvGrpSpPr>
          <p:grpSpPr>
            <a:xfrm>
              <a:off x="11000250" y="336549"/>
              <a:ext cx="522884" cy="268334"/>
              <a:chOff x="11000250" y="273049"/>
              <a:chExt cx="522884" cy="268334"/>
            </a:xfrm>
          </p:grpSpPr>
          <p:sp>
            <p:nvSpPr>
              <p:cNvPr id="56" name="平行四边形 55">
                <a:extLst>
                  <a:ext uri="{FF2B5EF4-FFF2-40B4-BE49-F238E27FC236}">
                    <a16:creationId xmlns:a16="http://schemas.microsoft.com/office/drawing/2014/main" id="{E1A2E924-7ABA-9E3E-FCEE-EF3E8CD47703}"/>
                  </a:ext>
                </a:extLst>
              </p:cNvPr>
              <p:cNvSpPr/>
              <p:nvPr/>
            </p:nvSpPr>
            <p:spPr>
              <a:xfrm>
                <a:off x="11160124" y="273050"/>
                <a:ext cx="363010" cy="268333"/>
              </a:xfrm>
              <a:prstGeom prst="parallelogram">
                <a:avLst>
                  <a:gd name="adj" fmla="val 97129"/>
                </a:avLst>
              </a:prstGeom>
              <a:solidFill>
                <a:srgbClr val="1DAA16">
                  <a:alpha val="8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57" name="平行四边形 56">
                <a:extLst>
                  <a:ext uri="{FF2B5EF4-FFF2-40B4-BE49-F238E27FC236}">
                    <a16:creationId xmlns:a16="http://schemas.microsoft.com/office/drawing/2014/main" id="{0B1C3A98-1C07-E465-BADA-F6170E181D9A}"/>
                  </a:ext>
                </a:extLst>
              </p:cNvPr>
              <p:cNvSpPr/>
              <p:nvPr/>
            </p:nvSpPr>
            <p:spPr>
              <a:xfrm>
                <a:off x="11000250" y="273049"/>
                <a:ext cx="363010" cy="268333"/>
              </a:xfrm>
              <a:prstGeom prst="parallelogram">
                <a:avLst>
                  <a:gd name="adj" fmla="val 97129"/>
                </a:avLst>
              </a:prstGeom>
              <a:solidFill>
                <a:srgbClr val="64DE50">
                  <a:alpha val="5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F019C85C-B57D-159D-E194-A1C210D56915}"/>
                </a:ext>
              </a:extLst>
            </p:cNvPr>
            <p:cNvGrpSpPr/>
            <p:nvPr/>
          </p:nvGrpSpPr>
          <p:grpSpPr>
            <a:xfrm flipH="1">
              <a:off x="668866" y="336549"/>
              <a:ext cx="522884" cy="268334"/>
              <a:chOff x="11000250" y="273049"/>
              <a:chExt cx="522884" cy="268334"/>
            </a:xfrm>
          </p:grpSpPr>
          <p:sp>
            <p:nvSpPr>
              <p:cNvPr id="54" name="平行四边形 53">
                <a:extLst>
                  <a:ext uri="{FF2B5EF4-FFF2-40B4-BE49-F238E27FC236}">
                    <a16:creationId xmlns:a16="http://schemas.microsoft.com/office/drawing/2014/main" id="{004C945E-FABC-B6AD-6ED4-872468D71643}"/>
                  </a:ext>
                </a:extLst>
              </p:cNvPr>
              <p:cNvSpPr/>
              <p:nvPr/>
            </p:nvSpPr>
            <p:spPr>
              <a:xfrm>
                <a:off x="11160124" y="273050"/>
                <a:ext cx="363010" cy="268333"/>
              </a:xfrm>
              <a:prstGeom prst="parallelogram">
                <a:avLst>
                  <a:gd name="adj" fmla="val 97129"/>
                </a:avLst>
              </a:prstGeom>
              <a:solidFill>
                <a:srgbClr val="1DAA16">
                  <a:alpha val="8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55" name="平行四边形 54">
                <a:extLst>
                  <a:ext uri="{FF2B5EF4-FFF2-40B4-BE49-F238E27FC236}">
                    <a16:creationId xmlns:a16="http://schemas.microsoft.com/office/drawing/2014/main" id="{0697A92F-DDDA-71AC-65F0-B2B8A19F4479}"/>
                  </a:ext>
                </a:extLst>
              </p:cNvPr>
              <p:cNvSpPr/>
              <p:nvPr/>
            </p:nvSpPr>
            <p:spPr>
              <a:xfrm>
                <a:off x="11000250" y="273049"/>
                <a:ext cx="363010" cy="268333"/>
              </a:xfrm>
              <a:prstGeom prst="parallelogram">
                <a:avLst>
                  <a:gd name="adj" fmla="val 97129"/>
                </a:avLst>
              </a:prstGeom>
              <a:solidFill>
                <a:srgbClr val="64DE50">
                  <a:alpha val="5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515BA6A9-5C4D-8719-F2E8-FA8CADF0C05E}"/>
                </a:ext>
              </a:extLst>
            </p:cNvPr>
            <p:cNvGrpSpPr/>
            <p:nvPr/>
          </p:nvGrpSpPr>
          <p:grpSpPr>
            <a:xfrm>
              <a:off x="1295532" y="177758"/>
              <a:ext cx="1569635" cy="400110"/>
              <a:chOff x="1163180" y="165726"/>
              <a:chExt cx="1569635" cy="400110"/>
            </a:xfrm>
          </p:grpSpPr>
          <p:sp>
            <p:nvSpPr>
              <p:cNvPr id="52" name="文本框 13">
                <a:extLst>
                  <a:ext uri="{FF2B5EF4-FFF2-40B4-BE49-F238E27FC236}">
                    <a16:creationId xmlns:a16="http://schemas.microsoft.com/office/drawing/2014/main" id="{5C38B778-6BC9-1FC1-5A45-2CD977372175}"/>
                  </a:ext>
                </a:extLst>
              </p:cNvPr>
              <p:cNvSpPr txBox="1"/>
              <p:nvPr/>
            </p:nvSpPr>
            <p:spPr>
              <a:xfrm>
                <a:off x="1386614" y="165726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项目背景</a:t>
                </a:r>
              </a:p>
            </p:txBody>
          </p:sp>
          <p:sp>
            <p:nvSpPr>
              <p:cNvPr id="53" name="iconfont-10050-4705900">
                <a:extLst>
                  <a:ext uri="{FF2B5EF4-FFF2-40B4-BE49-F238E27FC236}">
                    <a16:creationId xmlns:a16="http://schemas.microsoft.com/office/drawing/2014/main" id="{3A6A716A-38BA-1C7B-5E6B-DB636AED57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163180" y="290085"/>
                <a:ext cx="194268" cy="194300"/>
              </a:xfrm>
              <a:custGeom>
                <a:avLst/>
                <a:gdLst>
                  <a:gd name="T0" fmla="*/ 12774 w 12774"/>
                  <a:gd name="T1" fmla="*/ 3193 h 12774"/>
                  <a:gd name="T2" fmla="*/ 9581 w 12774"/>
                  <a:gd name="T3" fmla="*/ 0 h 12774"/>
                  <a:gd name="T4" fmla="*/ 6387 w 12774"/>
                  <a:gd name="T5" fmla="*/ 3193 h 12774"/>
                  <a:gd name="T6" fmla="*/ 3193 w 12774"/>
                  <a:gd name="T7" fmla="*/ 0 h 12774"/>
                  <a:gd name="T8" fmla="*/ 0 w 12774"/>
                  <a:gd name="T9" fmla="*/ 3193 h 12774"/>
                  <a:gd name="T10" fmla="*/ 3193 w 12774"/>
                  <a:gd name="T11" fmla="*/ 6387 h 12774"/>
                  <a:gd name="T12" fmla="*/ 0 w 12774"/>
                  <a:gd name="T13" fmla="*/ 9581 h 12774"/>
                  <a:gd name="T14" fmla="*/ 0 w 12774"/>
                  <a:gd name="T15" fmla="*/ 12774 h 12774"/>
                  <a:gd name="T16" fmla="*/ 3193 w 12774"/>
                  <a:gd name="T17" fmla="*/ 12774 h 12774"/>
                  <a:gd name="T18" fmla="*/ 6387 w 12774"/>
                  <a:gd name="T19" fmla="*/ 9581 h 12774"/>
                  <a:gd name="T20" fmla="*/ 9581 w 12774"/>
                  <a:gd name="T21" fmla="*/ 12774 h 12774"/>
                  <a:gd name="T22" fmla="*/ 12774 w 12774"/>
                  <a:gd name="T23" fmla="*/ 9581 h 12774"/>
                  <a:gd name="T24" fmla="*/ 9581 w 12774"/>
                  <a:gd name="T25" fmla="*/ 6387 h 12774"/>
                  <a:gd name="T26" fmla="*/ 12774 w 12774"/>
                  <a:gd name="T27" fmla="*/ 3193 h 12774"/>
                  <a:gd name="T28" fmla="*/ 3273 w 12774"/>
                  <a:gd name="T29" fmla="*/ 5349 h 12774"/>
                  <a:gd name="T30" fmla="*/ 4630 w 12774"/>
                  <a:gd name="T31" fmla="*/ 3992 h 12774"/>
                  <a:gd name="T32" fmla="*/ 4072 w 12774"/>
                  <a:gd name="T33" fmla="*/ 3433 h 12774"/>
                  <a:gd name="T34" fmla="*/ 2714 w 12774"/>
                  <a:gd name="T35" fmla="*/ 4790 h 12774"/>
                  <a:gd name="T36" fmla="*/ 2235 w 12774"/>
                  <a:gd name="T37" fmla="*/ 4311 h 12774"/>
                  <a:gd name="T38" fmla="*/ 3673 w 12774"/>
                  <a:gd name="T39" fmla="*/ 2875 h 12774"/>
                  <a:gd name="T40" fmla="*/ 3033 w 12774"/>
                  <a:gd name="T41" fmla="*/ 2315 h 12774"/>
                  <a:gd name="T42" fmla="*/ 1677 w 12774"/>
                  <a:gd name="T43" fmla="*/ 3753 h 12774"/>
                  <a:gd name="T44" fmla="*/ 1117 w 12774"/>
                  <a:gd name="T45" fmla="*/ 3194 h 12774"/>
                  <a:gd name="T46" fmla="*/ 3193 w 12774"/>
                  <a:gd name="T47" fmla="*/ 1118 h 12774"/>
                  <a:gd name="T48" fmla="*/ 5827 w 12774"/>
                  <a:gd name="T49" fmla="*/ 3752 h 12774"/>
                  <a:gd name="T50" fmla="*/ 3752 w 12774"/>
                  <a:gd name="T51" fmla="*/ 5828 h 12774"/>
                  <a:gd name="T52" fmla="*/ 3273 w 12774"/>
                  <a:gd name="T53" fmla="*/ 5349 h 12774"/>
                  <a:gd name="T54" fmla="*/ 798 w 12774"/>
                  <a:gd name="T55" fmla="*/ 11976 h 12774"/>
                  <a:gd name="T56" fmla="*/ 798 w 12774"/>
                  <a:gd name="T57" fmla="*/ 10379 h 12774"/>
                  <a:gd name="T58" fmla="*/ 2395 w 12774"/>
                  <a:gd name="T59" fmla="*/ 11976 h 12774"/>
                  <a:gd name="T60" fmla="*/ 798 w 12774"/>
                  <a:gd name="T61" fmla="*/ 11976 h 12774"/>
                  <a:gd name="T62" fmla="*/ 3193 w 12774"/>
                  <a:gd name="T63" fmla="*/ 11657 h 12774"/>
                  <a:gd name="T64" fmla="*/ 1117 w 12774"/>
                  <a:gd name="T65" fmla="*/ 9581 h 12774"/>
                  <a:gd name="T66" fmla="*/ 9581 w 12774"/>
                  <a:gd name="T67" fmla="*/ 1117 h 12774"/>
                  <a:gd name="T68" fmla="*/ 11657 w 12774"/>
                  <a:gd name="T69" fmla="*/ 3193 h 12774"/>
                  <a:gd name="T70" fmla="*/ 3193 w 12774"/>
                  <a:gd name="T71" fmla="*/ 11657 h 12774"/>
                  <a:gd name="T72" fmla="*/ 11657 w 12774"/>
                  <a:gd name="T73" fmla="*/ 9581 h 12774"/>
                  <a:gd name="T74" fmla="*/ 9581 w 12774"/>
                  <a:gd name="T75" fmla="*/ 11657 h 12774"/>
                  <a:gd name="T76" fmla="*/ 9022 w 12774"/>
                  <a:gd name="T77" fmla="*/ 11097 h 12774"/>
                  <a:gd name="T78" fmla="*/ 10459 w 12774"/>
                  <a:gd name="T79" fmla="*/ 9661 h 12774"/>
                  <a:gd name="T80" fmla="*/ 9900 w 12774"/>
                  <a:gd name="T81" fmla="*/ 9101 h 12774"/>
                  <a:gd name="T82" fmla="*/ 8463 w 12774"/>
                  <a:gd name="T83" fmla="*/ 10539 h 12774"/>
                  <a:gd name="T84" fmla="*/ 7984 w 12774"/>
                  <a:gd name="T85" fmla="*/ 10060 h 12774"/>
                  <a:gd name="T86" fmla="*/ 9421 w 12774"/>
                  <a:gd name="T87" fmla="*/ 8623 h 12774"/>
                  <a:gd name="T88" fmla="*/ 8782 w 12774"/>
                  <a:gd name="T89" fmla="*/ 8063 h 12774"/>
                  <a:gd name="T90" fmla="*/ 7345 w 12774"/>
                  <a:gd name="T91" fmla="*/ 9501 h 12774"/>
                  <a:gd name="T92" fmla="*/ 6865 w 12774"/>
                  <a:gd name="T93" fmla="*/ 9022 h 12774"/>
                  <a:gd name="T94" fmla="*/ 8942 w 12774"/>
                  <a:gd name="T95" fmla="*/ 6946 h 12774"/>
                  <a:gd name="T96" fmla="*/ 11657 w 12774"/>
                  <a:gd name="T97" fmla="*/ 9581 h 127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774" h="12774">
                    <a:moveTo>
                      <a:pt x="12774" y="3193"/>
                    </a:moveTo>
                    <a:lnTo>
                      <a:pt x="9581" y="0"/>
                    </a:lnTo>
                    <a:lnTo>
                      <a:pt x="6387" y="3193"/>
                    </a:lnTo>
                    <a:lnTo>
                      <a:pt x="3193" y="0"/>
                    </a:lnTo>
                    <a:lnTo>
                      <a:pt x="0" y="3193"/>
                    </a:lnTo>
                    <a:lnTo>
                      <a:pt x="3193" y="6387"/>
                    </a:lnTo>
                    <a:lnTo>
                      <a:pt x="0" y="9581"/>
                    </a:lnTo>
                    <a:lnTo>
                      <a:pt x="0" y="12774"/>
                    </a:lnTo>
                    <a:lnTo>
                      <a:pt x="3193" y="12774"/>
                    </a:lnTo>
                    <a:lnTo>
                      <a:pt x="6387" y="9581"/>
                    </a:lnTo>
                    <a:lnTo>
                      <a:pt x="9581" y="12774"/>
                    </a:lnTo>
                    <a:lnTo>
                      <a:pt x="12774" y="9581"/>
                    </a:lnTo>
                    <a:lnTo>
                      <a:pt x="9581" y="6387"/>
                    </a:lnTo>
                    <a:lnTo>
                      <a:pt x="12774" y="3193"/>
                    </a:lnTo>
                    <a:close/>
                    <a:moveTo>
                      <a:pt x="3273" y="5349"/>
                    </a:moveTo>
                    <a:lnTo>
                      <a:pt x="4630" y="3992"/>
                    </a:lnTo>
                    <a:lnTo>
                      <a:pt x="4072" y="3433"/>
                    </a:lnTo>
                    <a:lnTo>
                      <a:pt x="2714" y="4790"/>
                    </a:lnTo>
                    <a:lnTo>
                      <a:pt x="2235" y="4311"/>
                    </a:lnTo>
                    <a:lnTo>
                      <a:pt x="3673" y="2875"/>
                    </a:lnTo>
                    <a:lnTo>
                      <a:pt x="3033" y="2315"/>
                    </a:lnTo>
                    <a:lnTo>
                      <a:pt x="1677" y="3753"/>
                    </a:lnTo>
                    <a:lnTo>
                      <a:pt x="1117" y="3194"/>
                    </a:lnTo>
                    <a:lnTo>
                      <a:pt x="3193" y="1118"/>
                    </a:lnTo>
                    <a:lnTo>
                      <a:pt x="5827" y="3752"/>
                    </a:lnTo>
                    <a:lnTo>
                      <a:pt x="3752" y="5828"/>
                    </a:lnTo>
                    <a:lnTo>
                      <a:pt x="3273" y="5349"/>
                    </a:lnTo>
                    <a:close/>
                    <a:moveTo>
                      <a:pt x="798" y="11976"/>
                    </a:moveTo>
                    <a:lnTo>
                      <a:pt x="798" y="10379"/>
                    </a:lnTo>
                    <a:lnTo>
                      <a:pt x="2395" y="11976"/>
                    </a:lnTo>
                    <a:lnTo>
                      <a:pt x="798" y="11976"/>
                    </a:lnTo>
                    <a:close/>
                    <a:moveTo>
                      <a:pt x="3193" y="11657"/>
                    </a:moveTo>
                    <a:lnTo>
                      <a:pt x="1117" y="9581"/>
                    </a:lnTo>
                    <a:lnTo>
                      <a:pt x="9581" y="1117"/>
                    </a:lnTo>
                    <a:lnTo>
                      <a:pt x="11657" y="3193"/>
                    </a:lnTo>
                    <a:lnTo>
                      <a:pt x="3193" y="11657"/>
                    </a:lnTo>
                    <a:close/>
                    <a:moveTo>
                      <a:pt x="11657" y="9581"/>
                    </a:moveTo>
                    <a:lnTo>
                      <a:pt x="9581" y="11657"/>
                    </a:lnTo>
                    <a:lnTo>
                      <a:pt x="9022" y="11097"/>
                    </a:lnTo>
                    <a:lnTo>
                      <a:pt x="10459" y="9661"/>
                    </a:lnTo>
                    <a:lnTo>
                      <a:pt x="9900" y="9101"/>
                    </a:lnTo>
                    <a:lnTo>
                      <a:pt x="8463" y="10539"/>
                    </a:lnTo>
                    <a:lnTo>
                      <a:pt x="7984" y="10060"/>
                    </a:lnTo>
                    <a:lnTo>
                      <a:pt x="9421" y="8623"/>
                    </a:lnTo>
                    <a:lnTo>
                      <a:pt x="8782" y="8063"/>
                    </a:lnTo>
                    <a:lnTo>
                      <a:pt x="7345" y="9501"/>
                    </a:lnTo>
                    <a:lnTo>
                      <a:pt x="6865" y="9022"/>
                    </a:lnTo>
                    <a:lnTo>
                      <a:pt x="8942" y="6946"/>
                    </a:lnTo>
                    <a:lnTo>
                      <a:pt x="11657" y="9581"/>
                    </a:lnTo>
                    <a:close/>
                  </a:path>
                </a:pathLst>
              </a:cu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0C6618B1-B1D2-411D-5919-7D926127108F}"/>
                </a:ext>
              </a:extLst>
            </p:cNvPr>
            <p:cNvGrpSpPr/>
            <p:nvPr/>
          </p:nvGrpSpPr>
          <p:grpSpPr>
            <a:xfrm>
              <a:off x="2931777" y="159232"/>
              <a:ext cx="5225647" cy="400110"/>
              <a:chOff x="2695782" y="147200"/>
              <a:chExt cx="5225647" cy="400110"/>
            </a:xfrm>
          </p:grpSpPr>
          <p:sp>
            <p:nvSpPr>
              <p:cNvPr id="48" name="文本框 14">
                <a:extLst>
                  <a:ext uri="{FF2B5EF4-FFF2-40B4-BE49-F238E27FC236}">
                    <a16:creationId xmlns:a16="http://schemas.microsoft.com/office/drawing/2014/main" id="{2789BB33-B782-3B6D-F46F-6ACDCCE93F42}"/>
                  </a:ext>
                </a:extLst>
              </p:cNvPr>
              <p:cNvSpPr txBox="1"/>
              <p:nvPr/>
            </p:nvSpPr>
            <p:spPr>
              <a:xfrm>
                <a:off x="2982378" y="147200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项目介绍</a:t>
                </a:r>
              </a:p>
            </p:txBody>
          </p:sp>
          <p:sp>
            <p:nvSpPr>
              <p:cNvPr id="49" name="iconfont-11607-6172721">
                <a:extLst>
                  <a:ext uri="{FF2B5EF4-FFF2-40B4-BE49-F238E27FC236}">
                    <a16:creationId xmlns:a16="http://schemas.microsoft.com/office/drawing/2014/main" id="{447D4CD9-8E47-0152-FED0-8AF68D0D51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695782" y="267035"/>
                <a:ext cx="213298" cy="191648"/>
              </a:xfrm>
              <a:custGeom>
                <a:avLst/>
                <a:gdLst>
                  <a:gd name="connsiteX0" fmla="*/ 171888 w 607639"/>
                  <a:gd name="connsiteY0" fmla="*/ 486408 h 545965"/>
                  <a:gd name="connsiteX1" fmla="*/ 171977 w 607639"/>
                  <a:gd name="connsiteY1" fmla="*/ 486408 h 545965"/>
                  <a:gd name="connsiteX2" fmla="*/ 181494 w 607639"/>
                  <a:gd name="connsiteY2" fmla="*/ 495899 h 545965"/>
                  <a:gd name="connsiteX3" fmla="*/ 171977 w 607639"/>
                  <a:gd name="connsiteY3" fmla="*/ 505390 h 545965"/>
                  <a:gd name="connsiteX4" fmla="*/ 162371 w 607639"/>
                  <a:gd name="connsiteY4" fmla="*/ 495899 h 545965"/>
                  <a:gd name="connsiteX5" fmla="*/ 171888 w 607639"/>
                  <a:gd name="connsiteY5" fmla="*/ 486408 h 545965"/>
                  <a:gd name="connsiteX6" fmla="*/ 121136 w 607639"/>
                  <a:gd name="connsiteY6" fmla="*/ 464910 h 545965"/>
                  <a:gd name="connsiteX7" fmla="*/ 120513 w 607639"/>
                  <a:gd name="connsiteY7" fmla="*/ 465532 h 545965"/>
                  <a:gd name="connsiteX8" fmla="*/ 120513 w 607639"/>
                  <a:gd name="connsiteY8" fmla="*/ 526323 h 545965"/>
                  <a:gd name="connsiteX9" fmla="*/ 121136 w 607639"/>
                  <a:gd name="connsiteY9" fmla="*/ 526946 h 545965"/>
                  <a:gd name="connsiteX10" fmla="*/ 222602 w 607639"/>
                  <a:gd name="connsiteY10" fmla="*/ 526946 h 545965"/>
                  <a:gd name="connsiteX11" fmla="*/ 223225 w 607639"/>
                  <a:gd name="connsiteY11" fmla="*/ 526323 h 545965"/>
                  <a:gd name="connsiteX12" fmla="*/ 223225 w 607639"/>
                  <a:gd name="connsiteY12" fmla="*/ 465532 h 545965"/>
                  <a:gd name="connsiteX13" fmla="*/ 222602 w 607639"/>
                  <a:gd name="connsiteY13" fmla="*/ 464910 h 545965"/>
                  <a:gd name="connsiteX14" fmla="*/ 171869 w 607639"/>
                  <a:gd name="connsiteY14" fmla="*/ 464910 h 545965"/>
                  <a:gd name="connsiteX15" fmla="*/ 212990 w 607639"/>
                  <a:gd name="connsiteY15" fmla="*/ 397987 h 545965"/>
                  <a:gd name="connsiteX16" fmla="*/ 181393 w 607639"/>
                  <a:gd name="connsiteY16" fmla="*/ 413451 h 545965"/>
                  <a:gd name="connsiteX17" fmla="*/ 181393 w 607639"/>
                  <a:gd name="connsiteY17" fmla="*/ 445891 h 545965"/>
                  <a:gd name="connsiteX18" fmla="*/ 222602 w 607639"/>
                  <a:gd name="connsiteY18" fmla="*/ 445891 h 545965"/>
                  <a:gd name="connsiteX19" fmla="*/ 242272 w 607639"/>
                  <a:gd name="connsiteY19" fmla="*/ 465532 h 545965"/>
                  <a:gd name="connsiteX20" fmla="*/ 242272 w 607639"/>
                  <a:gd name="connsiteY20" fmla="*/ 526323 h 545965"/>
                  <a:gd name="connsiteX21" fmla="*/ 242272 w 607639"/>
                  <a:gd name="connsiteY21" fmla="*/ 526946 h 545965"/>
                  <a:gd name="connsiteX22" fmla="*/ 253665 w 607639"/>
                  <a:gd name="connsiteY22" fmla="*/ 526946 h 545965"/>
                  <a:gd name="connsiteX23" fmla="*/ 253665 w 607639"/>
                  <a:gd name="connsiteY23" fmla="*/ 419317 h 545965"/>
                  <a:gd name="connsiteX24" fmla="*/ 246278 w 607639"/>
                  <a:gd name="connsiteY24" fmla="*/ 409096 h 545965"/>
                  <a:gd name="connsiteX25" fmla="*/ 213168 w 607639"/>
                  <a:gd name="connsiteY25" fmla="*/ 398075 h 545965"/>
                  <a:gd name="connsiteX26" fmla="*/ 212990 w 607639"/>
                  <a:gd name="connsiteY26" fmla="*/ 397987 h 545965"/>
                  <a:gd name="connsiteX27" fmla="*/ 130749 w 607639"/>
                  <a:gd name="connsiteY27" fmla="*/ 397987 h 545965"/>
                  <a:gd name="connsiteX28" fmla="*/ 130571 w 607639"/>
                  <a:gd name="connsiteY28" fmla="*/ 398075 h 545965"/>
                  <a:gd name="connsiteX29" fmla="*/ 97372 w 607639"/>
                  <a:gd name="connsiteY29" fmla="*/ 409096 h 545965"/>
                  <a:gd name="connsiteX30" fmla="*/ 90073 w 607639"/>
                  <a:gd name="connsiteY30" fmla="*/ 419317 h 545965"/>
                  <a:gd name="connsiteX31" fmla="*/ 90073 w 607639"/>
                  <a:gd name="connsiteY31" fmla="*/ 526946 h 545965"/>
                  <a:gd name="connsiteX32" fmla="*/ 101555 w 607639"/>
                  <a:gd name="connsiteY32" fmla="*/ 526946 h 545965"/>
                  <a:gd name="connsiteX33" fmla="*/ 101466 w 607639"/>
                  <a:gd name="connsiteY33" fmla="*/ 526323 h 545965"/>
                  <a:gd name="connsiteX34" fmla="*/ 101466 w 607639"/>
                  <a:gd name="connsiteY34" fmla="*/ 465532 h 545965"/>
                  <a:gd name="connsiteX35" fmla="*/ 121136 w 607639"/>
                  <a:gd name="connsiteY35" fmla="*/ 445891 h 545965"/>
                  <a:gd name="connsiteX36" fmla="*/ 162346 w 607639"/>
                  <a:gd name="connsiteY36" fmla="*/ 445891 h 545965"/>
                  <a:gd name="connsiteX37" fmla="*/ 162346 w 607639"/>
                  <a:gd name="connsiteY37" fmla="*/ 413451 h 545965"/>
                  <a:gd name="connsiteX38" fmla="*/ 130749 w 607639"/>
                  <a:gd name="connsiteY38" fmla="*/ 397987 h 545965"/>
                  <a:gd name="connsiteX39" fmla="*/ 150953 w 607639"/>
                  <a:gd name="connsiteY39" fmla="*/ 364303 h 545965"/>
                  <a:gd name="connsiteX40" fmla="*/ 150953 w 607639"/>
                  <a:gd name="connsiteY40" fmla="*/ 369813 h 545965"/>
                  <a:gd name="connsiteX41" fmla="*/ 146058 w 607639"/>
                  <a:gd name="connsiteY41" fmla="*/ 386077 h 545965"/>
                  <a:gd name="connsiteX42" fmla="*/ 171869 w 607639"/>
                  <a:gd name="connsiteY42" fmla="*/ 395231 h 545965"/>
                  <a:gd name="connsiteX43" fmla="*/ 197681 w 607639"/>
                  <a:gd name="connsiteY43" fmla="*/ 386077 h 545965"/>
                  <a:gd name="connsiteX44" fmla="*/ 192785 w 607639"/>
                  <a:gd name="connsiteY44" fmla="*/ 369813 h 545965"/>
                  <a:gd name="connsiteX45" fmla="*/ 192785 w 607639"/>
                  <a:gd name="connsiteY45" fmla="*/ 364303 h 545965"/>
                  <a:gd name="connsiteX46" fmla="*/ 171869 w 607639"/>
                  <a:gd name="connsiteY46" fmla="*/ 368835 h 545965"/>
                  <a:gd name="connsiteX47" fmla="*/ 150953 w 607639"/>
                  <a:gd name="connsiteY47" fmla="*/ 364303 h 545965"/>
                  <a:gd name="connsiteX48" fmla="*/ 201597 w 607639"/>
                  <a:gd name="connsiteY48" fmla="*/ 245564 h 545965"/>
                  <a:gd name="connsiteX49" fmla="*/ 112859 w 607639"/>
                  <a:gd name="connsiteY49" fmla="*/ 271960 h 545965"/>
                  <a:gd name="connsiteX50" fmla="*/ 119089 w 607639"/>
                  <a:gd name="connsiteY50" fmla="*/ 321820 h 545965"/>
                  <a:gd name="connsiteX51" fmla="*/ 124963 w 607639"/>
                  <a:gd name="connsiteY51" fmla="*/ 330085 h 545965"/>
                  <a:gd name="connsiteX52" fmla="*/ 157984 w 607639"/>
                  <a:gd name="connsiteY52" fmla="*/ 346616 h 545965"/>
                  <a:gd name="connsiteX53" fmla="*/ 185754 w 607639"/>
                  <a:gd name="connsiteY53" fmla="*/ 346616 h 545965"/>
                  <a:gd name="connsiteX54" fmla="*/ 218775 w 607639"/>
                  <a:gd name="connsiteY54" fmla="*/ 330085 h 545965"/>
                  <a:gd name="connsiteX55" fmla="*/ 224649 w 607639"/>
                  <a:gd name="connsiteY55" fmla="*/ 321820 h 545965"/>
                  <a:gd name="connsiteX56" fmla="*/ 230346 w 607639"/>
                  <a:gd name="connsiteY56" fmla="*/ 276226 h 545965"/>
                  <a:gd name="connsiteX57" fmla="*/ 234262 w 607639"/>
                  <a:gd name="connsiteY57" fmla="*/ 224501 h 545965"/>
                  <a:gd name="connsiteX58" fmla="*/ 213435 w 607639"/>
                  <a:gd name="connsiteY58" fmla="*/ 230455 h 545965"/>
                  <a:gd name="connsiteX59" fmla="*/ 243251 w 607639"/>
                  <a:gd name="connsiteY59" fmla="*/ 262184 h 545965"/>
                  <a:gd name="connsiteX60" fmla="*/ 243518 w 607639"/>
                  <a:gd name="connsiteY60" fmla="*/ 256585 h 545965"/>
                  <a:gd name="connsiteX61" fmla="*/ 234262 w 607639"/>
                  <a:gd name="connsiteY61" fmla="*/ 224501 h 545965"/>
                  <a:gd name="connsiteX62" fmla="*/ 109387 w 607639"/>
                  <a:gd name="connsiteY62" fmla="*/ 224501 h 545965"/>
                  <a:gd name="connsiteX63" fmla="*/ 100309 w 607639"/>
                  <a:gd name="connsiteY63" fmla="*/ 253563 h 545965"/>
                  <a:gd name="connsiteX64" fmla="*/ 102089 w 607639"/>
                  <a:gd name="connsiteY64" fmla="*/ 253296 h 545965"/>
                  <a:gd name="connsiteX65" fmla="*/ 169377 w 607639"/>
                  <a:gd name="connsiteY65" fmla="*/ 241565 h 545965"/>
                  <a:gd name="connsiteX66" fmla="*/ 169288 w 607639"/>
                  <a:gd name="connsiteY66" fmla="*/ 241565 h 545965"/>
                  <a:gd name="connsiteX67" fmla="*/ 313299 w 607639"/>
                  <a:gd name="connsiteY67" fmla="*/ 221657 h 545965"/>
                  <a:gd name="connsiteX68" fmla="*/ 313299 w 607639"/>
                  <a:gd name="connsiteY68" fmla="*/ 304045 h 545965"/>
                  <a:gd name="connsiteX69" fmla="*/ 345074 w 607639"/>
                  <a:gd name="connsiteY69" fmla="*/ 304045 h 545965"/>
                  <a:gd name="connsiteX70" fmla="*/ 345074 w 607639"/>
                  <a:gd name="connsiteY70" fmla="*/ 221657 h 545965"/>
                  <a:gd name="connsiteX71" fmla="*/ 224827 w 607639"/>
                  <a:gd name="connsiteY71" fmla="*/ 187973 h 545965"/>
                  <a:gd name="connsiteX72" fmla="*/ 182461 w 607639"/>
                  <a:gd name="connsiteY72" fmla="*/ 199971 h 545965"/>
                  <a:gd name="connsiteX73" fmla="*/ 181393 w 607639"/>
                  <a:gd name="connsiteY73" fmla="*/ 200238 h 545965"/>
                  <a:gd name="connsiteX74" fmla="*/ 181393 w 607639"/>
                  <a:gd name="connsiteY74" fmla="*/ 219879 h 545965"/>
                  <a:gd name="connsiteX75" fmla="*/ 229990 w 607639"/>
                  <a:gd name="connsiteY75" fmla="*/ 205926 h 545965"/>
                  <a:gd name="connsiteX76" fmla="*/ 230524 w 607639"/>
                  <a:gd name="connsiteY76" fmla="*/ 205392 h 545965"/>
                  <a:gd name="connsiteX77" fmla="*/ 230524 w 607639"/>
                  <a:gd name="connsiteY77" fmla="*/ 205126 h 545965"/>
                  <a:gd name="connsiteX78" fmla="*/ 118911 w 607639"/>
                  <a:gd name="connsiteY78" fmla="*/ 187973 h 545965"/>
                  <a:gd name="connsiteX79" fmla="*/ 113215 w 607639"/>
                  <a:gd name="connsiteY79" fmla="*/ 205126 h 545965"/>
                  <a:gd name="connsiteX80" fmla="*/ 113215 w 607639"/>
                  <a:gd name="connsiteY80" fmla="*/ 205392 h 545965"/>
                  <a:gd name="connsiteX81" fmla="*/ 113749 w 607639"/>
                  <a:gd name="connsiteY81" fmla="*/ 206014 h 545965"/>
                  <a:gd name="connsiteX82" fmla="*/ 162346 w 607639"/>
                  <a:gd name="connsiteY82" fmla="*/ 219879 h 545965"/>
                  <a:gd name="connsiteX83" fmla="*/ 162346 w 607639"/>
                  <a:gd name="connsiteY83" fmla="*/ 200238 h 545965"/>
                  <a:gd name="connsiteX84" fmla="*/ 161277 w 607639"/>
                  <a:gd name="connsiteY84" fmla="*/ 199971 h 545965"/>
                  <a:gd name="connsiteX85" fmla="*/ 166440 w 607639"/>
                  <a:gd name="connsiteY85" fmla="*/ 141313 h 545965"/>
                  <a:gd name="connsiteX86" fmla="*/ 95147 w 607639"/>
                  <a:gd name="connsiteY86" fmla="*/ 161488 h 545965"/>
                  <a:gd name="connsiteX87" fmla="*/ 166440 w 607639"/>
                  <a:gd name="connsiteY87" fmla="*/ 181662 h 545965"/>
                  <a:gd name="connsiteX88" fmla="*/ 177299 w 607639"/>
                  <a:gd name="connsiteY88" fmla="*/ 181662 h 545965"/>
                  <a:gd name="connsiteX89" fmla="*/ 248592 w 607639"/>
                  <a:gd name="connsiteY89" fmla="*/ 161488 h 545965"/>
                  <a:gd name="connsiteX90" fmla="*/ 177299 w 607639"/>
                  <a:gd name="connsiteY90" fmla="*/ 141313 h 545965"/>
                  <a:gd name="connsiteX91" fmla="*/ 166440 w 607639"/>
                  <a:gd name="connsiteY91" fmla="*/ 141313 h 545965"/>
                  <a:gd name="connsiteX92" fmla="*/ 404618 w 607639"/>
                  <a:gd name="connsiteY92" fmla="*/ 140602 h 545965"/>
                  <a:gd name="connsiteX93" fmla="*/ 404618 w 607639"/>
                  <a:gd name="connsiteY93" fmla="*/ 304045 h 545965"/>
                  <a:gd name="connsiteX94" fmla="*/ 436393 w 607639"/>
                  <a:gd name="connsiteY94" fmla="*/ 304045 h 545965"/>
                  <a:gd name="connsiteX95" fmla="*/ 436393 w 607639"/>
                  <a:gd name="connsiteY95" fmla="*/ 140602 h 545965"/>
                  <a:gd name="connsiteX96" fmla="*/ 495937 w 607639"/>
                  <a:gd name="connsiteY96" fmla="*/ 59547 h 545965"/>
                  <a:gd name="connsiteX97" fmla="*/ 495937 w 607639"/>
                  <a:gd name="connsiteY97" fmla="*/ 304045 h 545965"/>
                  <a:gd name="connsiteX98" fmla="*/ 527712 w 607639"/>
                  <a:gd name="connsiteY98" fmla="*/ 304045 h 545965"/>
                  <a:gd name="connsiteX99" fmla="*/ 527712 w 607639"/>
                  <a:gd name="connsiteY99" fmla="*/ 59547 h 545965"/>
                  <a:gd name="connsiteX100" fmla="*/ 192162 w 607639"/>
                  <a:gd name="connsiteY100" fmla="*/ 19019 h 545965"/>
                  <a:gd name="connsiteX101" fmla="*/ 181393 w 607639"/>
                  <a:gd name="connsiteY101" fmla="*/ 29773 h 545965"/>
                  <a:gd name="connsiteX102" fmla="*/ 181393 w 607639"/>
                  <a:gd name="connsiteY102" fmla="*/ 122827 h 545965"/>
                  <a:gd name="connsiteX103" fmla="*/ 182461 w 607639"/>
                  <a:gd name="connsiteY103" fmla="*/ 123093 h 545965"/>
                  <a:gd name="connsiteX104" fmla="*/ 273246 w 607639"/>
                  <a:gd name="connsiteY104" fmla="*/ 148689 h 545965"/>
                  <a:gd name="connsiteX105" fmla="*/ 282770 w 607639"/>
                  <a:gd name="connsiteY105" fmla="*/ 160421 h 545965"/>
                  <a:gd name="connsiteX106" fmla="*/ 282859 w 607639"/>
                  <a:gd name="connsiteY106" fmla="*/ 161488 h 545965"/>
                  <a:gd name="connsiteX107" fmla="*/ 282859 w 607639"/>
                  <a:gd name="connsiteY107" fmla="*/ 222279 h 545965"/>
                  <a:gd name="connsiteX108" fmla="*/ 273335 w 607639"/>
                  <a:gd name="connsiteY108" fmla="*/ 231789 h 545965"/>
                  <a:gd name="connsiteX109" fmla="*/ 263812 w 607639"/>
                  <a:gd name="connsiteY109" fmla="*/ 222279 h 545965"/>
                  <a:gd name="connsiteX110" fmla="*/ 263812 w 607639"/>
                  <a:gd name="connsiteY110" fmla="*/ 176952 h 545965"/>
                  <a:gd name="connsiteX111" fmla="*/ 243073 w 607639"/>
                  <a:gd name="connsiteY111" fmla="*/ 182818 h 545965"/>
                  <a:gd name="connsiteX112" fmla="*/ 248592 w 607639"/>
                  <a:gd name="connsiteY112" fmla="*/ 199082 h 545965"/>
                  <a:gd name="connsiteX113" fmla="*/ 248503 w 607639"/>
                  <a:gd name="connsiteY113" fmla="*/ 211525 h 545965"/>
                  <a:gd name="connsiteX114" fmla="*/ 262566 w 607639"/>
                  <a:gd name="connsiteY114" fmla="*/ 256585 h 545965"/>
                  <a:gd name="connsiteX115" fmla="*/ 246723 w 607639"/>
                  <a:gd name="connsiteY115" fmla="*/ 304045 h 545965"/>
                  <a:gd name="connsiteX116" fmla="*/ 294252 w 607639"/>
                  <a:gd name="connsiteY116" fmla="*/ 304045 h 545965"/>
                  <a:gd name="connsiteX117" fmla="*/ 294252 w 607639"/>
                  <a:gd name="connsiteY117" fmla="*/ 212147 h 545965"/>
                  <a:gd name="connsiteX118" fmla="*/ 303775 w 607639"/>
                  <a:gd name="connsiteY118" fmla="*/ 202637 h 545965"/>
                  <a:gd name="connsiteX119" fmla="*/ 354508 w 607639"/>
                  <a:gd name="connsiteY119" fmla="*/ 202637 h 545965"/>
                  <a:gd name="connsiteX120" fmla="*/ 364032 w 607639"/>
                  <a:gd name="connsiteY120" fmla="*/ 212147 h 545965"/>
                  <a:gd name="connsiteX121" fmla="*/ 364032 w 607639"/>
                  <a:gd name="connsiteY121" fmla="*/ 304045 h 545965"/>
                  <a:gd name="connsiteX122" fmla="*/ 385660 w 607639"/>
                  <a:gd name="connsiteY122" fmla="*/ 304045 h 545965"/>
                  <a:gd name="connsiteX123" fmla="*/ 385660 w 607639"/>
                  <a:gd name="connsiteY123" fmla="*/ 131092 h 545965"/>
                  <a:gd name="connsiteX124" fmla="*/ 395094 w 607639"/>
                  <a:gd name="connsiteY124" fmla="*/ 121582 h 545965"/>
                  <a:gd name="connsiteX125" fmla="*/ 445916 w 607639"/>
                  <a:gd name="connsiteY125" fmla="*/ 121582 h 545965"/>
                  <a:gd name="connsiteX126" fmla="*/ 455351 w 607639"/>
                  <a:gd name="connsiteY126" fmla="*/ 131092 h 545965"/>
                  <a:gd name="connsiteX127" fmla="*/ 455351 w 607639"/>
                  <a:gd name="connsiteY127" fmla="*/ 304045 h 545965"/>
                  <a:gd name="connsiteX128" fmla="*/ 476979 w 607639"/>
                  <a:gd name="connsiteY128" fmla="*/ 304045 h 545965"/>
                  <a:gd name="connsiteX129" fmla="*/ 476979 w 607639"/>
                  <a:gd name="connsiteY129" fmla="*/ 50037 h 545965"/>
                  <a:gd name="connsiteX130" fmla="*/ 486503 w 607639"/>
                  <a:gd name="connsiteY130" fmla="*/ 40527 h 545965"/>
                  <a:gd name="connsiteX131" fmla="*/ 537236 w 607639"/>
                  <a:gd name="connsiteY131" fmla="*/ 40527 h 545965"/>
                  <a:gd name="connsiteX132" fmla="*/ 546759 w 607639"/>
                  <a:gd name="connsiteY132" fmla="*/ 50037 h 545965"/>
                  <a:gd name="connsiteX133" fmla="*/ 546759 w 607639"/>
                  <a:gd name="connsiteY133" fmla="*/ 304045 h 545965"/>
                  <a:gd name="connsiteX134" fmla="*/ 557529 w 607639"/>
                  <a:gd name="connsiteY134" fmla="*/ 304045 h 545965"/>
                  <a:gd name="connsiteX135" fmla="*/ 567053 w 607639"/>
                  <a:gd name="connsiteY135" fmla="*/ 313465 h 545965"/>
                  <a:gd name="connsiteX136" fmla="*/ 557529 w 607639"/>
                  <a:gd name="connsiteY136" fmla="*/ 322975 h 545965"/>
                  <a:gd name="connsiteX137" fmla="*/ 243697 w 607639"/>
                  <a:gd name="connsiteY137" fmla="*/ 322975 h 545965"/>
                  <a:gd name="connsiteX138" fmla="*/ 243518 w 607639"/>
                  <a:gd name="connsiteY138" fmla="*/ 324219 h 545965"/>
                  <a:gd name="connsiteX139" fmla="*/ 231503 w 607639"/>
                  <a:gd name="connsiteY139" fmla="*/ 344572 h 545965"/>
                  <a:gd name="connsiteX140" fmla="*/ 577822 w 607639"/>
                  <a:gd name="connsiteY140" fmla="*/ 344572 h 545965"/>
                  <a:gd name="connsiteX141" fmla="*/ 588592 w 607639"/>
                  <a:gd name="connsiteY141" fmla="*/ 333729 h 545965"/>
                  <a:gd name="connsiteX142" fmla="*/ 588592 w 607639"/>
                  <a:gd name="connsiteY142" fmla="*/ 29773 h 545965"/>
                  <a:gd name="connsiteX143" fmla="*/ 577822 w 607639"/>
                  <a:gd name="connsiteY143" fmla="*/ 19019 h 545965"/>
                  <a:gd name="connsiteX144" fmla="*/ 192162 w 607639"/>
                  <a:gd name="connsiteY144" fmla="*/ 0 h 545965"/>
                  <a:gd name="connsiteX145" fmla="*/ 577822 w 607639"/>
                  <a:gd name="connsiteY145" fmla="*/ 0 h 545965"/>
                  <a:gd name="connsiteX146" fmla="*/ 607639 w 607639"/>
                  <a:gd name="connsiteY146" fmla="*/ 29773 h 545965"/>
                  <a:gd name="connsiteX147" fmla="*/ 607639 w 607639"/>
                  <a:gd name="connsiteY147" fmla="*/ 333729 h 545965"/>
                  <a:gd name="connsiteX148" fmla="*/ 577822 w 607639"/>
                  <a:gd name="connsiteY148" fmla="*/ 363503 h 545965"/>
                  <a:gd name="connsiteX149" fmla="*/ 211833 w 607639"/>
                  <a:gd name="connsiteY149" fmla="*/ 363503 h 545965"/>
                  <a:gd name="connsiteX150" fmla="*/ 211833 w 607639"/>
                  <a:gd name="connsiteY150" fmla="*/ 369813 h 545965"/>
                  <a:gd name="connsiteX151" fmla="*/ 219220 w 607639"/>
                  <a:gd name="connsiteY151" fmla="*/ 380034 h 545965"/>
                  <a:gd name="connsiteX152" fmla="*/ 252330 w 607639"/>
                  <a:gd name="connsiteY152" fmla="*/ 391054 h 545965"/>
                  <a:gd name="connsiteX153" fmla="*/ 272712 w 607639"/>
                  <a:gd name="connsiteY153" fmla="*/ 419317 h 545965"/>
                  <a:gd name="connsiteX154" fmla="*/ 272712 w 607639"/>
                  <a:gd name="connsiteY154" fmla="*/ 526946 h 545965"/>
                  <a:gd name="connsiteX155" fmla="*/ 334215 w 607639"/>
                  <a:gd name="connsiteY155" fmla="*/ 526946 h 545965"/>
                  <a:gd name="connsiteX156" fmla="*/ 343738 w 607639"/>
                  <a:gd name="connsiteY156" fmla="*/ 536455 h 545965"/>
                  <a:gd name="connsiteX157" fmla="*/ 334215 w 607639"/>
                  <a:gd name="connsiteY157" fmla="*/ 545965 h 545965"/>
                  <a:gd name="connsiteX158" fmla="*/ 9524 w 607639"/>
                  <a:gd name="connsiteY158" fmla="*/ 545965 h 545965"/>
                  <a:gd name="connsiteX159" fmla="*/ 0 w 607639"/>
                  <a:gd name="connsiteY159" fmla="*/ 536455 h 545965"/>
                  <a:gd name="connsiteX160" fmla="*/ 9524 w 607639"/>
                  <a:gd name="connsiteY160" fmla="*/ 526946 h 545965"/>
                  <a:gd name="connsiteX161" fmla="*/ 71026 w 607639"/>
                  <a:gd name="connsiteY161" fmla="*/ 526946 h 545965"/>
                  <a:gd name="connsiteX162" fmla="*/ 71026 w 607639"/>
                  <a:gd name="connsiteY162" fmla="*/ 419317 h 545965"/>
                  <a:gd name="connsiteX163" fmla="*/ 91408 w 607639"/>
                  <a:gd name="connsiteY163" fmla="*/ 391054 h 545965"/>
                  <a:gd name="connsiteX164" fmla="*/ 124518 w 607639"/>
                  <a:gd name="connsiteY164" fmla="*/ 380034 h 545965"/>
                  <a:gd name="connsiteX165" fmla="*/ 131906 w 607639"/>
                  <a:gd name="connsiteY165" fmla="*/ 369813 h 545965"/>
                  <a:gd name="connsiteX166" fmla="*/ 131906 w 607639"/>
                  <a:gd name="connsiteY166" fmla="*/ 354882 h 545965"/>
                  <a:gd name="connsiteX167" fmla="*/ 116419 w 607639"/>
                  <a:gd name="connsiteY167" fmla="*/ 347149 h 545965"/>
                  <a:gd name="connsiteX168" fmla="*/ 100220 w 607639"/>
                  <a:gd name="connsiteY168" fmla="*/ 324219 h 545965"/>
                  <a:gd name="connsiteX169" fmla="*/ 97817 w 607639"/>
                  <a:gd name="connsiteY169" fmla="*/ 305111 h 545965"/>
                  <a:gd name="connsiteX170" fmla="*/ 81173 w 607639"/>
                  <a:gd name="connsiteY170" fmla="*/ 256585 h 545965"/>
                  <a:gd name="connsiteX171" fmla="*/ 95147 w 607639"/>
                  <a:gd name="connsiteY171" fmla="*/ 211525 h 545965"/>
                  <a:gd name="connsiteX172" fmla="*/ 95147 w 607639"/>
                  <a:gd name="connsiteY172" fmla="*/ 199082 h 545965"/>
                  <a:gd name="connsiteX173" fmla="*/ 100576 w 607639"/>
                  <a:gd name="connsiteY173" fmla="*/ 182818 h 545965"/>
                  <a:gd name="connsiteX174" fmla="*/ 70492 w 607639"/>
                  <a:gd name="connsiteY174" fmla="*/ 174286 h 545965"/>
                  <a:gd name="connsiteX175" fmla="*/ 60880 w 607639"/>
                  <a:gd name="connsiteY175" fmla="*/ 161488 h 545965"/>
                  <a:gd name="connsiteX176" fmla="*/ 70492 w 607639"/>
                  <a:gd name="connsiteY176" fmla="*/ 148689 h 545965"/>
                  <a:gd name="connsiteX177" fmla="*/ 161277 w 607639"/>
                  <a:gd name="connsiteY177" fmla="*/ 123093 h 545965"/>
                  <a:gd name="connsiteX178" fmla="*/ 162346 w 607639"/>
                  <a:gd name="connsiteY178" fmla="*/ 122827 h 545965"/>
                  <a:gd name="connsiteX179" fmla="*/ 162346 w 607639"/>
                  <a:gd name="connsiteY179" fmla="*/ 29773 h 545965"/>
                  <a:gd name="connsiteX180" fmla="*/ 192162 w 607639"/>
                  <a:gd name="connsiteY180" fmla="*/ 0 h 545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</a:cxnLst>
                <a:rect l="l" t="t" r="r" b="b"/>
                <a:pathLst>
                  <a:path w="607639" h="545965">
                    <a:moveTo>
                      <a:pt x="171888" y="486408"/>
                    </a:moveTo>
                    <a:lnTo>
                      <a:pt x="171977" y="486408"/>
                    </a:lnTo>
                    <a:cubicBezTo>
                      <a:pt x="177225" y="486408"/>
                      <a:pt x="181494" y="490666"/>
                      <a:pt x="181494" y="495899"/>
                    </a:cubicBezTo>
                    <a:cubicBezTo>
                      <a:pt x="181494" y="501132"/>
                      <a:pt x="177225" y="505390"/>
                      <a:pt x="171977" y="505390"/>
                    </a:cubicBezTo>
                    <a:cubicBezTo>
                      <a:pt x="166729" y="505390"/>
                      <a:pt x="162371" y="501132"/>
                      <a:pt x="162371" y="495899"/>
                    </a:cubicBezTo>
                    <a:cubicBezTo>
                      <a:pt x="162371" y="490666"/>
                      <a:pt x="166640" y="486408"/>
                      <a:pt x="171888" y="486408"/>
                    </a:cubicBezTo>
                    <a:close/>
                    <a:moveTo>
                      <a:pt x="121136" y="464910"/>
                    </a:moveTo>
                    <a:cubicBezTo>
                      <a:pt x="120780" y="464910"/>
                      <a:pt x="120513" y="465177"/>
                      <a:pt x="120513" y="465532"/>
                    </a:cubicBezTo>
                    <a:lnTo>
                      <a:pt x="120513" y="526323"/>
                    </a:lnTo>
                    <a:cubicBezTo>
                      <a:pt x="120513" y="526679"/>
                      <a:pt x="120780" y="526946"/>
                      <a:pt x="121136" y="526946"/>
                    </a:cubicBezTo>
                    <a:lnTo>
                      <a:pt x="222602" y="526946"/>
                    </a:lnTo>
                    <a:cubicBezTo>
                      <a:pt x="222958" y="526946"/>
                      <a:pt x="223225" y="526679"/>
                      <a:pt x="223225" y="526323"/>
                    </a:cubicBezTo>
                    <a:lnTo>
                      <a:pt x="223225" y="465532"/>
                    </a:lnTo>
                    <a:cubicBezTo>
                      <a:pt x="223225" y="465177"/>
                      <a:pt x="222958" y="464910"/>
                      <a:pt x="222602" y="464910"/>
                    </a:cubicBezTo>
                    <a:lnTo>
                      <a:pt x="171869" y="464910"/>
                    </a:lnTo>
                    <a:close/>
                    <a:moveTo>
                      <a:pt x="212990" y="397987"/>
                    </a:moveTo>
                    <a:cubicBezTo>
                      <a:pt x="204178" y="406163"/>
                      <a:pt x="193231" y="411585"/>
                      <a:pt x="181393" y="413451"/>
                    </a:cubicBezTo>
                    <a:lnTo>
                      <a:pt x="181393" y="445891"/>
                    </a:lnTo>
                    <a:lnTo>
                      <a:pt x="222602" y="445891"/>
                    </a:lnTo>
                    <a:cubicBezTo>
                      <a:pt x="233461" y="445891"/>
                      <a:pt x="242272" y="454689"/>
                      <a:pt x="242272" y="465532"/>
                    </a:cubicBezTo>
                    <a:lnTo>
                      <a:pt x="242272" y="526323"/>
                    </a:lnTo>
                    <a:cubicBezTo>
                      <a:pt x="242272" y="526501"/>
                      <a:pt x="242272" y="526679"/>
                      <a:pt x="242272" y="526946"/>
                    </a:cubicBezTo>
                    <a:lnTo>
                      <a:pt x="253665" y="526946"/>
                    </a:lnTo>
                    <a:lnTo>
                      <a:pt x="253665" y="419317"/>
                    </a:lnTo>
                    <a:cubicBezTo>
                      <a:pt x="253665" y="414695"/>
                      <a:pt x="250728" y="410518"/>
                      <a:pt x="246278" y="409096"/>
                    </a:cubicBezTo>
                    <a:lnTo>
                      <a:pt x="213168" y="398075"/>
                    </a:lnTo>
                    <a:cubicBezTo>
                      <a:pt x="213079" y="398075"/>
                      <a:pt x="213079" y="397987"/>
                      <a:pt x="212990" y="397987"/>
                    </a:cubicBezTo>
                    <a:close/>
                    <a:moveTo>
                      <a:pt x="130749" y="397987"/>
                    </a:moveTo>
                    <a:cubicBezTo>
                      <a:pt x="130660" y="397987"/>
                      <a:pt x="130571" y="398075"/>
                      <a:pt x="130571" y="398075"/>
                    </a:cubicBezTo>
                    <a:lnTo>
                      <a:pt x="97372" y="409096"/>
                    </a:lnTo>
                    <a:cubicBezTo>
                      <a:pt x="93010" y="410518"/>
                      <a:pt x="90073" y="414695"/>
                      <a:pt x="90073" y="419317"/>
                    </a:cubicBezTo>
                    <a:lnTo>
                      <a:pt x="90073" y="526946"/>
                    </a:lnTo>
                    <a:lnTo>
                      <a:pt x="101555" y="526946"/>
                    </a:lnTo>
                    <a:cubicBezTo>
                      <a:pt x="101466" y="526679"/>
                      <a:pt x="101466" y="526501"/>
                      <a:pt x="101466" y="526323"/>
                    </a:cubicBezTo>
                    <a:lnTo>
                      <a:pt x="101466" y="465532"/>
                    </a:lnTo>
                    <a:cubicBezTo>
                      <a:pt x="101466" y="454689"/>
                      <a:pt x="110277" y="445891"/>
                      <a:pt x="121136" y="445891"/>
                    </a:cubicBezTo>
                    <a:lnTo>
                      <a:pt x="162346" y="445891"/>
                    </a:lnTo>
                    <a:lnTo>
                      <a:pt x="162346" y="413451"/>
                    </a:lnTo>
                    <a:cubicBezTo>
                      <a:pt x="150508" y="411585"/>
                      <a:pt x="139560" y="406163"/>
                      <a:pt x="130749" y="397987"/>
                    </a:cubicBezTo>
                    <a:close/>
                    <a:moveTo>
                      <a:pt x="150953" y="364303"/>
                    </a:moveTo>
                    <a:lnTo>
                      <a:pt x="150953" y="369813"/>
                    </a:lnTo>
                    <a:cubicBezTo>
                      <a:pt x="150953" y="375768"/>
                      <a:pt x="149173" y="381367"/>
                      <a:pt x="146058" y="386077"/>
                    </a:cubicBezTo>
                    <a:cubicBezTo>
                      <a:pt x="153356" y="391943"/>
                      <a:pt x="162435" y="395231"/>
                      <a:pt x="171869" y="395231"/>
                    </a:cubicBezTo>
                    <a:cubicBezTo>
                      <a:pt x="181304" y="395231"/>
                      <a:pt x="190382" y="391943"/>
                      <a:pt x="197681" y="386077"/>
                    </a:cubicBezTo>
                    <a:cubicBezTo>
                      <a:pt x="194566" y="381367"/>
                      <a:pt x="192785" y="375768"/>
                      <a:pt x="192785" y="369813"/>
                    </a:cubicBezTo>
                    <a:lnTo>
                      <a:pt x="192785" y="364303"/>
                    </a:lnTo>
                    <a:cubicBezTo>
                      <a:pt x="186199" y="367324"/>
                      <a:pt x="178990" y="368835"/>
                      <a:pt x="171869" y="368835"/>
                    </a:cubicBezTo>
                    <a:cubicBezTo>
                      <a:pt x="164660" y="368835"/>
                      <a:pt x="157539" y="367324"/>
                      <a:pt x="150953" y="364303"/>
                    </a:cubicBezTo>
                    <a:close/>
                    <a:moveTo>
                      <a:pt x="201597" y="245564"/>
                    </a:moveTo>
                    <a:cubicBezTo>
                      <a:pt x="174806" y="265739"/>
                      <a:pt x="132529" y="270716"/>
                      <a:pt x="112859" y="271960"/>
                    </a:cubicBezTo>
                    <a:lnTo>
                      <a:pt x="119089" y="321820"/>
                    </a:lnTo>
                    <a:cubicBezTo>
                      <a:pt x="119534" y="325375"/>
                      <a:pt x="121670" y="328486"/>
                      <a:pt x="124963" y="330085"/>
                    </a:cubicBezTo>
                    <a:lnTo>
                      <a:pt x="157984" y="346616"/>
                    </a:lnTo>
                    <a:cubicBezTo>
                      <a:pt x="166707" y="350971"/>
                      <a:pt x="177032" y="350971"/>
                      <a:pt x="185754" y="346616"/>
                    </a:cubicBezTo>
                    <a:lnTo>
                      <a:pt x="218775" y="330085"/>
                    </a:lnTo>
                    <a:cubicBezTo>
                      <a:pt x="221979" y="328486"/>
                      <a:pt x="224204" y="325375"/>
                      <a:pt x="224649" y="321820"/>
                    </a:cubicBezTo>
                    <a:lnTo>
                      <a:pt x="230346" y="276226"/>
                    </a:lnTo>
                    <a:close/>
                    <a:moveTo>
                      <a:pt x="234262" y="224501"/>
                    </a:moveTo>
                    <a:lnTo>
                      <a:pt x="213435" y="230455"/>
                    </a:lnTo>
                    <a:lnTo>
                      <a:pt x="243251" y="262184"/>
                    </a:lnTo>
                    <a:cubicBezTo>
                      <a:pt x="243429" y="260318"/>
                      <a:pt x="243518" y="258451"/>
                      <a:pt x="243518" y="256585"/>
                    </a:cubicBezTo>
                    <a:cubicBezTo>
                      <a:pt x="243518" y="245209"/>
                      <a:pt x="240314" y="234277"/>
                      <a:pt x="234262" y="224501"/>
                    </a:cubicBezTo>
                    <a:close/>
                    <a:moveTo>
                      <a:pt x="109387" y="224501"/>
                    </a:moveTo>
                    <a:cubicBezTo>
                      <a:pt x="103869" y="233388"/>
                      <a:pt x="100754" y="243253"/>
                      <a:pt x="100309" y="253563"/>
                    </a:cubicBezTo>
                    <a:cubicBezTo>
                      <a:pt x="100843" y="253385"/>
                      <a:pt x="101466" y="253296"/>
                      <a:pt x="102089" y="253296"/>
                    </a:cubicBezTo>
                    <a:cubicBezTo>
                      <a:pt x="102623" y="253296"/>
                      <a:pt x="139382" y="253119"/>
                      <a:pt x="169377" y="241565"/>
                    </a:cubicBezTo>
                    <a:cubicBezTo>
                      <a:pt x="169288" y="241565"/>
                      <a:pt x="169288" y="241565"/>
                      <a:pt x="169288" y="241565"/>
                    </a:cubicBezTo>
                    <a:close/>
                    <a:moveTo>
                      <a:pt x="313299" y="221657"/>
                    </a:moveTo>
                    <a:lnTo>
                      <a:pt x="313299" y="304045"/>
                    </a:lnTo>
                    <a:lnTo>
                      <a:pt x="345074" y="304045"/>
                    </a:lnTo>
                    <a:lnTo>
                      <a:pt x="345074" y="221657"/>
                    </a:lnTo>
                    <a:close/>
                    <a:moveTo>
                      <a:pt x="224827" y="187973"/>
                    </a:moveTo>
                    <a:lnTo>
                      <a:pt x="182461" y="199971"/>
                    </a:lnTo>
                    <a:cubicBezTo>
                      <a:pt x="182105" y="200060"/>
                      <a:pt x="181749" y="200149"/>
                      <a:pt x="181393" y="200238"/>
                    </a:cubicBezTo>
                    <a:lnTo>
                      <a:pt x="181393" y="219879"/>
                    </a:lnTo>
                    <a:lnTo>
                      <a:pt x="229990" y="205926"/>
                    </a:lnTo>
                    <a:cubicBezTo>
                      <a:pt x="230168" y="205748"/>
                      <a:pt x="230346" y="205570"/>
                      <a:pt x="230524" y="205392"/>
                    </a:cubicBezTo>
                    <a:cubicBezTo>
                      <a:pt x="230524" y="205303"/>
                      <a:pt x="230524" y="205215"/>
                      <a:pt x="230524" y="205126"/>
                    </a:cubicBezTo>
                    <a:close/>
                    <a:moveTo>
                      <a:pt x="118911" y="187973"/>
                    </a:moveTo>
                    <a:lnTo>
                      <a:pt x="113215" y="205126"/>
                    </a:lnTo>
                    <a:cubicBezTo>
                      <a:pt x="113215" y="205215"/>
                      <a:pt x="113215" y="205303"/>
                      <a:pt x="113215" y="205392"/>
                    </a:cubicBezTo>
                    <a:cubicBezTo>
                      <a:pt x="113393" y="205570"/>
                      <a:pt x="113571" y="205748"/>
                      <a:pt x="113749" y="206014"/>
                    </a:cubicBezTo>
                    <a:lnTo>
                      <a:pt x="162346" y="219879"/>
                    </a:lnTo>
                    <a:lnTo>
                      <a:pt x="162346" y="200238"/>
                    </a:lnTo>
                    <a:cubicBezTo>
                      <a:pt x="161990" y="200149"/>
                      <a:pt x="161634" y="200060"/>
                      <a:pt x="161277" y="199971"/>
                    </a:cubicBezTo>
                    <a:close/>
                    <a:moveTo>
                      <a:pt x="166440" y="141313"/>
                    </a:moveTo>
                    <a:lnTo>
                      <a:pt x="95147" y="161488"/>
                    </a:lnTo>
                    <a:lnTo>
                      <a:pt x="166440" y="181662"/>
                    </a:lnTo>
                    <a:cubicBezTo>
                      <a:pt x="170000" y="182640"/>
                      <a:pt x="173738" y="182640"/>
                      <a:pt x="177299" y="181662"/>
                    </a:cubicBezTo>
                    <a:lnTo>
                      <a:pt x="248592" y="161488"/>
                    </a:lnTo>
                    <a:lnTo>
                      <a:pt x="177299" y="141313"/>
                    </a:lnTo>
                    <a:cubicBezTo>
                      <a:pt x="173738" y="140335"/>
                      <a:pt x="170000" y="140335"/>
                      <a:pt x="166440" y="141313"/>
                    </a:cubicBezTo>
                    <a:close/>
                    <a:moveTo>
                      <a:pt x="404618" y="140602"/>
                    </a:moveTo>
                    <a:lnTo>
                      <a:pt x="404618" y="304045"/>
                    </a:lnTo>
                    <a:lnTo>
                      <a:pt x="436393" y="304045"/>
                    </a:lnTo>
                    <a:lnTo>
                      <a:pt x="436393" y="140602"/>
                    </a:lnTo>
                    <a:close/>
                    <a:moveTo>
                      <a:pt x="495937" y="59547"/>
                    </a:moveTo>
                    <a:lnTo>
                      <a:pt x="495937" y="304045"/>
                    </a:lnTo>
                    <a:lnTo>
                      <a:pt x="527712" y="304045"/>
                    </a:lnTo>
                    <a:lnTo>
                      <a:pt x="527712" y="59547"/>
                    </a:lnTo>
                    <a:close/>
                    <a:moveTo>
                      <a:pt x="192162" y="19019"/>
                    </a:moveTo>
                    <a:cubicBezTo>
                      <a:pt x="186199" y="19019"/>
                      <a:pt x="181393" y="23819"/>
                      <a:pt x="181393" y="29773"/>
                    </a:cubicBezTo>
                    <a:lnTo>
                      <a:pt x="181393" y="122827"/>
                    </a:lnTo>
                    <a:cubicBezTo>
                      <a:pt x="181749" y="122915"/>
                      <a:pt x="182105" y="123004"/>
                      <a:pt x="182461" y="123093"/>
                    </a:cubicBezTo>
                    <a:lnTo>
                      <a:pt x="273246" y="148689"/>
                    </a:lnTo>
                    <a:cubicBezTo>
                      <a:pt x="278676" y="150289"/>
                      <a:pt x="282325" y="154911"/>
                      <a:pt x="282770" y="160421"/>
                    </a:cubicBezTo>
                    <a:cubicBezTo>
                      <a:pt x="282859" y="160777"/>
                      <a:pt x="282859" y="161132"/>
                      <a:pt x="282859" y="161488"/>
                    </a:cubicBezTo>
                    <a:lnTo>
                      <a:pt x="282859" y="222279"/>
                    </a:lnTo>
                    <a:cubicBezTo>
                      <a:pt x="282859" y="227522"/>
                      <a:pt x="278587" y="231789"/>
                      <a:pt x="273335" y="231789"/>
                    </a:cubicBezTo>
                    <a:cubicBezTo>
                      <a:pt x="268084" y="231789"/>
                      <a:pt x="263812" y="227522"/>
                      <a:pt x="263812" y="222279"/>
                    </a:cubicBezTo>
                    <a:lnTo>
                      <a:pt x="263812" y="176952"/>
                    </a:lnTo>
                    <a:lnTo>
                      <a:pt x="243073" y="182818"/>
                    </a:lnTo>
                    <a:lnTo>
                      <a:pt x="248592" y="199082"/>
                    </a:lnTo>
                    <a:cubicBezTo>
                      <a:pt x="249927" y="203170"/>
                      <a:pt x="249838" y="207525"/>
                      <a:pt x="248503" y="211525"/>
                    </a:cubicBezTo>
                    <a:cubicBezTo>
                      <a:pt x="257759" y="224945"/>
                      <a:pt x="262566" y="240409"/>
                      <a:pt x="262566" y="256585"/>
                    </a:cubicBezTo>
                    <a:cubicBezTo>
                      <a:pt x="262566" y="273649"/>
                      <a:pt x="257136" y="290002"/>
                      <a:pt x="246723" y="304045"/>
                    </a:cubicBezTo>
                    <a:lnTo>
                      <a:pt x="294252" y="304045"/>
                    </a:lnTo>
                    <a:lnTo>
                      <a:pt x="294252" y="212147"/>
                    </a:lnTo>
                    <a:cubicBezTo>
                      <a:pt x="294252" y="206903"/>
                      <a:pt x="298524" y="202637"/>
                      <a:pt x="303775" y="202637"/>
                    </a:cubicBezTo>
                    <a:lnTo>
                      <a:pt x="354508" y="202637"/>
                    </a:lnTo>
                    <a:cubicBezTo>
                      <a:pt x="359759" y="202637"/>
                      <a:pt x="364032" y="206903"/>
                      <a:pt x="364032" y="212147"/>
                    </a:cubicBezTo>
                    <a:lnTo>
                      <a:pt x="364032" y="304045"/>
                    </a:lnTo>
                    <a:lnTo>
                      <a:pt x="385660" y="304045"/>
                    </a:lnTo>
                    <a:lnTo>
                      <a:pt x="385660" y="131092"/>
                    </a:lnTo>
                    <a:cubicBezTo>
                      <a:pt x="385660" y="125848"/>
                      <a:pt x="389843" y="121582"/>
                      <a:pt x="395094" y="121582"/>
                    </a:cubicBezTo>
                    <a:lnTo>
                      <a:pt x="445916" y="121582"/>
                    </a:lnTo>
                    <a:cubicBezTo>
                      <a:pt x="451168" y="121582"/>
                      <a:pt x="455351" y="125848"/>
                      <a:pt x="455351" y="131092"/>
                    </a:cubicBezTo>
                    <a:lnTo>
                      <a:pt x="455351" y="304045"/>
                    </a:lnTo>
                    <a:lnTo>
                      <a:pt x="476979" y="304045"/>
                    </a:lnTo>
                    <a:lnTo>
                      <a:pt x="476979" y="50037"/>
                    </a:lnTo>
                    <a:cubicBezTo>
                      <a:pt x="476979" y="44793"/>
                      <a:pt x="481252" y="40527"/>
                      <a:pt x="486503" y="40527"/>
                    </a:cubicBezTo>
                    <a:lnTo>
                      <a:pt x="537236" y="40527"/>
                    </a:lnTo>
                    <a:cubicBezTo>
                      <a:pt x="542487" y="40527"/>
                      <a:pt x="546759" y="44793"/>
                      <a:pt x="546759" y="50037"/>
                    </a:cubicBezTo>
                    <a:lnTo>
                      <a:pt x="546759" y="304045"/>
                    </a:lnTo>
                    <a:lnTo>
                      <a:pt x="557529" y="304045"/>
                    </a:lnTo>
                    <a:cubicBezTo>
                      <a:pt x="562780" y="304045"/>
                      <a:pt x="567053" y="308222"/>
                      <a:pt x="567053" y="313465"/>
                    </a:cubicBezTo>
                    <a:cubicBezTo>
                      <a:pt x="567053" y="318709"/>
                      <a:pt x="562780" y="322975"/>
                      <a:pt x="557529" y="322975"/>
                    </a:cubicBezTo>
                    <a:lnTo>
                      <a:pt x="243697" y="322975"/>
                    </a:lnTo>
                    <a:lnTo>
                      <a:pt x="243518" y="324219"/>
                    </a:lnTo>
                    <a:cubicBezTo>
                      <a:pt x="242539" y="332396"/>
                      <a:pt x="238089" y="339773"/>
                      <a:pt x="231503" y="344572"/>
                    </a:cubicBezTo>
                    <a:lnTo>
                      <a:pt x="577822" y="344572"/>
                    </a:lnTo>
                    <a:cubicBezTo>
                      <a:pt x="583786" y="344572"/>
                      <a:pt x="588592" y="339684"/>
                      <a:pt x="588592" y="333729"/>
                    </a:cubicBezTo>
                    <a:lnTo>
                      <a:pt x="588592" y="29773"/>
                    </a:lnTo>
                    <a:cubicBezTo>
                      <a:pt x="588592" y="23819"/>
                      <a:pt x="583786" y="19019"/>
                      <a:pt x="577822" y="19019"/>
                    </a:cubicBezTo>
                    <a:close/>
                    <a:moveTo>
                      <a:pt x="192162" y="0"/>
                    </a:moveTo>
                    <a:lnTo>
                      <a:pt x="577822" y="0"/>
                    </a:lnTo>
                    <a:cubicBezTo>
                      <a:pt x="594199" y="0"/>
                      <a:pt x="607639" y="13331"/>
                      <a:pt x="607639" y="29773"/>
                    </a:cubicBezTo>
                    <a:lnTo>
                      <a:pt x="607639" y="333729"/>
                    </a:lnTo>
                    <a:cubicBezTo>
                      <a:pt x="607639" y="350171"/>
                      <a:pt x="594199" y="363503"/>
                      <a:pt x="577822" y="363503"/>
                    </a:cubicBezTo>
                    <a:lnTo>
                      <a:pt x="211833" y="363503"/>
                    </a:lnTo>
                    <a:lnTo>
                      <a:pt x="211833" y="369813"/>
                    </a:lnTo>
                    <a:cubicBezTo>
                      <a:pt x="211833" y="374434"/>
                      <a:pt x="214770" y="378612"/>
                      <a:pt x="219220" y="380034"/>
                    </a:cubicBezTo>
                    <a:lnTo>
                      <a:pt x="252330" y="391054"/>
                    </a:lnTo>
                    <a:cubicBezTo>
                      <a:pt x="264524" y="395143"/>
                      <a:pt x="272712" y="406519"/>
                      <a:pt x="272712" y="419317"/>
                    </a:cubicBezTo>
                    <a:lnTo>
                      <a:pt x="272712" y="526946"/>
                    </a:lnTo>
                    <a:lnTo>
                      <a:pt x="334215" y="526946"/>
                    </a:lnTo>
                    <a:cubicBezTo>
                      <a:pt x="339466" y="526946"/>
                      <a:pt x="343738" y="531212"/>
                      <a:pt x="343738" y="536455"/>
                    </a:cubicBezTo>
                    <a:cubicBezTo>
                      <a:pt x="343738" y="541699"/>
                      <a:pt x="339466" y="545965"/>
                      <a:pt x="334215" y="545965"/>
                    </a:cubicBezTo>
                    <a:lnTo>
                      <a:pt x="9524" y="545965"/>
                    </a:lnTo>
                    <a:cubicBezTo>
                      <a:pt x="4272" y="545965"/>
                      <a:pt x="0" y="541699"/>
                      <a:pt x="0" y="536455"/>
                    </a:cubicBezTo>
                    <a:cubicBezTo>
                      <a:pt x="0" y="531212"/>
                      <a:pt x="4272" y="526946"/>
                      <a:pt x="9524" y="526946"/>
                    </a:cubicBezTo>
                    <a:lnTo>
                      <a:pt x="71026" y="526946"/>
                    </a:lnTo>
                    <a:lnTo>
                      <a:pt x="71026" y="419317"/>
                    </a:lnTo>
                    <a:cubicBezTo>
                      <a:pt x="71026" y="406430"/>
                      <a:pt x="79215" y="395143"/>
                      <a:pt x="91408" y="391054"/>
                    </a:cubicBezTo>
                    <a:lnTo>
                      <a:pt x="124518" y="380034"/>
                    </a:lnTo>
                    <a:cubicBezTo>
                      <a:pt x="128969" y="378612"/>
                      <a:pt x="131906" y="374434"/>
                      <a:pt x="131906" y="369813"/>
                    </a:cubicBezTo>
                    <a:lnTo>
                      <a:pt x="131906" y="354882"/>
                    </a:lnTo>
                    <a:lnTo>
                      <a:pt x="116419" y="347149"/>
                    </a:lnTo>
                    <a:cubicBezTo>
                      <a:pt x="107518" y="342617"/>
                      <a:pt x="101466" y="334085"/>
                      <a:pt x="100220" y="324219"/>
                    </a:cubicBezTo>
                    <a:lnTo>
                      <a:pt x="97817" y="305111"/>
                    </a:lnTo>
                    <a:cubicBezTo>
                      <a:pt x="86869" y="290891"/>
                      <a:pt x="81173" y="274093"/>
                      <a:pt x="81173" y="256585"/>
                    </a:cubicBezTo>
                    <a:cubicBezTo>
                      <a:pt x="81173" y="240409"/>
                      <a:pt x="85979" y="224945"/>
                      <a:pt x="95147" y="211525"/>
                    </a:cubicBezTo>
                    <a:cubicBezTo>
                      <a:pt x="93811" y="207525"/>
                      <a:pt x="93811" y="203170"/>
                      <a:pt x="95147" y="199082"/>
                    </a:cubicBezTo>
                    <a:lnTo>
                      <a:pt x="100576" y="182818"/>
                    </a:lnTo>
                    <a:lnTo>
                      <a:pt x="70492" y="174286"/>
                    </a:lnTo>
                    <a:cubicBezTo>
                      <a:pt x="64707" y="172686"/>
                      <a:pt x="60880" y="167531"/>
                      <a:pt x="60880" y="161488"/>
                    </a:cubicBezTo>
                    <a:cubicBezTo>
                      <a:pt x="60880" y="155444"/>
                      <a:pt x="64707" y="150378"/>
                      <a:pt x="70492" y="148689"/>
                    </a:cubicBezTo>
                    <a:lnTo>
                      <a:pt x="161277" y="123093"/>
                    </a:lnTo>
                    <a:cubicBezTo>
                      <a:pt x="161634" y="123004"/>
                      <a:pt x="161990" y="122915"/>
                      <a:pt x="162346" y="122827"/>
                    </a:cubicBezTo>
                    <a:lnTo>
                      <a:pt x="162346" y="29773"/>
                    </a:lnTo>
                    <a:cubicBezTo>
                      <a:pt x="162346" y="13331"/>
                      <a:pt x="175696" y="0"/>
                      <a:pt x="192162" y="0"/>
                    </a:cubicBezTo>
                    <a:close/>
                  </a:path>
                </a:pathLst>
              </a:cu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alpha val="70000"/>
                    </a:prstClr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51" name="iconfont-11607-6172721">
                <a:extLst>
                  <a:ext uri="{FF2B5EF4-FFF2-40B4-BE49-F238E27FC236}">
                    <a16:creationId xmlns:a16="http://schemas.microsoft.com/office/drawing/2014/main" id="{013190EE-C57D-9ADD-AFFC-ACB7ADBA0A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708131" y="279672"/>
                <a:ext cx="213298" cy="191648"/>
              </a:xfrm>
              <a:custGeom>
                <a:avLst/>
                <a:gdLst>
                  <a:gd name="connsiteX0" fmla="*/ 171888 w 607639"/>
                  <a:gd name="connsiteY0" fmla="*/ 486408 h 545965"/>
                  <a:gd name="connsiteX1" fmla="*/ 171977 w 607639"/>
                  <a:gd name="connsiteY1" fmla="*/ 486408 h 545965"/>
                  <a:gd name="connsiteX2" fmla="*/ 181494 w 607639"/>
                  <a:gd name="connsiteY2" fmla="*/ 495899 h 545965"/>
                  <a:gd name="connsiteX3" fmla="*/ 171977 w 607639"/>
                  <a:gd name="connsiteY3" fmla="*/ 505390 h 545965"/>
                  <a:gd name="connsiteX4" fmla="*/ 162371 w 607639"/>
                  <a:gd name="connsiteY4" fmla="*/ 495899 h 545965"/>
                  <a:gd name="connsiteX5" fmla="*/ 171888 w 607639"/>
                  <a:gd name="connsiteY5" fmla="*/ 486408 h 545965"/>
                  <a:gd name="connsiteX6" fmla="*/ 121136 w 607639"/>
                  <a:gd name="connsiteY6" fmla="*/ 464910 h 545965"/>
                  <a:gd name="connsiteX7" fmla="*/ 120513 w 607639"/>
                  <a:gd name="connsiteY7" fmla="*/ 465532 h 545965"/>
                  <a:gd name="connsiteX8" fmla="*/ 120513 w 607639"/>
                  <a:gd name="connsiteY8" fmla="*/ 526323 h 545965"/>
                  <a:gd name="connsiteX9" fmla="*/ 121136 w 607639"/>
                  <a:gd name="connsiteY9" fmla="*/ 526946 h 545965"/>
                  <a:gd name="connsiteX10" fmla="*/ 222602 w 607639"/>
                  <a:gd name="connsiteY10" fmla="*/ 526946 h 545965"/>
                  <a:gd name="connsiteX11" fmla="*/ 223225 w 607639"/>
                  <a:gd name="connsiteY11" fmla="*/ 526323 h 545965"/>
                  <a:gd name="connsiteX12" fmla="*/ 223225 w 607639"/>
                  <a:gd name="connsiteY12" fmla="*/ 465532 h 545965"/>
                  <a:gd name="connsiteX13" fmla="*/ 222602 w 607639"/>
                  <a:gd name="connsiteY13" fmla="*/ 464910 h 545965"/>
                  <a:gd name="connsiteX14" fmla="*/ 171869 w 607639"/>
                  <a:gd name="connsiteY14" fmla="*/ 464910 h 545965"/>
                  <a:gd name="connsiteX15" fmla="*/ 212990 w 607639"/>
                  <a:gd name="connsiteY15" fmla="*/ 397987 h 545965"/>
                  <a:gd name="connsiteX16" fmla="*/ 181393 w 607639"/>
                  <a:gd name="connsiteY16" fmla="*/ 413451 h 545965"/>
                  <a:gd name="connsiteX17" fmla="*/ 181393 w 607639"/>
                  <a:gd name="connsiteY17" fmla="*/ 445891 h 545965"/>
                  <a:gd name="connsiteX18" fmla="*/ 222602 w 607639"/>
                  <a:gd name="connsiteY18" fmla="*/ 445891 h 545965"/>
                  <a:gd name="connsiteX19" fmla="*/ 242272 w 607639"/>
                  <a:gd name="connsiteY19" fmla="*/ 465532 h 545965"/>
                  <a:gd name="connsiteX20" fmla="*/ 242272 w 607639"/>
                  <a:gd name="connsiteY20" fmla="*/ 526323 h 545965"/>
                  <a:gd name="connsiteX21" fmla="*/ 242272 w 607639"/>
                  <a:gd name="connsiteY21" fmla="*/ 526946 h 545965"/>
                  <a:gd name="connsiteX22" fmla="*/ 253665 w 607639"/>
                  <a:gd name="connsiteY22" fmla="*/ 526946 h 545965"/>
                  <a:gd name="connsiteX23" fmla="*/ 253665 w 607639"/>
                  <a:gd name="connsiteY23" fmla="*/ 419317 h 545965"/>
                  <a:gd name="connsiteX24" fmla="*/ 246278 w 607639"/>
                  <a:gd name="connsiteY24" fmla="*/ 409096 h 545965"/>
                  <a:gd name="connsiteX25" fmla="*/ 213168 w 607639"/>
                  <a:gd name="connsiteY25" fmla="*/ 398075 h 545965"/>
                  <a:gd name="connsiteX26" fmla="*/ 212990 w 607639"/>
                  <a:gd name="connsiteY26" fmla="*/ 397987 h 545965"/>
                  <a:gd name="connsiteX27" fmla="*/ 130749 w 607639"/>
                  <a:gd name="connsiteY27" fmla="*/ 397987 h 545965"/>
                  <a:gd name="connsiteX28" fmla="*/ 130571 w 607639"/>
                  <a:gd name="connsiteY28" fmla="*/ 398075 h 545965"/>
                  <a:gd name="connsiteX29" fmla="*/ 97372 w 607639"/>
                  <a:gd name="connsiteY29" fmla="*/ 409096 h 545965"/>
                  <a:gd name="connsiteX30" fmla="*/ 90073 w 607639"/>
                  <a:gd name="connsiteY30" fmla="*/ 419317 h 545965"/>
                  <a:gd name="connsiteX31" fmla="*/ 90073 w 607639"/>
                  <a:gd name="connsiteY31" fmla="*/ 526946 h 545965"/>
                  <a:gd name="connsiteX32" fmla="*/ 101555 w 607639"/>
                  <a:gd name="connsiteY32" fmla="*/ 526946 h 545965"/>
                  <a:gd name="connsiteX33" fmla="*/ 101466 w 607639"/>
                  <a:gd name="connsiteY33" fmla="*/ 526323 h 545965"/>
                  <a:gd name="connsiteX34" fmla="*/ 101466 w 607639"/>
                  <a:gd name="connsiteY34" fmla="*/ 465532 h 545965"/>
                  <a:gd name="connsiteX35" fmla="*/ 121136 w 607639"/>
                  <a:gd name="connsiteY35" fmla="*/ 445891 h 545965"/>
                  <a:gd name="connsiteX36" fmla="*/ 162346 w 607639"/>
                  <a:gd name="connsiteY36" fmla="*/ 445891 h 545965"/>
                  <a:gd name="connsiteX37" fmla="*/ 162346 w 607639"/>
                  <a:gd name="connsiteY37" fmla="*/ 413451 h 545965"/>
                  <a:gd name="connsiteX38" fmla="*/ 130749 w 607639"/>
                  <a:gd name="connsiteY38" fmla="*/ 397987 h 545965"/>
                  <a:gd name="connsiteX39" fmla="*/ 150953 w 607639"/>
                  <a:gd name="connsiteY39" fmla="*/ 364303 h 545965"/>
                  <a:gd name="connsiteX40" fmla="*/ 150953 w 607639"/>
                  <a:gd name="connsiteY40" fmla="*/ 369813 h 545965"/>
                  <a:gd name="connsiteX41" fmla="*/ 146058 w 607639"/>
                  <a:gd name="connsiteY41" fmla="*/ 386077 h 545965"/>
                  <a:gd name="connsiteX42" fmla="*/ 171869 w 607639"/>
                  <a:gd name="connsiteY42" fmla="*/ 395231 h 545965"/>
                  <a:gd name="connsiteX43" fmla="*/ 197681 w 607639"/>
                  <a:gd name="connsiteY43" fmla="*/ 386077 h 545965"/>
                  <a:gd name="connsiteX44" fmla="*/ 192785 w 607639"/>
                  <a:gd name="connsiteY44" fmla="*/ 369813 h 545965"/>
                  <a:gd name="connsiteX45" fmla="*/ 192785 w 607639"/>
                  <a:gd name="connsiteY45" fmla="*/ 364303 h 545965"/>
                  <a:gd name="connsiteX46" fmla="*/ 171869 w 607639"/>
                  <a:gd name="connsiteY46" fmla="*/ 368835 h 545965"/>
                  <a:gd name="connsiteX47" fmla="*/ 150953 w 607639"/>
                  <a:gd name="connsiteY47" fmla="*/ 364303 h 545965"/>
                  <a:gd name="connsiteX48" fmla="*/ 201597 w 607639"/>
                  <a:gd name="connsiteY48" fmla="*/ 245564 h 545965"/>
                  <a:gd name="connsiteX49" fmla="*/ 112859 w 607639"/>
                  <a:gd name="connsiteY49" fmla="*/ 271960 h 545965"/>
                  <a:gd name="connsiteX50" fmla="*/ 119089 w 607639"/>
                  <a:gd name="connsiteY50" fmla="*/ 321820 h 545965"/>
                  <a:gd name="connsiteX51" fmla="*/ 124963 w 607639"/>
                  <a:gd name="connsiteY51" fmla="*/ 330085 h 545965"/>
                  <a:gd name="connsiteX52" fmla="*/ 157984 w 607639"/>
                  <a:gd name="connsiteY52" fmla="*/ 346616 h 545965"/>
                  <a:gd name="connsiteX53" fmla="*/ 185754 w 607639"/>
                  <a:gd name="connsiteY53" fmla="*/ 346616 h 545965"/>
                  <a:gd name="connsiteX54" fmla="*/ 218775 w 607639"/>
                  <a:gd name="connsiteY54" fmla="*/ 330085 h 545965"/>
                  <a:gd name="connsiteX55" fmla="*/ 224649 w 607639"/>
                  <a:gd name="connsiteY55" fmla="*/ 321820 h 545965"/>
                  <a:gd name="connsiteX56" fmla="*/ 230346 w 607639"/>
                  <a:gd name="connsiteY56" fmla="*/ 276226 h 545965"/>
                  <a:gd name="connsiteX57" fmla="*/ 234262 w 607639"/>
                  <a:gd name="connsiteY57" fmla="*/ 224501 h 545965"/>
                  <a:gd name="connsiteX58" fmla="*/ 213435 w 607639"/>
                  <a:gd name="connsiteY58" fmla="*/ 230455 h 545965"/>
                  <a:gd name="connsiteX59" fmla="*/ 243251 w 607639"/>
                  <a:gd name="connsiteY59" fmla="*/ 262184 h 545965"/>
                  <a:gd name="connsiteX60" fmla="*/ 243518 w 607639"/>
                  <a:gd name="connsiteY60" fmla="*/ 256585 h 545965"/>
                  <a:gd name="connsiteX61" fmla="*/ 234262 w 607639"/>
                  <a:gd name="connsiteY61" fmla="*/ 224501 h 545965"/>
                  <a:gd name="connsiteX62" fmla="*/ 109387 w 607639"/>
                  <a:gd name="connsiteY62" fmla="*/ 224501 h 545965"/>
                  <a:gd name="connsiteX63" fmla="*/ 100309 w 607639"/>
                  <a:gd name="connsiteY63" fmla="*/ 253563 h 545965"/>
                  <a:gd name="connsiteX64" fmla="*/ 102089 w 607639"/>
                  <a:gd name="connsiteY64" fmla="*/ 253296 h 545965"/>
                  <a:gd name="connsiteX65" fmla="*/ 169377 w 607639"/>
                  <a:gd name="connsiteY65" fmla="*/ 241565 h 545965"/>
                  <a:gd name="connsiteX66" fmla="*/ 169288 w 607639"/>
                  <a:gd name="connsiteY66" fmla="*/ 241565 h 545965"/>
                  <a:gd name="connsiteX67" fmla="*/ 313299 w 607639"/>
                  <a:gd name="connsiteY67" fmla="*/ 221657 h 545965"/>
                  <a:gd name="connsiteX68" fmla="*/ 313299 w 607639"/>
                  <a:gd name="connsiteY68" fmla="*/ 304045 h 545965"/>
                  <a:gd name="connsiteX69" fmla="*/ 345074 w 607639"/>
                  <a:gd name="connsiteY69" fmla="*/ 304045 h 545965"/>
                  <a:gd name="connsiteX70" fmla="*/ 345074 w 607639"/>
                  <a:gd name="connsiteY70" fmla="*/ 221657 h 545965"/>
                  <a:gd name="connsiteX71" fmla="*/ 224827 w 607639"/>
                  <a:gd name="connsiteY71" fmla="*/ 187973 h 545965"/>
                  <a:gd name="connsiteX72" fmla="*/ 182461 w 607639"/>
                  <a:gd name="connsiteY72" fmla="*/ 199971 h 545965"/>
                  <a:gd name="connsiteX73" fmla="*/ 181393 w 607639"/>
                  <a:gd name="connsiteY73" fmla="*/ 200238 h 545965"/>
                  <a:gd name="connsiteX74" fmla="*/ 181393 w 607639"/>
                  <a:gd name="connsiteY74" fmla="*/ 219879 h 545965"/>
                  <a:gd name="connsiteX75" fmla="*/ 229990 w 607639"/>
                  <a:gd name="connsiteY75" fmla="*/ 205926 h 545965"/>
                  <a:gd name="connsiteX76" fmla="*/ 230524 w 607639"/>
                  <a:gd name="connsiteY76" fmla="*/ 205392 h 545965"/>
                  <a:gd name="connsiteX77" fmla="*/ 230524 w 607639"/>
                  <a:gd name="connsiteY77" fmla="*/ 205126 h 545965"/>
                  <a:gd name="connsiteX78" fmla="*/ 118911 w 607639"/>
                  <a:gd name="connsiteY78" fmla="*/ 187973 h 545965"/>
                  <a:gd name="connsiteX79" fmla="*/ 113215 w 607639"/>
                  <a:gd name="connsiteY79" fmla="*/ 205126 h 545965"/>
                  <a:gd name="connsiteX80" fmla="*/ 113215 w 607639"/>
                  <a:gd name="connsiteY80" fmla="*/ 205392 h 545965"/>
                  <a:gd name="connsiteX81" fmla="*/ 113749 w 607639"/>
                  <a:gd name="connsiteY81" fmla="*/ 206014 h 545965"/>
                  <a:gd name="connsiteX82" fmla="*/ 162346 w 607639"/>
                  <a:gd name="connsiteY82" fmla="*/ 219879 h 545965"/>
                  <a:gd name="connsiteX83" fmla="*/ 162346 w 607639"/>
                  <a:gd name="connsiteY83" fmla="*/ 200238 h 545965"/>
                  <a:gd name="connsiteX84" fmla="*/ 161277 w 607639"/>
                  <a:gd name="connsiteY84" fmla="*/ 199971 h 545965"/>
                  <a:gd name="connsiteX85" fmla="*/ 166440 w 607639"/>
                  <a:gd name="connsiteY85" fmla="*/ 141313 h 545965"/>
                  <a:gd name="connsiteX86" fmla="*/ 95147 w 607639"/>
                  <a:gd name="connsiteY86" fmla="*/ 161488 h 545965"/>
                  <a:gd name="connsiteX87" fmla="*/ 166440 w 607639"/>
                  <a:gd name="connsiteY87" fmla="*/ 181662 h 545965"/>
                  <a:gd name="connsiteX88" fmla="*/ 177299 w 607639"/>
                  <a:gd name="connsiteY88" fmla="*/ 181662 h 545965"/>
                  <a:gd name="connsiteX89" fmla="*/ 248592 w 607639"/>
                  <a:gd name="connsiteY89" fmla="*/ 161488 h 545965"/>
                  <a:gd name="connsiteX90" fmla="*/ 177299 w 607639"/>
                  <a:gd name="connsiteY90" fmla="*/ 141313 h 545965"/>
                  <a:gd name="connsiteX91" fmla="*/ 166440 w 607639"/>
                  <a:gd name="connsiteY91" fmla="*/ 141313 h 545965"/>
                  <a:gd name="connsiteX92" fmla="*/ 404618 w 607639"/>
                  <a:gd name="connsiteY92" fmla="*/ 140602 h 545965"/>
                  <a:gd name="connsiteX93" fmla="*/ 404618 w 607639"/>
                  <a:gd name="connsiteY93" fmla="*/ 304045 h 545965"/>
                  <a:gd name="connsiteX94" fmla="*/ 436393 w 607639"/>
                  <a:gd name="connsiteY94" fmla="*/ 304045 h 545965"/>
                  <a:gd name="connsiteX95" fmla="*/ 436393 w 607639"/>
                  <a:gd name="connsiteY95" fmla="*/ 140602 h 545965"/>
                  <a:gd name="connsiteX96" fmla="*/ 495937 w 607639"/>
                  <a:gd name="connsiteY96" fmla="*/ 59547 h 545965"/>
                  <a:gd name="connsiteX97" fmla="*/ 495937 w 607639"/>
                  <a:gd name="connsiteY97" fmla="*/ 304045 h 545965"/>
                  <a:gd name="connsiteX98" fmla="*/ 527712 w 607639"/>
                  <a:gd name="connsiteY98" fmla="*/ 304045 h 545965"/>
                  <a:gd name="connsiteX99" fmla="*/ 527712 w 607639"/>
                  <a:gd name="connsiteY99" fmla="*/ 59547 h 545965"/>
                  <a:gd name="connsiteX100" fmla="*/ 192162 w 607639"/>
                  <a:gd name="connsiteY100" fmla="*/ 19019 h 545965"/>
                  <a:gd name="connsiteX101" fmla="*/ 181393 w 607639"/>
                  <a:gd name="connsiteY101" fmla="*/ 29773 h 545965"/>
                  <a:gd name="connsiteX102" fmla="*/ 181393 w 607639"/>
                  <a:gd name="connsiteY102" fmla="*/ 122827 h 545965"/>
                  <a:gd name="connsiteX103" fmla="*/ 182461 w 607639"/>
                  <a:gd name="connsiteY103" fmla="*/ 123093 h 545965"/>
                  <a:gd name="connsiteX104" fmla="*/ 273246 w 607639"/>
                  <a:gd name="connsiteY104" fmla="*/ 148689 h 545965"/>
                  <a:gd name="connsiteX105" fmla="*/ 282770 w 607639"/>
                  <a:gd name="connsiteY105" fmla="*/ 160421 h 545965"/>
                  <a:gd name="connsiteX106" fmla="*/ 282859 w 607639"/>
                  <a:gd name="connsiteY106" fmla="*/ 161488 h 545965"/>
                  <a:gd name="connsiteX107" fmla="*/ 282859 w 607639"/>
                  <a:gd name="connsiteY107" fmla="*/ 222279 h 545965"/>
                  <a:gd name="connsiteX108" fmla="*/ 273335 w 607639"/>
                  <a:gd name="connsiteY108" fmla="*/ 231789 h 545965"/>
                  <a:gd name="connsiteX109" fmla="*/ 263812 w 607639"/>
                  <a:gd name="connsiteY109" fmla="*/ 222279 h 545965"/>
                  <a:gd name="connsiteX110" fmla="*/ 263812 w 607639"/>
                  <a:gd name="connsiteY110" fmla="*/ 176952 h 545965"/>
                  <a:gd name="connsiteX111" fmla="*/ 243073 w 607639"/>
                  <a:gd name="connsiteY111" fmla="*/ 182818 h 545965"/>
                  <a:gd name="connsiteX112" fmla="*/ 248592 w 607639"/>
                  <a:gd name="connsiteY112" fmla="*/ 199082 h 545965"/>
                  <a:gd name="connsiteX113" fmla="*/ 248503 w 607639"/>
                  <a:gd name="connsiteY113" fmla="*/ 211525 h 545965"/>
                  <a:gd name="connsiteX114" fmla="*/ 262566 w 607639"/>
                  <a:gd name="connsiteY114" fmla="*/ 256585 h 545965"/>
                  <a:gd name="connsiteX115" fmla="*/ 246723 w 607639"/>
                  <a:gd name="connsiteY115" fmla="*/ 304045 h 545965"/>
                  <a:gd name="connsiteX116" fmla="*/ 294252 w 607639"/>
                  <a:gd name="connsiteY116" fmla="*/ 304045 h 545965"/>
                  <a:gd name="connsiteX117" fmla="*/ 294252 w 607639"/>
                  <a:gd name="connsiteY117" fmla="*/ 212147 h 545965"/>
                  <a:gd name="connsiteX118" fmla="*/ 303775 w 607639"/>
                  <a:gd name="connsiteY118" fmla="*/ 202637 h 545965"/>
                  <a:gd name="connsiteX119" fmla="*/ 354508 w 607639"/>
                  <a:gd name="connsiteY119" fmla="*/ 202637 h 545965"/>
                  <a:gd name="connsiteX120" fmla="*/ 364032 w 607639"/>
                  <a:gd name="connsiteY120" fmla="*/ 212147 h 545965"/>
                  <a:gd name="connsiteX121" fmla="*/ 364032 w 607639"/>
                  <a:gd name="connsiteY121" fmla="*/ 304045 h 545965"/>
                  <a:gd name="connsiteX122" fmla="*/ 385660 w 607639"/>
                  <a:gd name="connsiteY122" fmla="*/ 304045 h 545965"/>
                  <a:gd name="connsiteX123" fmla="*/ 385660 w 607639"/>
                  <a:gd name="connsiteY123" fmla="*/ 131092 h 545965"/>
                  <a:gd name="connsiteX124" fmla="*/ 395094 w 607639"/>
                  <a:gd name="connsiteY124" fmla="*/ 121582 h 545965"/>
                  <a:gd name="connsiteX125" fmla="*/ 445916 w 607639"/>
                  <a:gd name="connsiteY125" fmla="*/ 121582 h 545965"/>
                  <a:gd name="connsiteX126" fmla="*/ 455351 w 607639"/>
                  <a:gd name="connsiteY126" fmla="*/ 131092 h 545965"/>
                  <a:gd name="connsiteX127" fmla="*/ 455351 w 607639"/>
                  <a:gd name="connsiteY127" fmla="*/ 304045 h 545965"/>
                  <a:gd name="connsiteX128" fmla="*/ 476979 w 607639"/>
                  <a:gd name="connsiteY128" fmla="*/ 304045 h 545965"/>
                  <a:gd name="connsiteX129" fmla="*/ 476979 w 607639"/>
                  <a:gd name="connsiteY129" fmla="*/ 50037 h 545965"/>
                  <a:gd name="connsiteX130" fmla="*/ 486503 w 607639"/>
                  <a:gd name="connsiteY130" fmla="*/ 40527 h 545965"/>
                  <a:gd name="connsiteX131" fmla="*/ 537236 w 607639"/>
                  <a:gd name="connsiteY131" fmla="*/ 40527 h 545965"/>
                  <a:gd name="connsiteX132" fmla="*/ 546759 w 607639"/>
                  <a:gd name="connsiteY132" fmla="*/ 50037 h 545965"/>
                  <a:gd name="connsiteX133" fmla="*/ 546759 w 607639"/>
                  <a:gd name="connsiteY133" fmla="*/ 304045 h 545965"/>
                  <a:gd name="connsiteX134" fmla="*/ 557529 w 607639"/>
                  <a:gd name="connsiteY134" fmla="*/ 304045 h 545965"/>
                  <a:gd name="connsiteX135" fmla="*/ 567053 w 607639"/>
                  <a:gd name="connsiteY135" fmla="*/ 313465 h 545965"/>
                  <a:gd name="connsiteX136" fmla="*/ 557529 w 607639"/>
                  <a:gd name="connsiteY136" fmla="*/ 322975 h 545965"/>
                  <a:gd name="connsiteX137" fmla="*/ 243697 w 607639"/>
                  <a:gd name="connsiteY137" fmla="*/ 322975 h 545965"/>
                  <a:gd name="connsiteX138" fmla="*/ 243518 w 607639"/>
                  <a:gd name="connsiteY138" fmla="*/ 324219 h 545965"/>
                  <a:gd name="connsiteX139" fmla="*/ 231503 w 607639"/>
                  <a:gd name="connsiteY139" fmla="*/ 344572 h 545965"/>
                  <a:gd name="connsiteX140" fmla="*/ 577822 w 607639"/>
                  <a:gd name="connsiteY140" fmla="*/ 344572 h 545965"/>
                  <a:gd name="connsiteX141" fmla="*/ 588592 w 607639"/>
                  <a:gd name="connsiteY141" fmla="*/ 333729 h 545965"/>
                  <a:gd name="connsiteX142" fmla="*/ 588592 w 607639"/>
                  <a:gd name="connsiteY142" fmla="*/ 29773 h 545965"/>
                  <a:gd name="connsiteX143" fmla="*/ 577822 w 607639"/>
                  <a:gd name="connsiteY143" fmla="*/ 19019 h 545965"/>
                  <a:gd name="connsiteX144" fmla="*/ 192162 w 607639"/>
                  <a:gd name="connsiteY144" fmla="*/ 0 h 545965"/>
                  <a:gd name="connsiteX145" fmla="*/ 577822 w 607639"/>
                  <a:gd name="connsiteY145" fmla="*/ 0 h 545965"/>
                  <a:gd name="connsiteX146" fmla="*/ 607639 w 607639"/>
                  <a:gd name="connsiteY146" fmla="*/ 29773 h 545965"/>
                  <a:gd name="connsiteX147" fmla="*/ 607639 w 607639"/>
                  <a:gd name="connsiteY147" fmla="*/ 333729 h 545965"/>
                  <a:gd name="connsiteX148" fmla="*/ 577822 w 607639"/>
                  <a:gd name="connsiteY148" fmla="*/ 363503 h 545965"/>
                  <a:gd name="connsiteX149" fmla="*/ 211833 w 607639"/>
                  <a:gd name="connsiteY149" fmla="*/ 363503 h 545965"/>
                  <a:gd name="connsiteX150" fmla="*/ 211833 w 607639"/>
                  <a:gd name="connsiteY150" fmla="*/ 369813 h 545965"/>
                  <a:gd name="connsiteX151" fmla="*/ 219220 w 607639"/>
                  <a:gd name="connsiteY151" fmla="*/ 380034 h 545965"/>
                  <a:gd name="connsiteX152" fmla="*/ 252330 w 607639"/>
                  <a:gd name="connsiteY152" fmla="*/ 391054 h 545965"/>
                  <a:gd name="connsiteX153" fmla="*/ 272712 w 607639"/>
                  <a:gd name="connsiteY153" fmla="*/ 419317 h 545965"/>
                  <a:gd name="connsiteX154" fmla="*/ 272712 w 607639"/>
                  <a:gd name="connsiteY154" fmla="*/ 526946 h 545965"/>
                  <a:gd name="connsiteX155" fmla="*/ 334215 w 607639"/>
                  <a:gd name="connsiteY155" fmla="*/ 526946 h 545965"/>
                  <a:gd name="connsiteX156" fmla="*/ 343738 w 607639"/>
                  <a:gd name="connsiteY156" fmla="*/ 536455 h 545965"/>
                  <a:gd name="connsiteX157" fmla="*/ 334215 w 607639"/>
                  <a:gd name="connsiteY157" fmla="*/ 545965 h 545965"/>
                  <a:gd name="connsiteX158" fmla="*/ 9524 w 607639"/>
                  <a:gd name="connsiteY158" fmla="*/ 545965 h 545965"/>
                  <a:gd name="connsiteX159" fmla="*/ 0 w 607639"/>
                  <a:gd name="connsiteY159" fmla="*/ 536455 h 545965"/>
                  <a:gd name="connsiteX160" fmla="*/ 9524 w 607639"/>
                  <a:gd name="connsiteY160" fmla="*/ 526946 h 545965"/>
                  <a:gd name="connsiteX161" fmla="*/ 71026 w 607639"/>
                  <a:gd name="connsiteY161" fmla="*/ 526946 h 545965"/>
                  <a:gd name="connsiteX162" fmla="*/ 71026 w 607639"/>
                  <a:gd name="connsiteY162" fmla="*/ 419317 h 545965"/>
                  <a:gd name="connsiteX163" fmla="*/ 91408 w 607639"/>
                  <a:gd name="connsiteY163" fmla="*/ 391054 h 545965"/>
                  <a:gd name="connsiteX164" fmla="*/ 124518 w 607639"/>
                  <a:gd name="connsiteY164" fmla="*/ 380034 h 545965"/>
                  <a:gd name="connsiteX165" fmla="*/ 131906 w 607639"/>
                  <a:gd name="connsiteY165" fmla="*/ 369813 h 545965"/>
                  <a:gd name="connsiteX166" fmla="*/ 131906 w 607639"/>
                  <a:gd name="connsiteY166" fmla="*/ 354882 h 545965"/>
                  <a:gd name="connsiteX167" fmla="*/ 116419 w 607639"/>
                  <a:gd name="connsiteY167" fmla="*/ 347149 h 545965"/>
                  <a:gd name="connsiteX168" fmla="*/ 100220 w 607639"/>
                  <a:gd name="connsiteY168" fmla="*/ 324219 h 545965"/>
                  <a:gd name="connsiteX169" fmla="*/ 97817 w 607639"/>
                  <a:gd name="connsiteY169" fmla="*/ 305111 h 545965"/>
                  <a:gd name="connsiteX170" fmla="*/ 81173 w 607639"/>
                  <a:gd name="connsiteY170" fmla="*/ 256585 h 545965"/>
                  <a:gd name="connsiteX171" fmla="*/ 95147 w 607639"/>
                  <a:gd name="connsiteY171" fmla="*/ 211525 h 545965"/>
                  <a:gd name="connsiteX172" fmla="*/ 95147 w 607639"/>
                  <a:gd name="connsiteY172" fmla="*/ 199082 h 545965"/>
                  <a:gd name="connsiteX173" fmla="*/ 100576 w 607639"/>
                  <a:gd name="connsiteY173" fmla="*/ 182818 h 545965"/>
                  <a:gd name="connsiteX174" fmla="*/ 70492 w 607639"/>
                  <a:gd name="connsiteY174" fmla="*/ 174286 h 545965"/>
                  <a:gd name="connsiteX175" fmla="*/ 60880 w 607639"/>
                  <a:gd name="connsiteY175" fmla="*/ 161488 h 545965"/>
                  <a:gd name="connsiteX176" fmla="*/ 70492 w 607639"/>
                  <a:gd name="connsiteY176" fmla="*/ 148689 h 545965"/>
                  <a:gd name="connsiteX177" fmla="*/ 161277 w 607639"/>
                  <a:gd name="connsiteY177" fmla="*/ 123093 h 545965"/>
                  <a:gd name="connsiteX178" fmla="*/ 162346 w 607639"/>
                  <a:gd name="connsiteY178" fmla="*/ 122827 h 545965"/>
                  <a:gd name="connsiteX179" fmla="*/ 162346 w 607639"/>
                  <a:gd name="connsiteY179" fmla="*/ 29773 h 545965"/>
                  <a:gd name="connsiteX180" fmla="*/ 192162 w 607639"/>
                  <a:gd name="connsiteY180" fmla="*/ 0 h 545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</a:cxnLst>
                <a:rect l="l" t="t" r="r" b="b"/>
                <a:pathLst>
                  <a:path w="607639" h="545965">
                    <a:moveTo>
                      <a:pt x="171888" y="486408"/>
                    </a:moveTo>
                    <a:lnTo>
                      <a:pt x="171977" y="486408"/>
                    </a:lnTo>
                    <a:cubicBezTo>
                      <a:pt x="177225" y="486408"/>
                      <a:pt x="181494" y="490666"/>
                      <a:pt x="181494" y="495899"/>
                    </a:cubicBezTo>
                    <a:cubicBezTo>
                      <a:pt x="181494" y="501132"/>
                      <a:pt x="177225" y="505390"/>
                      <a:pt x="171977" y="505390"/>
                    </a:cubicBezTo>
                    <a:cubicBezTo>
                      <a:pt x="166729" y="505390"/>
                      <a:pt x="162371" y="501132"/>
                      <a:pt x="162371" y="495899"/>
                    </a:cubicBezTo>
                    <a:cubicBezTo>
                      <a:pt x="162371" y="490666"/>
                      <a:pt x="166640" y="486408"/>
                      <a:pt x="171888" y="486408"/>
                    </a:cubicBezTo>
                    <a:close/>
                    <a:moveTo>
                      <a:pt x="121136" y="464910"/>
                    </a:moveTo>
                    <a:cubicBezTo>
                      <a:pt x="120780" y="464910"/>
                      <a:pt x="120513" y="465177"/>
                      <a:pt x="120513" y="465532"/>
                    </a:cubicBezTo>
                    <a:lnTo>
                      <a:pt x="120513" y="526323"/>
                    </a:lnTo>
                    <a:cubicBezTo>
                      <a:pt x="120513" y="526679"/>
                      <a:pt x="120780" y="526946"/>
                      <a:pt x="121136" y="526946"/>
                    </a:cubicBezTo>
                    <a:lnTo>
                      <a:pt x="222602" y="526946"/>
                    </a:lnTo>
                    <a:cubicBezTo>
                      <a:pt x="222958" y="526946"/>
                      <a:pt x="223225" y="526679"/>
                      <a:pt x="223225" y="526323"/>
                    </a:cubicBezTo>
                    <a:lnTo>
                      <a:pt x="223225" y="465532"/>
                    </a:lnTo>
                    <a:cubicBezTo>
                      <a:pt x="223225" y="465177"/>
                      <a:pt x="222958" y="464910"/>
                      <a:pt x="222602" y="464910"/>
                    </a:cubicBezTo>
                    <a:lnTo>
                      <a:pt x="171869" y="464910"/>
                    </a:lnTo>
                    <a:close/>
                    <a:moveTo>
                      <a:pt x="212990" y="397987"/>
                    </a:moveTo>
                    <a:cubicBezTo>
                      <a:pt x="204178" y="406163"/>
                      <a:pt x="193231" y="411585"/>
                      <a:pt x="181393" y="413451"/>
                    </a:cubicBezTo>
                    <a:lnTo>
                      <a:pt x="181393" y="445891"/>
                    </a:lnTo>
                    <a:lnTo>
                      <a:pt x="222602" y="445891"/>
                    </a:lnTo>
                    <a:cubicBezTo>
                      <a:pt x="233461" y="445891"/>
                      <a:pt x="242272" y="454689"/>
                      <a:pt x="242272" y="465532"/>
                    </a:cubicBezTo>
                    <a:lnTo>
                      <a:pt x="242272" y="526323"/>
                    </a:lnTo>
                    <a:cubicBezTo>
                      <a:pt x="242272" y="526501"/>
                      <a:pt x="242272" y="526679"/>
                      <a:pt x="242272" y="526946"/>
                    </a:cubicBezTo>
                    <a:lnTo>
                      <a:pt x="253665" y="526946"/>
                    </a:lnTo>
                    <a:lnTo>
                      <a:pt x="253665" y="419317"/>
                    </a:lnTo>
                    <a:cubicBezTo>
                      <a:pt x="253665" y="414695"/>
                      <a:pt x="250728" y="410518"/>
                      <a:pt x="246278" y="409096"/>
                    </a:cubicBezTo>
                    <a:lnTo>
                      <a:pt x="213168" y="398075"/>
                    </a:lnTo>
                    <a:cubicBezTo>
                      <a:pt x="213079" y="398075"/>
                      <a:pt x="213079" y="397987"/>
                      <a:pt x="212990" y="397987"/>
                    </a:cubicBezTo>
                    <a:close/>
                    <a:moveTo>
                      <a:pt x="130749" y="397987"/>
                    </a:moveTo>
                    <a:cubicBezTo>
                      <a:pt x="130660" y="397987"/>
                      <a:pt x="130571" y="398075"/>
                      <a:pt x="130571" y="398075"/>
                    </a:cubicBezTo>
                    <a:lnTo>
                      <a:pt x="97372" y="409096"/>
                    </a:lnTo>
                    <a:cubicBezTo>
                      <a:pt x="93010" y="410518"/>
                      <a:pt x="90073" y="414695"/>
                      <a:pt x="90073" y="419317"/>
                    </a:cubicBezTo>
                    <a:lnTo>
                      <a:pt x="90073" y="526946"/>
                    </a:lnTo>
                    <a:lnTo>
                      <a:pt x="101555" y="526946"/>
                    </a:lnTo>
                    <a:cubicBezTo>
                      <a:pt x="101466" y="526679"/>
                      <a:pt x="101466" y="526501"/>
                      <a:pt x="101466" y="526323"/>
                    </a:cubicBezTo>
                    <a:lnTo>
                      <a:pt x="101466" y="465532"/>
                    </a:lnTo>
                    <a:cubicBezTo>
                      <a:pt x="101466" y="454689"/>
                      <a:pt x="110277" y="445891"/>
                      <a:pt x="121136" y="445891"/>
                    </a:cubicBezTo>
                    <a:lnTo>
                      <a:pt x="162346" y="445891"/>
                    </a:lnTo>
                    <a:lnTo>
                      <a:pt x="162346" y="413451"/>
                    </a:lnTo>
                    <a:cubicBezTo>
                      <a:pt x="150508" y="411585"/>
                      <a:pt x="139560" y="406163"/>
                      <a:pt x="130749" y="397987"/>
                    </a:cubicBezTo>
                    <a:close/>
                    <a:moveTo>
                      <a:pt x="150953" y="364303"/>
                    </a:moveTo>
                    <a:lnTo>
                      <a:pt x="150953" y="369813"/>
                    </a:lnTo>
                    <a:cubicBezTo>
                      <a:pt x="150953" y="375768"/>
                      <a:pt x="149173" y="381367"/>
                      <a:pt x="146058" y="386077"/>
                    </a:cubicBezTo>
                    <a:cubicBezTo>
                      <a:pt x="153356" y="391943"/>
                      <a:pt x="162435" y="395231"/>
                      <a:pt x="171869" y="395231"/>
                    </a:cubicBezTo>
                    <a:cubicBezTo>
                      <a:pt x="181304" y="395231"/>
                      <a:pt x="190382" y="391943"/>
                      <a:pt x="197681" y="386077"/>
                    </a:cubicBezTo>
                    <a:cubicBezTo>
                      <a:pt x="194566" y="381367"/>
                      <a:pt x="192785" y="375768"/>
                      <a:pt x="192785" y="369813"/>
                    </a:cubicBezTo>
                    <a:lnTo>
                      <a:pt x="192785" y="364303"/>
                    </a:lnTo>
                    <a:cubicBezTo>
                      <a:pt x="186199" y="367324"/>
                      <a:pt x="178990" y="368835"/>
                      <a:pt x="171869" y="368835"/>
                    </a:cubicBezTo>
                    <a:cubicBezTo>
                      <a:pt x="164660" y="368835"/>
                      <a:pt x="157539" y="367324"/>
                      <a:pt x="150953" y="364303"/>
                    </a:cubicBezTo>
                    <a:close/>
                    <a:moveTo>
                      <a:pt x="201597" y="245564"/>
                    </a:moveTo>
                    <a:cubicBezTo>
                      <a:pt x="174806" y="265739"/>
                      <a:pt x="132529" y="270716"/>
                      <a:pt x="112859" y="271960"/>
                    </a:cubicBezTo>
                    <a:lnTo>
                      <a:pt x="119089" y="321820"/>
                    </a:lnTo>
                    <a:cubicBezTo>
                      <a:pt x="119534" y="325375"/>
                      <a:pt x="121670" y="328486"/>
                      <a:pt x="124963" y="330085"/>
                    </a:cubicBezTo>
                    <a:lnTo>
                      <a:pt x="157984" y="346616"/>
                    </a:lnTo>
                    <a:cubicBezTo>
                      <a:pt x="166707" y="350971"/>
                      <a:pt x="177032" y="350971"/>
                      <a:pt x="185754" y="346616"/>
                    </a:cubicBezTo>
                    <a:lnTo>
                      <a:pt x="218775" y="330085"/>
                    </a:lnTo>
                    <a:cubicBezTo>
                      <a:pt x="221979" y="328486"/>
                      <a:pt x="224204" y="325375"/>
                      <a:pt x="224649" y="321820"/>
                    </a:cubicBezTo>
                    <a:lnTo>
                      <a:pt x="230346" y="276226"/>
                    </a:lnTo>
                    <a:close/>
                    <a:moveTo>
                      <a:pt x="234262" y="224501"/>
                    </a:moveTo>
                    <a:lnTo>
                      <a:pt x="213435" y="230455"/>
                    </a:lnTo>
                    <a:lnTo>
                      <a:pt x="243251" y="262184"/>
                    </a:lnTo>
                    <a:cubicBezTo>
                      <a:pt x="243429" y="260318"/>
                      <a:pt x="243518" y="258451"/>
                      <a:pt x="243518" y="256585"/>
                    </a:cubicBezTo>
                    <a:cubicBezTo>
                      <a:pt x="243518" y="245209"/>
                      <a:pt x="240314" y="234277"/>
                      <a:pt x="234262" y="224501"/>
                    </a:cubicBezTo>
                    <a:close/>
                    <a:moveTo>
                      <a:pt x="109387" y="224501"/>
                    </a:moveTo>
                    <a:cubicBezTo>
                      <a:pt x="103869" y="233388"/>
                      <a:pt x="100754" y="243253"/>
                      <a:pt x="100309" y="253563"/>
                    </a:cubicBezTo>
                    <a:cubicBezTo>
                      <a:pt x="100843" y="253385"/>
                      <a:pt x="101466" y="253296"/>
                      <a:pt x="102089" y="253296"/>
                    </a:cubicBezTo>
                    <a:cubicBezTo>
                      <a:pt x="102623" y="253296"/>
                      <a:pt x="139382" y="253119"/>
                      <a:pt x="169377" y="241565"/>
                    </a:cubicBezTo>
                    <a:cubicBezTo>
                      <a:pt x="169288" y="241565"/>
                      <a:pt x="169288" y="241565"/>
                      <a:pt x="169288" y="241565"/>
                    </a:cubicBezTo>
                    <a:close/>
                    <a:moveTo>
                      <a:pt x="313299" y="221657"/>
                    </a:moveTo>
                    <a:lnTo>
                      <a:pt x="313299" y="304045"/>
                    </a:lnTo>
                    <a:lnTo>
                      <a:pt x="345074" y="304045"/>
                    </a:lnTo>
                    <a:lnTo>
                      <a:pt x="345074" y="221657"/>
                    </a:lnTo>
                    <a:close/>
                    <a:moveTo>
                      <a:pt x="224827" y="187973"/>
                    </a:moveTo>
                    <a:lnTo>
                      <a:pt x="182461" y="199971"/>
                    </a:lnTo>
                    <a:cubicBezTo>
                      <a:pt x="182105" y="200060"/>
                      <a:pt x="181749" y="200149"/>
                      <a:pt x="181393" y="200238"/>
                    </a:cubicBezTo>
                    <a:lnTo>
                      <a:pt x="181393" y="219879"/>
                    </a:lnTo>
                    <a:lnTo>
                      <a:pt x="229990" y="205926"/>
                    </a:lnTo>
                    <a:cubicBezTo>
                      <a:pt x="230168" y="205748"/>
                      <a:pt x="230346" y="205570"/>
                      <a:pt x="230524" y="205392"/>
                    </a:cubicBezTo>
                    <a:cubicBezTo>
                      <a:pt x="230524" y="205303"/>
                      <a:pt x="230524" y="205215"/>
                      <a:pt x="230524" y="205126"/>
                    </a:cubicBezTo>
                    <a:close/>
                    <a:moveTo>
                      <a:pt x="118911" y="187973"/>
                    </a:moveTo>
                    <a:lnTo>
                      <a:pt x="113215" y="205126"/>
                    </a:lnTo>
                    <a:cubicBezTo>
                      <a:pt x="113215" y="205215"/>
                      <a:pt x="113215" y="205303"/>
                      <a:pt x="113215" y="205392"/>
                    </a:cubicBezTo>
                    <a:cubicBezTo>
                      <a:pt x="113393" y="205570"/>
                      <a:pt x="113571" y="205748"/>
                      <a:pt x="113749" y="206014"/>
                    </a:cubicBezTo>
                    <a:lnTo>
                      <a:pt x="162346" y="219879"/>
                    </a:lnTo>
                    <a:lnTo>
                      <a:pt x="162346" y="200238"/>
                    </a:lnTo>
                    <a:cubicBezTo>
                      <a:pt x="161990" y="200149"/>
                      <a:pt x="161634" y="200060"/>
                      <a:pt x="161277" y="199971"/>
                    </a:cubicBezTo>
                    <a:close/>
                    <a:moveTo>
                      <a:pt x="166440" y="141313"/>
                    </a:moveTo>
                    <a:lnTo>
                      <a:pt x="95147" y="161488"/>
                    </a:lnTo>
                    <a:lnTo>
                      <a:pt x="166440" y="181662"/>
                    </a:lnTo>
                    <a:cubicBezTo>
                      <a:pt x="170000" y="182640"/>
                      <a:pt x="173738" y="182640"/>
                      <a:pt x="177299" y="181662"/>
                    </a:cubicBezTo>
                    <a:lnTo>
                      <a:pt x="248592" y="161488"/>
                    </a:lnTo>
                    <a:lnTo>
                      <a:pt x="177299" y="141313"/>
                    </a:lnTo>
                    <a:cubicBezTo>
                      <a:pt x="173738" y="140335"/>
                      <a:pt x="170000" y="140335"/>
                      <a:pt x="166440" y="141313"/>
                    </a:cubicBezTo>
                    <a:close/>
                    <a:moveTo>
                      <a:pt x="404618" y="140602"/>
                    </a:moveTo>
                    <a:lnTo>
                      <a:pt x="404618" y="304045"/>
                    </a:lnTo>
                    <a:lnTo>
                      <a:pt x="436393" y="304045"/>
                    </a:lnTo>
                    <a:lnTo>
                      <a:pt x="436393" y="140602"/>
                    </a:lnTo>
                    <a:close/>
                    <a:moveTo>
                      <a:pt x="495937" y="59547"/>
                    </a:moveTo>
                    <a:lnTo>
                      <a:pt x="495937" y="304045"/>
                    </a:lnTo>
                    <a:lnTo>
                      <a:pt x="527712" y="304045"/>
                    </a:lnTo>
                    <a:lnTo>
                      <a:pt x="527712" y="59547"/>
                    </a:lnTo>
                    <a:close/>
                    <a:moveTo>
                      <a:pt x="192162" y="19019"/>
                    </a:moveTo>
                    <a:cubicBezTo>
                      <a:pt x="186199" y="19019"/>
                      <a:pt x="181393" y="23819"/>
                      <a:pt x="181393" y="29773"/>
                    </a:cubicBezTo>
                    <a:lnTo>
                      <a:pt x="181393" y="122827"/>
                    </a:lnTo>
                    <a:cubicBezTo>
                      <a:pt x="181749" y="122915"/>
                      <a:pt x="182105" y="123004"/>
                      <a:pt x="182461" y="123093"/>
                    </a:cubicBezTo>
                    <a:lnTo>
                      <a:pt x="273246" y="148689"/>
                    </a:lnTo>
                    <a:cubicBezTo>
                      <a:pt x="278676" y="150289"/>
                      <a:pt x="282325" y="154911"/>
                      <a:pt x="282770" y="160421"/>
                    </a:cubicBezTo>
                    <a:cubicBezTo>
                      <a:pt x="282859" y="160777"/>
                      <a:pt x="282859" y="161132"/>
                      <a:pt x="282859" y="161488"/>
                    </a:cubicBezTo>
                    <a:lnTo>
                      <a:pt x="282859" y="222279"/>
                    </a:lnTo>
                    <a:cubicBezTo>
                      <a:pt x="282859" y="227522"/>
                      <a:pt x="278587" y="231789"/>
                      <a:pt x="273335" y="231789"/>
                    </a:cubicBezTo>
                    <a:cubicBezTo>
                      <a:pt x="268084" y="231789"/>
                      <a:pt x="263812" y="227522"/>
                      <a:pt x="263812" y="222279"/>
                    </a:cubicBezTo>
                    <a:lnTo>
                      <a:pt x="263812" y="176952"/>
                    </a:lnTo>
                    <a:lnTo>
                      <a:pt x="243073" y="182818"/>
                    </a:lnTo>
                    <a:lnTo>
                      <a:pt x="248592" y="199082"/>
                    </a:lnTo>
                    <a:cubicBezTo>
                      <a:pt x="249927" y="203170"/>
                      <a:pt x="249838" y="207525"/>
                      <a:pt x="248503" y="211525"/>
                    </a:cubicBezTo>
                    <a:cubicBezTo>
                      <a:pt x="257759" y="224945"/>
                      <a:pt x="262566" y="240409"/>
                      <a:pt x="262566" y="256585"/>
                    </a:cubicBezTo>
                    <a:cubicBezTo>
                      <a:pt x="262566" y="273649"/>
                      <a:pt x="257136" y="290002"/>
                      <a:pt x="246723" y="304045"/>
                    </a:cubicBezTo>
                    <a:lnTo>
                      <a:pt x="294252" y="304045"/>
                    </a:lnTo>
                    <a:lnTo>
                      <a:pt x="294252" y="212147"/>
                    </a:lnTo>
                    <a:cubicBezTo>
                      <a:pt x="294252" y="206903"/>
                      <a:pt x="298524" y="202637"/>
                      <a:pt x="303775" y="202637"/>
                    </a:cubicBezTo>
                    <a:lnTo>
                      <a:pt x="354508" y="202637"/>
                    </a:lnTo>
                    <a:cubicBezTo>
                      <a:pt x="359759" y="202637"/>
                      <a:pt x="364032" y="206903"/>
                      <a:pt x="364032" y="212147"/>
                    </a:cubicBezTo>
                    <a:lnTo>
                      <a:pt x="364032" y="304045"/>
                    </a:lnTo>
                    <a:lnTo>
                      <a:pt x="385660" y="304045"/>
                    </a:lnTo>
                    <a:lnTo>
                      <a:pt x="385660" y="131092"/>
                    </a:lnTo>
                    <a:cubicBezTo>
                      <a:pt x="385660" y="125848"/>
                      <a:pt x="389843" y="121582"/>
                      <a:pt x="395094" y="121582"/>
                    </a:cubicBezTo>
                    <a:lnTo>
                      <a:pt x="445916" y="121582"/>
                    </a:lnTo>
                    <a:cubicBezTo>
                      <a:pt x="451168" y="121582"/>
                      <a:pt x="455351" y="125848"/>
                      <a:pt x="455351" y="131092"/>
                    </a:cubicBezTo>
                    <a:lnTo>
                      <a:pt x="455351" y="304045"/>
                    </a:lnTo>
                    <a:lnTo>
                      <a:pt x="476979" y="304045"/>
                    </a:lnTo>
                    <a:lnTo>
                      <a:pt x="476979" y="50037"/>
                    </a:lnTo>
                    <a:cubicBezTo>
                      <a:pt x="476979" y="44793"/>
                      <a:pt x="481252" y="40527"/>
                      <a:pt x="486503" y="40527"/>
                    </a:cubicBezTo>
                    <a:lnTo>
                      <a:pt x="537236" y="40527"/>
                    </a:lnTo>
                    <a:cubicBezTo>
                      <a:pt x="542487" y="40527"/>
                      <a:pt x="546759" y="44793"/>
                      <a:pt x="546759" y="50037"/>
                    </a:cubicBezTo>
                    <a:lnTo>
                      <a:pt x="546759" y="304045"/>
                    </a:lnTo>
                    <a:lnTo>
                      <a:pt x="557529" y="304045"/>
                    </a:lnTo>
                    <a:cubicBezTo>
                      <a:pt x="562780" y="304045"/>
                      <a:pt x="567053" y="308222"/>
                      <a:pt x="567053" y="313465"/>
                    </a:cubicBezTo>
                    <a:cubicBezTo>
                      <a:pt x="567053" y="318709"/>
                      <a:pt x="562780" y="322975"/>
                      <a:pt x="557529" y="322975"/>
                    </a:cubicBezTo>
                    <a:lnTo>
                      <a:pt x="243697" y="322975"/>
                    </a:lnTo>
                    <a:lnTo>
                      <a:pt x="243518" y="324219"/>
                    </a:lnTo>
                    <a:cubicBezTo>
                      <a:pt x="242539" y="332396"/>
                      <a:pt x="238089" y="339773"/>
                      <a:pt x="231503" y="344572"/>
                    </a:cubicBezTo>
                    <a:lnTo>
                      <a:pt x="577822" y="344572"/>
                    </a:lnTo>
                    <a:cubicBezTo>
                      <a:pt x="583786" y="344572"/>
                      <a:pt x="588592" y="339684"/>
                      <a:pt x="588592" y="333729"/>
                    </a:cubicBezTo>
                    <a:lnTo>
                      <a:pt x="588592" y="29773"/>
                    </a:lnTo>
                    <a:cubicBezTo>
                      <a:pt x="588592" y="23819"/>
                      <a:pt x="583786" y="19019"/>
                      <a:pt x="577822" y="19019"/>
                    </a:cubicBezTo>
                    <a:close/>
                    <a:moveTo>
                      <a:pt x="192162" y="0"/>
                    </a:moveTo>
                    <a:lnTo>
                      <a:pt x="577822" y="0"/>
                    </a:lnTo>
                    <a:cubicBezTo>
                      <a:pt x="594199" y="0"/>
                      <a:pt x="607639" y="13331"/>
                      <a:pt x="607639" y="29773"/>
                    </a:cubicBezTo>
                    <a:lnTo>
                      <a:pt x="607639" y="333729"/>
                    </a:lnTo>
                    <a:cubicBezTo>
                      <a:pt x="607639" y="350171"/>
                      <a:pt x="594199" y="363503"/>
                      <a:pt x="577822" y="363503"/>
                    </a:cubicBezTo>
                    <a:lnTo>
                      <a:pt x="211833" y="363503"/>
                    </a:lnTo>
                    <a:lnTo>
                      <a:pt x="211833" y="369813"/>
                    </a:lnTo>
                    <a:cubicBezTo>
                      <a:pt x="211833" y="374434"/>
                      <a:pt x="214770" y="378612"/>
                      <a:pt x="219220" y="380034"/>
                    </a:cubicBezTo>
                    <a:lnTo>
                      <a:pt x="252330" y="391054"/>
                    </a:lnTo>
                    <a:cubicBezTo>
                      <a:pt x="264524" y="395143"/>
                      <a:pt x="272712" y="406519"/>
                      <a:pt x="272712" y="419317"/>
                    </a:cubicBezTo>
                    <a:lnTo>
                      <a:pt x="272712" y="526946"/>
                    </a:lnTo>
                    <a:lnTo>
                      <a:pt x="334215" y="526946"/>
                    </a:lnTo>
                    <a:cubicBezTo>
                      <a:pt x="339466" y="526946"/>
                      <a:pt x="343738" y="531212"/>
                      <a:pt x="343738" y="536455"/>
                    </a:cubicBezTo>
                    <a:cubicBezTo>
                      <a:pt x="343738" y="541699"/>
                      <a:pt x="339466" y="545965"/>
                      <a:pt x="334215" y="545965"/>
                    </a:cubicBezTo>
                    <a:lnTo>
                      <a:pt x="9524" y="545965"/>
                    </a:lnTo>
                    <a:cubicBezTo>
                      <a:pt x="4272" y="545965"/>
                      <a:pt x="0" y="541699"/>
                      <a:pt x="0" y="536455"/>
                    </a:cubicBezTo>
                    <a:cubicBezTo>
                      <a:pt x="0" y="531212"/>
                      <a:pt x="4272" y="526946"/>
                      <a:pt x="9524" y="526946"/>
                    </a:cubicBezTo>
                    <a:lnTo>
                      <a:pt x="71026" y="526946"/>
                    </a:lnTo>
                    <a:lnTo>
                      <a:pt x="71026" y="419317"/>
                    </a:lnTo>
                    <a:cubicBezTo>
                      <a:pt x="71026" y="406430"/>
                      <a:pt x="79215" y="395143"/>
                      <a:pt x="91408" y="391054"/>
                    </a:cubicBezTo>
                    <a:lnTo>
                      <a:pt x="124518" y="380034"/>
                    </a:lnTo>
                    <a:cubicBezTo>
                      <a:pt x="128969" y="378612"/>
                      <a:pt x="131906" y="374434"/>
                      <a:pt x="131906" y="369813"/>
                    </a:cubicBezTo>
                    <a:lnTo>
                      <a:pt x="131906" y="354882"/>
                    </a:lnTo>
                    <a:lnTo>
                      <a:pt x="116419" y="347149"/>
                    </a:lnTo>
                    <a:cubicBezTo>
                      <a:pt x="107518" y="342617"/>
                      <a:pt x="101466" y="334085"/>
                      <a:pt x="100220" y="324219"/>
                    </a:cubicBezTo>
                    <a:lnTo>
                      <a:pt x="97817" y="305111"/>
                    </a:lnTo>
                    <a:cubicBezTo>
                      <a:pt x="86869" y="290891"/>
                      <a:pt x="81173" y="274093"/>
                      <a:pt x="81173" y="256585"/>
                    </a:cubicBezTo>
                    <a:cubicBezTo>
                      <a:pt x="81173" y="240409"/>
                      <a:pt x="85979" y="224945"/>
                      <a:pt x="95147" y="211525"/>
                    </a:cubicBezTo>
                    <a:cubicBezTo>
                      <a:pt x="93811" y="207525"/>
                      <a:pt x="93811" y="203170"/>
                      <a:pt x="95147" y="199082"/>
                    </a:cubicBezTo>
                    <a:lnTo>
                      <a:pt x="100576" y="182818"/>
                    </a:lnTo>
                    <a:lnTo>
                      <a:pt x="70492" y="174286"/>
                    </a:lnTo>
                    <a:cubicBezTo>
                      <a:pt x="64707" y="172686"/>
                      <a:pt x="60880" y="167531"/>
                      <a:pt x="60880" y="161488"/>
                    </a:cubicBezTo>
                    <a:cubicBezTo>
                      <a:pt x="60880" y="155444"/>
                      <a:pt x="64707" y="150378"/>
                      <a:pt x="70492" y="148689"/>
                    </a:cubicBezTo>
                    <a:lnTo>
                      <a:pt x="161277" y="123093"/>
                    </a:lnTo>
                    <a:cubicBezTo>
                      <a:pt x="161634" y="123004"/>
                      <a:pt x="161990" y="122915"/>
                      <a:pt x="162346" y="122827"/>
                    </a:cubicBezTo>
                    <a:lnTo>
                      <a:pt x="162346" y="29773"/>
                    </a:lnTo>
                    <a:cubicBezTo>
                      <a:pt x="162346" y="13331"/>
                      <a:pt x="175696" y="0"/>
                      <a:pt x="192162" y="0"/>
                    </a:cubicBezTo>
                    <a:close/>
                  </a:path>
                </a:pathLst>
              </a:cu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alpha val="70000"/>
                    </a:prstClr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D7E4A0E5-715B-2E74-83A8-5B9302B1B548}"/>
                </a:ext>
              </a:extLst>
            </p:cNvPr>
            <p:cNvGrpSpPr/>
            <p:nvPr/>
          </p:nvGrpSpPr>
          <p:grpSpPr>
            <a:xfrm>
              <a:off x="4639504" y="152734"/>
              <a:ext cx="6440683" cy="413844"/>
              <a:chOff x="4278242" y="140702"/>
              <a:chExt cx="6440683" cy="413844"/>
            </a:xfrm>
          </p:grpSpPr>
          <p:sp>
            <p:nvSpPr>
              <p:cNvPr id="41" name="文本框 15">
                <a:extLst>
                  <a:ext uri="{FF2B5EF4-FFF2-40B4-BE49-F238E27FC236}">
                    <a16:creationId xmlns:a16="http://schemas.microsoft.com/office/drawing/2014/main" id="{301112B3-0A4E-C2EA-5268-650D312F87CB}"/>
                  </a:ext>
                </a:extLst>
              </p:cNvPr>
              <p:cNvSpPr txBox="1"/>
              <p:nvPr/>
            </p:nvSpPr>
            <p:spPr>
              <a:xfrm>
                <a:off x="4587634" y="152661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项目实施</a:t>
                </a:r>
              </a:p>
            </p:txBody>
          </p:sp>
          <p:sp>
            <p:nvSpPr>
              <p:cNvPr id="42" name="stars_273718">
                <a:extLst>
                  <a:ext uri="{FF2B5EF4-FFF2-40B4-BE49-F238E27FC236}">
                    <a16:creationId xmlns:a16="http://schemas.microsoft.com/office/drawing/2014/main" id="{97D87A55-F048-C553-F36A-41FF78F308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78242" y="246249"/>
                <a:ext cx="216505" cy="216000"/>
              </a:xfrm>
              <a:custGeom>
                <a:avLst/>
                <a:gdLst>
                  <a:gd name="connsiteX0" fmla="*/ 435684 w 607336"/>
                  <a:gd name="connsiteY0" fmla="*/ 463990 h 605919"/>
                  <a:gd name="connsiteX1" fmla="*/ 421104 w 607336"/>
                  <a:gd name="connsiteY1" fmla="*/ 493187 h 605919"/>
                  <a:gd name="connsiteX2" fmla="*/ 409311 w 607336"/>
                  <a:gd name="connsiteY2" fmla="*/ 500417 h 605919"/>
                  <a:gd name="connsiteX3" fmla="*/ 388325 w 607336"/>
                  <a:gd name="connsiteY3" fmla="*/ 500417 h 605919"/>
                  <a:gd name="connsiteX4" fmla="*/ 405411 w 607336"/>
                  <a:gd name="connsiteY4" fmla="*/ 517472 h 605919"/>
                  <a:gd name="connsiteX5" fmla="*/ 409033 w 607336"/>
                  <a:gd name="connsiteY5" fmla="*/ 529429 h 605919"/>
                  <a:gd name="connsiteX6" fmla="*/ 402625 w 607336"/>
                  <a:gd name="connsiteY6" fmla="*/ 561499 h 605919"/>
                  <a:gd name="connsiteX7" fmla="*/ 427790 w 607336"/>
                  <a:gd name="connsiteY7" fmla="*/ 542591 h 605919"/>
                  <a:gd name="connsiteX8" fmla="*/ 435684 w 607336"/>
                  <a:gd name="connsiteY8" fmla="*/ 539995 h 605919"/>
                  <a:gd name="connsiteX9" fmla="*/ 443670 w 607336"/>
                  <a:gd name="connsiteY9" fmla="*/ 542591 h 605919"/>
                  <a:gd name="connsiteX10" fmla="*/ 468835 w 607336"/>
                  <a:gd name="connsiteY10" fmla="*/ 561499 h 605919"/>
                  <a:gd name="connsiteX11" fmla="*/ 462427 w 607336"/>
                  <a:gd name="connsiteY11" fmla="*/ 529429 h 605919"/>
                  <a:gd name="connsiteX12" fmla="*/ 466049 w 607336"/>
                  <a:gd name="connsiteY12" fmla="*/ 517472 h 605919"/>
                  <a:gd name="connsiteX13" fmla="*/ 483042 w 607336"/>
                  <a:gd name="connsiteY13" fmla="*/ 500417 h 605919"/>
                  <a:gd name="connsiteX14" fmla="*/ 462149 w 607336"/>
                  <a:gd name="connsiteY14" fmla="*/ 500417 h 605919"/>
                  <a:gd name="connsiteX15" fmla="*/ 450356 w 607336"/>
                  <a:gd name="connsiteY15" fmla="*/ 493187 h 605919"/>
                  <a:gd name="connsiteX16" fmla="*/ 171614 w 607336"/>
                  <a:gd name="connsiteY16" fmla="*/ 463990 h 605919"/>
                  <a:gd name="connsiteX17" fmla="*/ 157040 w 607336"/>
                  <a:gd name="connsiteY17" fmla="*/ 493187 h 605919"/>
                  <a:gd name="connsiteX18" fmla="*/ 145252 w 607336"/>
                  <a:gd name="connsiteY18" fmla="*/ 500417 h 605919"/>
                  <a:gd name="connsiteX19" fmla="*/ 124273 w 607336"/>
                  <a:gd name="connsiteY19" fmla="*/ 500417 h 605919"/>
                  <a:gd name="connsiteX20" fmla="*/ 141353 w 607336"/>
                  <a:gd name="connsiteY20" fmla="*/ 517472 h 605919"/>
                  <a:gd name="connsiteX21" fmla="*/ 144973 w 607336"/>
                  <a:gd name="connsiteY21" fmla="*/ 529429 h 605919"/>
                  <a:gd name="connsiteX22" fmla="*/ 138568 w 607336"/>
                  <a:gd name="connsiteY22" fmla="*/ 561499 h 605919"/>
                  <a:gd name="connsiteX23" fmla="*/ 163724 w 607336"/>
                  <a:gd name="connsiteY23" fmla="*/ 542591 h 605919"/>
                  <a:gd name="connsiteX24" fmla="*/ 171614 w 607336"/>
                  <a:gd name="connsiteY24" fmla="*/ 539995 h 605919"/>
                  <a:gd name="connsiteX25" fmla="*/ 179504 w 607336"/>
                  <a:gd name="connsiteY25" fmla="*/ 542591 h 605919"/>
                  <a:gd name="connsiteX26" fmla="*/ 204660 w 607336"/>
                  <a:gd name="connsiteY26" fmla="*/ 561499 h 605919"/>
                  <a:gd name="connsiteX27" fmla="*/ 198255 w 607336"/>
                  <a:gd name="connsiteY27" fmla="*/ 529429 h 605919"/>
                  <a:gd name="connsiteX28" fmla="*/ 201875 w 607336"/>
                  <a:gd name="connsiteY28" fmla="*/ 517472 h 605919"/>
                  <a:gd name="connsiteX29" fmla="*/ 218955 w 607336"/>
                  <a:gd name="connsiteY29" fmla="*/ 500417 h 605919"/>
                  <a:gd name="connsiteX30" fmla="*/ 197976 w 607336"/>
                  <a:gd name="connsiteY30" fmla="*/ 500417 h 605919"/>
                  <a:gd name="connsiteX31" fmla="*/ 186187 w 607336"/>
                  <a:gd name="connsiteY31" fmla="*/ 493187 h 605919"/>
                  <a:gd name="connsiteX32" fmla="*/ 435695 w 607336"/>
                  <a:gd name="connsiteY32" fmla="*/ 421910 h 605919"/>
                  <a:gd name="connsiteX33" fmla="*/ 447570 w 607336"/>
                  <a:gd name="connsiteY33" fmla="*/ 428583 h 605919"/>
                  <a:gd name="connsiteX34" fmla="*/ 470321 w 607336"/>
                  <a:gd name="connsiteY34" fmla="*/ 474094 h 605919"/>
                  <a:gd name="connsiteX35" fmla="*/ 514986 w 607336"/>
                  <a:gd name="connsiteY35" fmla="*/ 474094 h 605919"/>
                  <a:gd name="connsiteX36" fmla="*/ 527151 w 607336"/>
                  <a:gd name="connsiteY36" fmla="*/ 482250 h 605919"/>
                  <a:gd name="connsiteX37" fmla="*/ 524272 w 607336"/>
                  <a:gd name="connsiteY37" fmla="*/ 496617 h 605919"/>
                  <a:gd name="connsiteX38" fmla="*/ 489635 w 607336"/>
                  <a:gd name="connsiteY38" fmla="*/ 531190 h 605919"/>
                  <a:gd name="connsiteX39" fmla="*/ 501429 w 607336"/>
                  <a:gd name="connsiteY39" fmla="*/ 590140 h 605919"/>
                  <a:gd name="connsiteX40" fmla="*/ 495579 w 607336"/>
                  <a:gd name="connsiteY40" fmla="*/ 603858 h 605919"/>
                  <a:gd name="connsiteX41" fmla="*/ 488521 w 607336"/>
                  <a:gd name="connsiteY41" fmla="*/ 605897 h 605919"/>
                  <a:gd name="connsiteX42" fmla="*/ 480628 w 607336"/>
                  <a:gd name="connsiteY42" fmla="*/ 603302 h 605919"/>
                  <a:gd name="connsiteX43" fmla="*/ 435684 w 607336"/>
                  <a:gd name="connsiteY43" fmla="*/ 569656 h 605919"/>
                  <a:gd name="connsiteX44" fmla="*/ 390832 w 607336"/>
                  <a:gd name="connsiteY44" fmla="*/ 603302 h 605919"/>
                  <a:gd name="connsiteX45" fmla="*/ 375881 w 607336"/>
                  <a:gd name="connsiteY45" fmla="*/ 603858 h 605919"/>
                  <a:gd name="connsiteX46" fmla="*/ 369938 w 607336"/>
                  <a:gd name="connsiteY46" fmla="*/ 590140 h 605919"/>
                  <a:gd name="connsiteX47" fmla="*/ 381732 w 607336"/>
                  <a:gd name="connsiteY47" fmla="*/ 531190 h 605919"/>
                  <a:gd name="connsiteX48" fmla="*/ 347095 w 607336"/>
                  <a:gd name="connsiteY48" fmla="*/ 496617 h 605919"/>
                  <a:gd name="connsiteX49" fmla="*/ 344309 w 607336"/>
                  <a:gd name="connsiteY49" fmla="*/ 482250 h 605919"/>
                  <a:gd name="connsiteX50" fmla="*/ 356474 w 607336"/>
                  <a:gd name="connsiteY50" fmla="*/ 474094 h 605919"/>
                  <a:gd name="connsiteX51" fmla="*/ 401139 w 607336"/>
                  <a:gd name="connsiteY51" fmla="*/ 474094 h 605919"/>
                  <a:gd name="connsiteX52" fmla="*/ 423890 w 607336"/>
                  <a:gd name="connsiteY52" fmla="*/ 428583 h 605919"/>
                  <a:gd name="connsiteX53" fmla="*/ 435695 w 607336"/>
                  <a:gd name="connsiteY53" fmla="*/ 421910 h 605919"/>
                  <a:gd name="connsiteX54" fmla="*/ 171614 w 607336"/>
                  <a:gd name="connsiteY54" fmla="*/ 421910 h 605919"/>
                  <a:gd name="connsiteX55" fmla="*/ 183403 w 607336"/>
                  <a:gd name="connsiteY55" fmla="*/ 428583 h 605919"/>
                  <a:gd name="connsiteX56" fmla="*/ 206145 w 607336"/>
                  <a:gd name="connsiteY56" fmla="*/ 474094 h 605919"/>
                  <a:gd name="connsiteX57" fmla="*/ 250794 w 607336"/>
                  <a:gd name="connsiteY57" fmla="*/ 474094 h 605919"/>
                  <a:gd name="connsiteX58" fmla="*/ 262954 w 607336"/>
                  <a:gd name="connsiteY58" fmla="*/ 482250 h 605919"/>
                  <a:gd name="connsiteX59" fmla="*/ 260169 w 607336"/>
                  <a:gd name="connsiteY59" fmla="*/ 496617 h 605919"/>
                  <a:gd name="connsiteX60" fmla="*/ 225545 w 607336"/>
                  <a:gd name="connsiteY60" fmla="*/ 531190 h 605919"/>
                  <a:gd name="connsiteX61" fmla="*/ 237334 w 607336"/>
                  <a:gd name="connsiteY61" fmla="*/ 590140 h 605919"/>
                  <a:gd name="connsiteX62" fmla="*/ 231393 w 607336"/>
                  <a:gd name="connsiteY62" fmla="*/ 603858 h 605919"/>
                  <a:gd name="connsiteX63" fmla="*/ 224431 w 607336"/>
                  <a:gd name="connsiteY63" fmla="*/ 605897 h 605919"/>
                  <a:gd name="connsiteX64" fmla="*/ 216541 w 607336"/>
                  <a:gd name="connsiteY64" fmla="*/ 603302 h 605919"/>
                  <a:gd name="connsiteX65" fmla="*/ 171614 w 607336"/>
                  <a:gd name="connsiteY65" fmla="*/ 569656 h 605919"/>
                  <a:gd name="connsiteX66" fmla="*/ 126687 w 607336"/>
                  <a:gd name="connsiteY66" fmla="*/ 603302 h 605919"/>
                  <a:gd name="connsiteX67" fmla="*/ 111742 w 607336"/>
                  <a:gd name="connsiteY67" fmla="*/ 603858 h 605919"/>
                  <a:gd name="connsiteX68" fmla="*/ 105894 w 607336"/>
                  <a:gd name="connsiteY68" fmla="*/ 590140 h 605919"/>
                  <a:gd name="connsiteX69" fmla="*/ 117683 w 607336"/>
                  <a:gd name="connsiteY69" fmla="*/ 531190 h 605919"/>
                  <a:gd name="connsiteX70" fmla="*/ 83059 w 607336"/>
                  <a:gd name="connsiteY70" fmla="*/ 496617 h 605919"/>
                  <a:gd name="connsiteX71" fmla="*/ 80181 w 607336"/>
                  <a:gd name="connsiteY71" fmla="*/ 482250 h 605919"/>
                  <a:gd name="connsiteX72" fmla="*/ 92434 w 607336"/>
                  <a:gd name="connsiteY72" fmla="*/ 474094 h 605919"/>
                  <a:gd name="connsiteX73" fmla="*/ 137083 w 607336"/>
                  <a:gd name="connsiteY73" fmla="*/ 474094 h 605919"/>
                  <a:gd name="connsiteX74" fmla="*/ 159825 w 607336"/>
                  <a:gd name="connsiteY74" fmla="*/ 428583 h 605919"/>
                  <a:gd name="connsiteX75" fmla="*/ 171614 w 607336"/>
                  <a:gd name="connsiteY75" fmla="*/ 421910 h 605919"/>
                  <a:gd name="connsiteX76" fmla="*/ 514950 w 607336"/>
                  <a:gd name="connsiteY76" fmla="*/ 226678 h 605919"/>
                  <a:gd name="connsiteX77" fmla="*/ 500278 w 607336"/>
                  <a:gd name="connsiteY77" fmla="*/ 255875 h 605919"/>
                  <a:gd name="connsiteX78" fmla="*/ 488485 w 607336"/>
                  <a:gd name="connsiteY78" fmla="*/ 263105 h 605919"/>
                  <a:gd name="connsiteX79" fmla="*/ 467592 w 607336"/>
                  <a:gd name="connsiteY79" fmla="*/ 263105 h 605919"/>
                  <a:gd name="connsiteX80" fmla="*/ 484678 w 607336"/>
                  <a:gd name="connsiteY80" fmla="*/ 280160 h 605919"/>
                  <a:gd name="connsiteX81" fmla="*/ 488207 w 607336"/>
                  <a:gd name="connsiteY81" fmla="*/ 292117 h 605919"/>
                  <a:gd name="connsiteX82" fmla="*/ 481799 w 607336"/>
                  <a:gd name="connsiteY82" fmla="*/ 324187 h 605919"/>
                  <a:gd name="connsiteX83" fmla="*/ 506964 w 607336"/>
                  <a:gd name="connsiteY83" fmla="*/ 305279 h 605919"/>
                  <a:gd name="connsiteX84" fmla="*/ 514950 w 607336"/>
                  <a:gd name="connsiteY84" fmla="*/ 302683 h 605919"/>
                  <a:gd name="connsiteX85" fmla="*/ 522844 w 607336"/>
                  <a:gd name="connsiteY85" fmla="*/ 305279 h 605919"/>
                  <a:gd name="connsiteX86" fmla="*/ 548009 w 607336"/>
                  <a:gd name="connsiteY86" fmla="*/ 324187 h 605919"/>
                  <a:gd name="connsiteX87" fmla="*/ 541601 w 607336"/>
                  <a:gd name="connsiteY87" fmla="*/ 292117 h 605919"/>
                  <a:gd name="connsiteX88" fmla="*/ 545223 w 607336"/>
                  <a:gd name="connsiteY88" fmla="*/ 280160 h 605919"/>
                  <a:gd name="connsiteX89" fmla="*/ 562309 w 607336"/>
                  <a:gd name="connsiteY89" fmla="*/ 263105 h 605919"/>
                  <a:gd name="connsiteX90" fmla="*/ 541323 w 607336"/>
                  <a:gd name="connsiteY90" fmla="*/ 263105 h 605919"/>
                  <a:gd name="connsiteX91" fmla="*/ 529530 w 607336"/>
                  <a:gd name="connsiteY91" fmla="*/ 255875 h 605919"/>
                  <a:gd name="connsiteX92" fmla="*/ 92440 w 607336"/>
                  <a:gd name="connsiteY92" fmla="*/ 226678 h 605919"/>
                  <a:gd name="connsiteX93" fmla="*/ 77774 w 607336"/>
                  <a:gd name="connsiteY93" fmla="*/ 255875 h 605919"/>
                  <a:gd name="connsiteX94" fmla="*/ 65985 w 607336"/>
                  <a:gd name="connsiteY94" fmla="*/ 263105 h 605919"/>
                  <a:gd name="connsiteX95" fmla="*/ 45099 w 607336"/>
                  <a:gd name="connsiteY95" fmla="*/ 263105 h 605919"/>
                  <a:gd name="connsiteX96" fmla="*/ 62086 w 607336"/>
                  <a:gd name="connsiteY96" fmla="*/ 280160 h 605919"/>
                  <a:gd name="connsiteX97" fmla="*/ 65706 w 607336"/>
                  <a:gd name="connsiteY97" fmla="*/ 292024 h 605919"/>
                  <a:gd name="connsiteX98" fmla="*/ 59301 w 607336"/>
                  <a:gd name="connsiteY98" fmla="*/ 324187 h 605919"/>
                  <a:gd name="connsiteX99" fmla="*/ 84457 w 607336"/>
                  <a:gd name="connsiteY99" fmla="*/ 305279 h 605919"/>
                  <a:gd name="connsiteX100" fmla="*/ 92440 w 607336"/>
                  <a:gd name="connsiteY100" fmla="*/ 302683 h 605919"/>
                  <a:gd name="connsiteX101" fmla="*/ 100330 w 607336"/>
                  <a:gd name="connsiteY101" fmla="*/ 305279 h 605919"/>
                  <a:gd name="connsiteX102" fmla="*/ 125486 w 607336"/>
                  <a:gd name="connsiteY102" fmla="*/ 324187 h 605919"/>
                  <a:gd name="connsiteX103" fmla="*/ 119081 w 607336"/>
                  <a:gd name="connsiteY103" fmla="*/ 292117 h 605919"/>
                  <a:gd name="connsiteX104" fmla="*/ 122701 w 607336"/>
                  <a:gd name="connsiteY104" fmla="*/ 280160 h 605919"/>
                  <a:gd name="connsiteX105" fmla="*/ 139781 w 607336"/>
                  <a:gd name="connsiteY105" fmla="*/ 263105 h 605919"/>
                  <a:gd name="connsiteX106" fmla="*/ 118802 w 607336"/>
                  <a:gd name="connsiteY106" fmla="*/ 263105 h 605919"/>
                  <a:gd name="connsiteX107" fmla="*/ 107013 w 607336"/>
                  <a:gd name="connsiteY107" fmla="*/ 255875 h 605919"/>
                  <a:gd name="connsiteX108" fmla="*/ 514938 w 607336"/>
                  <a:gd name="connsiteY108" fmla="*/ 184598 h 605919"/>
                  <a:gd name="connsiteX109" fmla="*/ 526744 w 607336"/>
                  <a:gd name="connsiteY109" fmla="*/ 191271 h 605919"/>
                  <a:gd name="connsiteX110" fmla="*/ 549495 w 607336"/>
                  <a:gd name="connsiteY110" fmla="*/ 236782 h 605919"/>
                  <a:gd name="connsiteX111" fmla="*/ 594160 w 607336"/>
                  <a:gd name="connsiteY111" fmla="*/ 236782 h 605919"/>
                  <a:gd name="connsiteX112" fmla="*/ 606325 w 607336"/>
                  <a:gd name="connsiteY112" fmla="*/ 244938 h 605919"/>
                  <a:gd name="connsiteX113" fmla="*/ 603539 w 607336"/>
                  <a:gd name="connsiteY113" fmla="*/ 259305 h 605919"/>
                  <a:gd name="connsiteX114" fmla="*/ 568902 w 607336"/>
                  <a:gd name="connsiteY114" fmla="*/ 293878 h 605919"/>
                  <a:gd name="connsiteX115" fmla="*/ 580696 w 607336"/>
                  <a:gd name="connsiteY115" fmla="*/ 352828 h 605919"/>
                  <a:gd name="connsiteX116" fmla="*/ 574753 w 607336"/>
                  <a:gd name="connsiteY116" fmla="*/ 366546 h 605919"/>
                  <a:gd name="connsiteX117" fmla="*/ 567788 w 607336"/>
                  <a:gd name="connsiteY117" fmla="*/ 368585 h 605919"/>
                  <a:gd name="connsiteX118" fmla="*/ 559802 w 607336"/>
                  <a:gd name="connsiteY118" fmla="*/ 365990 h 605919"/>
                  <a:gd name="connsiteX119" fmla="*/ 514950 w 607336"/>
                  <a:gd name="connsiteY119" fmla="*/ 332344 h 605919"/>
                  <a:gd name="connsiteX120" fmla="*/ 470006 w 607336"/>
                  <a:gd name="connsiteY120" fmla="*/ 365990 h 605919"/>
                  <a:gd name="connsiteX121" fmla="*/ 455055 w 607336"/>
                  <a:gd name="connsiteY121" fmla="*/ 366546 h 605919"/>
                  <a:gd name="connsiteX122" fmla="*/ 449205 w 607336"/>
                  <a:gd name="connsiteY122" fmla="*/ 352828 h 605919"/>
                  <a:gd name="connsiteX123" fmla="*/ 460999 w 607336"/>
                  <a:gd name="connsiteY123" fmla="*/ 293878 h 605919"/>
                  <a:gd name="connsiteX124" fmla="*/ 426362 w 607336"/>
                  <a:gd name="connsiteY124" fmla="*/ 259305 h 605919"/>
                  <a:gd name="connsiteX125" fmla="*/ 423483 w 607336"/>
                  <a:gd name="connsiteY125" fmla="*/ 244938 h 605919"/>
                  <a:gd name="connsiteX126" fmla="*/ 435648 w 607336"/>
                  <a:gd name="connsiteY126" fmla="*/ 236782 h 605919"/>
                  <a:gd name="connsiteX127" fmla="*/ 480313 w 607336"/>
                  <a:gd name="connsiteY127" fmla="*/ 236782 h 605919"/>
                  <a:gd name="connsiteX128" fmla="*/ 503064 w 607336"/>
                  <a:gd name="connsiteY128" fmla="*/ 191271 h 605919"/>
                  <a:gd name="connsiteX129" fmla="*/ 514938 w 607336"/>
                  <a:gd name="connsiteY129" fmla="*/ 184598 h 605919"/>
                  <a:gd name="connsiteX130" fmla="*/ 92394 w 607336"/>
                  <a:gd name="connsiteY130" fmla="*/ 184598 h 605919"/>
                  <a:gd name="connsiteX131" fmla="*/ 104229 w 607336"/>
                  <a:gd name="connsiteY131" fmla="*/ 191271 h 605919"/>
                  <a:gd name="connsiteX132" fmla="*/ 126971 w 607336"/>
                  <a:gd name="connsiteY132" fmla="*/ 236782 h 605919"/>
                  <a:gd name="connsiteX133" fmla="*/ 171620 w 607336"/>
                  <a:gd name="connsiteY133" fmla="*/ 236782 h 605919"/>
                  <a:gd name="connsiteX134" fmla="*/ 183780 w 607336"/>
                  <a:gd name="connsiteY134" fmla="*/ 244938 h 605919"/>
                  <a:gd name="connsiteX135" fmla="*/ 180902 w 607336"/>
                  <a:gd name="connsiteY135" fmla="*/ 259305 h 605919"/>
                  <a:gd name="connsiteX136" fmla="*/ 146371 w 607336"/>
                  <a:gd name="connsiteY136" fmla="*/ 293878 h 605919"/>
                  <a:gd name="connsiteX137" fmla="*/ 158160 w 607336"/>
                  <a:gd name="connsiteY137" fmla="*/ 352828 h 605919"/>
                  <a:gd name="connsiteX138" fmla="*/ 152219 w 607336"/>
                  <a:gd name="connsiteY138" fmla="*/ 366546 h 605919"/>
                  <a:gd name="connsiteX139" fmla="*/ 145257 w 607336"/>
                  <a:gd name="connsiteY139" fmla="*/ 368585 h 605919"/>
                  <a:gd name="connsiteX140" fmla="*/ 137274 w 607336"/>
                  <a:gd name="connsiteY140" fmla="*/ 365990 h 605919"/>
                  <a:gd name="connsiteX141" fmla="*/ 92440 w 607336"/>
                  <a:gd name="connsiteY141" fmla="*/ 332344 h 605919"/>
                  <a:gd name="connsiteX142" fmla="*/ 47513 w 607336"/>
                  <a:gd name="connsiteY142" fmla="*/ 365990 h 605919"/>
                  <a:gd name="connsiteX143" fmla="*/ 32568 w 607336"/>
                  <a:gd name="connsiteY143" fmla="*/ 366546 h 605919"/>
                  <a:gd name="connsiteX144" fmla="*/ 26627 w 607336"/>
                  <a:gd name="connsiteY144" fmla="*/ 352828 h 605919"/>
                  <a:gd name="connsiteX145" fmla="*/ 38509 w 607336"/>
                  <a:gd name="connsiteY145" fmla="*/ 293878 h 605919"/>
                  <a:gd name="connsiteX146" fmla="*/ 3885 w 607336"/>
                  <a:gd name="connsiteY146" fmla="*/ 259305 h 605919"/>
                  <a:gd name="connsiteX147" fmla="*/ 1007 w 607336"/>
                  <a:gd name="connsiteY147" fmla="*/ 244938 h 605919"/>
                  <a:gd name="connsiteX148" fmla="*/ 13167 w 607336"/>
                  <a:gd name="connsiteY148" fmla="*/ 236782 h 605919"/>
                  <a:gd name="connsiteX149" fmla="*/ 57816 w 607336"/>
                  <a:gd name="connsiteY149" fmla="*/ 236782 h 605919"/>
                  <a:gd name="connsiteX150" fmla="*/ 80558 w 607336"/>
                  <a:gd name="connsiteY150" fmla="*/ 191271 h 605919"/>
                  <a:gd name="connsiteX151" fmla="*/ 92394 w 607336"/>
                  <a:gd name="connsiteY151" fmla="*/ 184598 h 605919"/>
                  <a:gd name="connsiteX152" fmla="*/ 303666 w 607336"/>
                  <a:gd name="connsiteY152" fmla="*/ 42096 h 605919"/>
                  <a:gd name="connsiteX153" fmla="*/ 289089 w 607336"/>
                  <a:gd name="connsiteY153" fmla="*/ 71304 h 605919"/>
                  <a:gd name="connsiteX154" fmla="*/ 277297 w 607336"/>
                  <a:gd name="connsiteY154" fmla="*/ 78537 h 605919"/>
                  <a:gd name="connsiteX155" fmla="*/ 256313 w 607336"/>
                  <a:gd name="connsiteY155" fmla="*/ 78537 h 605919"/>
                  <a:gd name="connsiteX156" fmla="*/ 273397 w 607336"/>
                  <a:gd name="connsiteY156" fmla="*/ 95598 h 605919"/>
                  <a:gd name="connsiteX157" fmla="*/ 277018 w 607336"/>
                  <a:gd name="connsiteY157" fmla="*/ 107467 h 605919"/>
                  <a:gd name="connsiteX158" fmla="*/ 270612 w 607336"/>
                  <a:gd name="connsiteY158" fmla="*/ 139642 h 605919"/>
                  <a:gd name="connsiteX159" fmla="*/ 295774 w 607336"/>
                  <a:gd name="connsiteY159" fmla="*/ 120726 h 605919"/>
                  <a:gd name="connsiteX160" fmla="*/ 303666 w 607336"/>
                  <a:gd name="connsiteY160" fmla="*/ 118130 h 605919"/>
                  <a:gd name="connsiteX161" fmla="*/ 311651 w 607336"/>
                  <a:gd name="connsiteY161" fmla="*/ 120726 h 605919"/>
                  <a:gd name="connsiteX162" fmla="*/ 336813 w 607336"/>
                  <a:gd name="connsiteY162" fmla="*/ 139642 h 605919"/>
                  <a:gd name="connsiteX163" fmla="*/ 330407 w 607336"/>
                  <a:gd name="connsiteY163" fmla="*/ 107467 h 605919"/>
                  <a:gd name="connsiteX164" fmla="*/ 333935 w 607336"/>
                  <a:gd name="connsiteY164" fmla="*/ 95598 h 605919"/>
                  <a:gd name="connsiteX165" fmla="*/ 351019 w 607336"/>
                  <a:gd name="connsiteY165" fmla="*/ 78537 h 605919"/>
                  <a:gd name="connsiteX166" fmla="*/ 330128 w 607336"/>
                  <a:gd name="connsiteY166" fmla="*/ 78537 h 605919"/>
                  <a:gd name="connsiteX167" fmla="*/ 318336 w 607336"/>
                  <a:gd name="connsiteY167" fmla="*/ 71304 h 605919"/>
                  <a:gd name="connsiteX168" fmla="*/ 303666 w 607336"/>
                  <a:gd name="connsiteY168" fmla="*/ 0 h 605919"/>
                  <a:gd name="connsiteX169" fmla="*/ 315458 w 607336"/>
                  <a:gd name="connsiteY169" fmla="*/ 6676 h 605919"/>
                  <a:gd name="connsiteX170" fmla="*/ 338206 w 607336"/>
                  <a:gd name="connsiteY170" fmla="*/ 52203 h 605919"/>
                  <a:gd name="connsiteX171" fmla="*/ 382866 w 607336"/>
                  <a:gd name="connsiteY171" fmla="*/ 52203 h 605919"/>
                  <a:gd name="connsiteX172" fmla="*/ 395122 w 607336"/>
                  <a:gd name="connsiteY172" fmla="*/ 60363 h 605919"/>
                  <a:gd name="connsiteX173" fmla="*/ 392244 w 607336"/>
                  <a:gd name="connsiteY173" fmla="*/ 74735 h 605919"/>
                  <a:gd name="connsiteX174" fmla="*/ 357611 w 607336"/>
                  <a:gd name="connsiteY174" fmla="*/ 109229 h 605919"/>
                  <a:gd name="connsiteX175" fmla="*/ 369403 w 607336"/>
                  <a:gd name="connsiteY175" fmla="*/ 168294 h 605919"/>
                  <a:gd name="connsiteX176" fmla="*/ 363461 w 607336"/>
                  <a:gd name="connsiteY176" fmla="*/ 182017 h 605919"/>
                  <a:gd name="connsiteX177" fmla="*/ 356497 w 607336"/>
                  <a:gd name="connsiteY177" fmla="*/ 184057 h 605919"/>
                  <a:gd name="connsiteX178" fmla="*/ 348605 w 607336"/>
                  <a:gd name="connsiteY178" fmla="*/ 181368 h 605919"/>
                  <a:gd name="connsiteX179" fmla="*/ 303666 w 607336"/>
                  <a:gd name="connsiteY179" fmla="*/ 147802 h 605919"/>
                  <a:gd name="connsiteX180" fmla="*/ 258820 w 607336"/>
                  <a:gd name="connsiteY180" fmla="*/ 181368 h 605919"/>
                  <a:gd name="connsiteX181" fmla="*/ 243871 w 607336"/>
                  <a:gd name="connsiteY181" fmla="*/ 182017 h 605919"/>
                  <a:gd name="connsiteX182" fmla="*/ 237929 w 607336"/>
                  <a:gd name="connsiteY182" fmla="*/ 168294 h 605919"/>
                  <a:gd name="connsiteX183" fmla="*/ 249721 w 607336"/>
                  <a:gd name="connsiteY183" fmla="*/ 109229 h 605919"/>
                  <a:gd name="connsiteX184" fmla="*/ 215088 w 607336"/>
                  <a:gd name="connsiteY184" fmla="*/ 74735 h 605919"/>
                  <a:gd name="connsiteX185" fmla="*/ 212210 w 607336"/>
                  <a:gd name="connsiteY185" fmla="*/ 60363 h 605919"/>
                  <a:gd name="connsiteX186" fmla="*/ 224466 w 607336"/>
                  <a:gd name="connsiteY186" fmla="*/ 52203 h 605919"/>
                  <a:gd name="connsiteX187" fmla="*/ 269126 w 607336"/>
                  <a:gd name="connsiteY187" fmla="*/ 52203 h 605919"/>
                  <a:gd name="connsiteX188" fmla="*/ 291874 w 607336"/>
                  <a:gd name="connsiteY188" fmla="*/ 6676 h 605919"/>
                  <a:gd name="connsiteX189" fmla="*/ 303666 w 607336"/>
                  <a:gd name="connsiteY189" fmla="*/ 0 h 605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</a:cxnLst>
                <a:rect l="l" t="t" r="r" b="b"/>
                <a:pathLst>
                  <a:path w="607336" h="605919">
                    <a:moveTo>
                      <a:pt x="435684" y="463990"/>
                    </a:moveTo>
                    <a:lnTo>
                      <a:pt x="421104" y="493187"/>
                    </a:lnTo>
                    <a:cubicBezTo>
                      <a:pt x="418876" y="497637"/>
                      <a:pt x="414326" y="500417"/>
                      <a:pt x="409311" y="500417"/>
                    </a:cubicBezTo>
                    <a:lnTo>
                      <a:pt x="388325" y="500417"/>
                    </a:lnTo>
                    <a:lnTo>
                      <a:pt x="405411" y="517472"/>
                    </a:lnTo>
                    <a:cubicBezTo>
                      <a:pt x="408568" y="520623"/>
                      <a:pt x="409961" y="525072"/>
                      <a:pt x="409033" y="529429"/>
                    </a:cubicBezTo>
                    <a:lnTo>
                      <a:pt x="402625" y="561499"/>
                    </a:lnTo>
                    <a:lnTo>
                      <a:pt x="427790" y="542591"/>
                    </a:lnTo>
                    <a:cubicBezTo>
                      <a:pt x="430112" y="540830"/>
                      <a:pt x="432991" y="539995"/>
                      <a:pt x="435684" y="539995"/>
                    </a:cubicBezTo>
                    <a:cubicBezTo>
                      <a:pt x="438469" y="539995"/>
                      <a:pt x="441255" y="540830"/>
                      <a:pt x="443670" y="542591"/>
                    </a:cubicBezTo>
                    <a:lnTo>
                      <a:pt x="468835" y="561499"/>
                    </a:lnTo>
                    <a:lnTo>
                      <a:pt x="462427" y="529429"/>
                    </a:lnTo>
                    <a:cubicBezTo>
                      <a:pt x="461499" y="525072"/>
                      <a:pt x="462892" y="520623"/>
                      <a:pt x="466049" y="517472"/>
                    </a:cubicBezTo>
                    <a:lnTo>
                      <a:pt x="483042" y="500417"/>
                    </a:lnTo>
                    <a:lnTo>
                      <a:pt x="462149" y="500417"/>
                    </a:lnTo>
                    <a:cubicBezTo>
                      <a:pt x="457134" y="500417"/>
                      <a:pt x="452584" y="497637"/>
                      <a:pt x="450356" y="493187"/>
                    </a:cubicBezTo>
                    <a:close/>
                    <a:moveTo>
                      <a:pt x="171614" y="463990"/>
                    </a:moveTo>
                    <a:lnTo>
                      <a:pt x="157040" y="493187"/>
                    </a:lnTo>
                    <a:cubicBezTo>
                      <a:pt x="154813" y="497637"/>
                      <a:pt x="150171" y="500417"/>
                      <a:pt x="145252" y="500417"/>
                    </a:cubicBezTo>
                    <a:lnTo>
                      <a:pt x="124273" y="500417"/>
                    </a:lnTo>
                    <a:lnTo>
                      <a:pt x="141353" y="517472"/>
                    </a:lnTo>
                    <a:cubicBezTo>
                      <a:pt x="144416" y="520623"/>
                      <a:pt x="145809" y="525072"/>
                      <a:pt x="144973" y="529429"/>
                    </a:cubicBezTo>
                    <a:lnTo>
                      <a:pt x="138568" y="561499"/>
                    </a:lnTo>
                    <a:lnTo>
                      <a:pt x="163724" y="542591"/>
                    </a:lnTo>
                    <a:cubicBezTo>
                      <a:pt x="166044" y="540830"/>
                      <a:pt x="168829" y="539995"/>
                      <a:pt x="171614" y="539995"/>
                    </a:cubicBezTo>
                    <a:cubicBezTo>
                      <a:pt x="174399" y="539995"/>
                      <a:pt x="177183" y="540830"/>
                      <a:pt x="179504" y="542591"/>
                    </a:cubicBezTo>
                    <a:lnTo>
                      <a:pt x="204660" y="561499"/>
                    </a:lnTo>
                    <a:lnTo>
                      <a:pt x="198255" y="529429"/>
                    </a:lnTo>
                    <a:cubicBezTo>
                      <a:pt x="197419" y="525072"/>
                      <a:pt x="198812" y="520623"/>
                      <a:pt x="201875" y="517472"/>
                    </a:cubicBezTo>
                    <a:lnTo>
                      <a:pt x="218955" y="500417"/>
                    </a:lnTo>
                    <a:lnTo>
                      <a:pt x="197976" y="500417"/>
                    </a:lnTo>
                    <a:cubicBezTo>
                      <a:pt x="193057" y="500417"/>
                      <a:pt x="188415" y="497637"/>
                      <a:pt x="186187" y="493187"/>
                    </a:cubicBezTo>
                    <a:close/>
                    <a:moveTo>
                      <a:pt x="435695" y="421910"/>
                    </a:moveTo>
                    <a:cubicBezTo>
                      <a:pt x="440490" y="421910"/>
                      <a:pt x="445295" y="424134"/>
                      <a:pt x="447570" y="428583"/>
                    </a:cubicBezTo>
                    <a:lnTo>
                      <a:pt x="470321" y="474094"/>
                    </a:lnTo>
                    <a:lnTo>
                      <a:pt x="514986" y="474094"/>
                    </a:lnTo>
                    <a:cubicBezTo>
                      <a:pt x="520279" y="474094"/>
                      <a:pt x="525108" y="477245"/>
                      <a:pt x="527151" y="482250"/>
                    </a:cubicBezTo>
                    <a:cubicBezTo>
                      <a:pt x="529194" y="487163"/>
                      <a:pt x="528080" y="492817"/>
                      <a:pt x="524272" y="496617"/>
                    </a:cubicBezTo>
                    <a:lnTo>
                      <a:pt x="489635" y="531190"/>
                    </a:lnTo>
                    <a:lnTo>
                      <a:pt x="501429" y="590140"/>
                    </a:lnTo>
                    <a:cubicBezTo>
                      <a:pt x="502543" y="595516"/>
                      <a:pt x="500222" y="600985"/>
                      <a:pt x="495579" y="603858"/>
                    </a:cubicBezTo>
                    <a:cubicBezTo>
                      <a:pt x="493443" y="605248"/>
                      <a:pt x="491028" y="605897"/>
                      <a:pt x="488521" y="605897"/>
                    </a:cubicBezTo>
                    <a:cubicBezTo>
                      <a:pt x="485735" y="605897"/>
                      <a:pt x="482950" y="604970"/>
                      <a:pt x="480628" y="603302"/>
                    </a:cubicBezTo>
                    <a:lnTo>
                      <a:pt x="435684" y="569656"/>
                    </a:lnTo>
                    <a:lnTo>
                      <a:pt x="390832" y="603302"/>
                    </a:lnTo>
                    <a:cubicBezTo>
                      <a:pt x="386375" y="606546"/>
                      <a:pt x="380524" y="606824"/>
                      <a:pt x="375881" y="603858"/>
                    </a:cubicBezTo>
                    <a:cubicBezTo>
                      <a:pt x="371238" y="600985"/>
                      <a:pt x="368917" y="595516"/>
                      <a:pt x="369938" y="590140"/>
                    </a:cubicBezTo>
                    <a:lnTo>
                      <a:pt x="381732" y="531190"/>
                    </a:lnTo>
                    <a:lnTo>
                      <a:pt x="347095" y="496617"/>
                    </a:lnTo>
                    <a:cubicBezTo>
                      <a:pt x="343380" y="492817"/>
                      <a:pt x="342266" y="487163"/>
                      <a:pt x="344309" y="482250"/>
                    </a:cubicBezTo>
                    <a:cubicBezTo>
                      <a:pt x="346352" y="477245"/>
                      <a:pt x="351181" y="474094"/>
                      <a:pt x="356474" y="474094"/>
                    </a:cubicBezTo>
                    <a:lnTo>
                      <a:pt x="401139" y="474094"/>
                    </a:lnTo>
                    <a:lnTo>
                      <a:pt x="423890" y="428583"/>
                    </a:lnTo>
                    <a:cubicBezTo>
                      <a:pt x="426119" y="424134"/>
                      <a:pt x="430901" y="421910"/>
                      <a:pt x="435695" y="421910"/>
                    </a:cubicBezTo>
                    <a:close/>
                    <a:moveTo>
                      <a:pt x="171614" y="421910"/>
                    </a:moveTo>
                    <a:cubicBezTo>
                      <a:pt x="176395" y="421910"/>
                      <a:pt x="181175" y="424134"/>
                      <a:pt x="183403" y="428583"/>
                    </a:cubicBezTo>
                    <a:lnTo>
                      <a:pt x="206145" y="474094"/>
                    </a:lnTo>
                    <a:lnTo>
                      <a:pt x="250794" y="474094"/>
                    </a:lnTo>
                    <a:cubicBezTo>
                      <a:pt x="256178" y="474094"/>
                      <a:pt x="261005" y="477245"/>
                      <a:pt x="262954" y="482250"/>
                    </a:cubicBezTo>
                    <a:cubicBezTo>
                      <a:pt x="264996" y="487163"/>
                      <a:pt x="263882" y="492817"/>
                      <a:pt x="260169" y="496617"/>
                    </a:cubicBezTo>
                    <a:lnTo>
                      <a:pt x="225545" y="531190"/>
                    </a:lnTo>
                    <a:lnTo>
                      <a:pt x="237334" y="590140"/>
                    </a:lnTo>
                    <a:cubicBezTo>
                      <a:pt x="238448" y="595516"/>
                      <a:pt x="236035" y="600985"/>
                      <a:pt x="231393" y="603858"/>
                    </a:cubicBezTo>
                    <a:cubicBezTo>
                      <a:pt x="229351" y="605248"/>
                      <a:pt x="226845" y="605897"/>
                      <a:pt x="224431" y="605897"/>
                    </a:cubicBezTo>
                    <a:cubicBezTo>
                      <a:pt x="221647" y="605897"/>
                      <a:pt x="218862" y="604970"/>
                      <a:pt x="216541" y="603302"/>
                    </a:cubicBezTo>
                    <a:lnTo>
                      <a:pt x="171614" y="569656"/>
                    </a:lnTo>
                    <a:lnTo>
                      <a:pt x="126687" y="603302"/>
                    </a:lnTo>
                    <a:cubicBezTo>
                      <a:pt x="122324" y="606546"/>
                      <a:pt x="116383" y="606824"/>
                      <a:pt x="111742" y="603858"/>
                    </a:cubicBezTo>
                    <a:cubicBezTo>
                      <a:pt x="107100" y="600985"/>
                      <a:pt x="104780" y="595516"/>
                      <a:pt x="105894" y="590140"/>
                    </a:cubicBezTo>
                    <a:lnTo>
                      <a:pt x="117683" y="531190"/>
                    </a:lnTo>
                    <a:lnTo>
                      <a:pt x="83059" y="496617"/>
                    </a:lnTo>
                    <a:cubicBezTo>
                      <a:pt x="79253" y="492817"/>
                      <a:pt x="78139" y="487163"/>
                      <a:pt x="80181" y="482250"/>
                    </a:cubicBezTo>
                    <a:cubicBezTo>
                      <a:pt x="82223" y="477245"/>
                      <a:pt x="87050" y="474094"/>
                      <a:pt x="92434" y="474094"/>
                    </a:cubicBezTo>
                    <a:lnTo>
                      <a:pt x="137083" y="474094"/>
                    </a:lnTo>
                    <a:lnTo>
                      <a:pt x="159825" y="428583"/>
                    </a:lnTo>
                    <a:cubicBezTo>
                      <a:pt x="162053" y="424134"/>
                      <a:pt x="166834" y="421910"/>
                      <a:pt x="171614" y="421910"/>
                    </a:cubicBezTo>
                    <a:close/>
                    <a:moveTo>
                      <a:pt x="514950" y="226678"/>
                    </a:moveTo>
                    <a:lnTo>
                      <a:pt x="500278" y="255875"/>
                    </a:lnTo>
                    <a:cubicBezTo>
                      <a:pt x="498050" y="260325"/>
                      <a:pt x="493500" y="263105"/>
                      <a:pt x="488485" y="263105"/>
                    </a:cubicBezTo>
                    <a:lnTo>
                      <a:pt x="467592" y="263105"/>
                    </a:lnTo>
                    <a:lnTo>
                      <a:pt x="484678" y="280160"/>
                    </a:lnTo>
                    <a:cubicBezTo>
                      <a:pt x="487742" y="283311"/>
                      <a:pt x="489135" y="287760"/>
                      <a:pt x="488207" y="292117"/>
                    </a:cubicBezTo>
                    <a:lnTo>
                      <a:pt x="481799" y="324187"/>
                    </a:lnTo>
                    <a:lnTo>
                      <a:pt x="506964" y="305279"/>
                    </a:lnTo>
                    <a:cubicBezTo>
                      <a:pt x="509379" y="303518"/>
                      <a:pt x="512165" y="302683"/>
                      <a:pt x="514950" y="302683"/>
                    </a:cubicBezTo>
                    <a:cubicBezTo>
                      <a:pt x="517736" y="302683"/>
                      <a:pt x="520522" y="303518"/>
                      <a:pt x="522844" y="305279"/>
                    </a:cubicBezTo>
                    <a:lnTo>
                      <a:pt x="548009" y="324187"/>
                    </a:lnTo>
                    <a:lnTo>
                      <a:pt x="541601" y="292117"/>
                    </a:lnTo>
                    <a:cubicBezTo>
                      <a:pt x="540766" y="287760"/>
                      <a:pt x="542066" y="283311"/>
                      <a:pt x="545223" y="280160"/>
                    </a:cubicBezTo>
                    <a:lnTo>
                      <a:pt x="562309" y="263105"/>
                    </a:lnTo>
                    <a:lnTo>
                      <a:pt x="541323" y="263105"/>
                    </a:lnTo>
                    <a:cubicBezTo>
                      <a:pt x="536308" y="263105"/>
                      <a:pt x="531758" y="260325"/>
                      <a:pt x="529530" y="255875"/>
                    </a:cubicBezTo>
                    <a:close/>
                    <a:moveTo>
                      <a:pt x="92440" y="226678"/>
                    </a:moveTo>
                    <a:lnTo>
                      <a:pt x="77774" y="255875"/>
                    </a:lnTo>
                    <a:cubicBezTo>
                      <a:pt x="75546" y="260325"/>
                      <a:pt x="70997" y="263105"/>
                      <a:pt x="65985" y="263105"/>
                    </a:cubicBezTo>
                    <a:lnTo>
                      <a:pt x="45099" y="263105"/>
                    </a:lnTo>
                    <a:lnTo>
                      <a:pt x="62086" y="280160"/>
                    </a:lnTo>
                    <a:cubicBezTo>
                      <a:pt x="65242" y="283219"/>
                      <a:pt x="66635" y="287760"/>
                      <a:pt x="65706" y="292024"/>
                    </a:cubicBezTo>
                    <a:lnTo>
                      <a:pt x="59301" y="324187"/>
                    </a:lnTo>
                    <a:lnTo>
                      <a:pt x="84457" y="305279"/>
                    </a:lnTo>
                    <a:cubicBezTo>
                      <a:pt x="86870" y="303518"/>
                      <a:pt x="89655" y="302683"/>
                      <a:pt x="92440" y="302683"/>
                    </a:cubicBezTo>
                    <a:cubicBezTo>
                      <a:pt x="95225" y="302683"/>
                      <a:pt x="98009" y="303518"/>
                      <a:pt x="100330" y="305279"/>
                    </a:cubicBezTo>
                    <a:lnTo>
                      <a:pt x="125486" y="324187"/>
                    </a:lnTo>
                    <a:lnTo>
                      <a:pt x="119081" y="292117"/>
                    </a:lnTo>
                    <a:cubicBezTo>
                      <a:pt x="118245" y="287760"/>
                      <a:pt x="119545" y="283311"/>
                      <a:pt x="122701" y="280160"/>
                    </a:cubicBezTo>
                    <a:lnTo>
                      <a:pt x="139781" y="263105"/>
                    </a:lnTo>
                    <a:lnTo>
                      <a:pt x="118802" y="263105"/>
                    </a:lnTo>
                    <a:cubicBezTo>
                      <a:pt x="113790" y="263105"/>
                      <a:pt x="109241" y="260325"/>
                      <a:pt x="107013" y="255875"/>
                    </a:cubicBezTo>
                    <a:close/>
                    <a:moveTo>
                      <a:pt x="514938" y="184598"/>
                    </a:moveTo>
                    <a:cubicBezTo>
                      <a:pt x="519732" y="184598"/>
                      <a:pt x="524515" y="186822"/>
                      <a:pt x="526744" y="191271"/>
                    </a:cubicBezTo>
                    <a:lnTo>
                      <a:pt x="549495" y="236782"/>
                    </a:lnTo>
                    <a:lnTo>
                      <a:pt x="594160" y="236782"/>
                    </a:lnTo>
                    <a:cubicBezTo>
                      <a:pt x="599453" y="236782"/>
                      <a:pt x="604282" y="239933"/>
                      <a:pt x="606325" y="244938"/>
                    </a:cubicBezTo>
                    <a:cubicBezTo>
                      <a:pt x="608368" y="249851"/>
                      <a:pt x="607254" y="255505"/>
                      <a:pt x="603539" y="259305"/>
                    </a:cubicBezTo>
                    <a:lnTo>
                      <a:pt x="568902" y="293878"/>
                    </a:lnTo>
                    <a:lnTo>
                      <a:pt x="580696" y="352828"/>
                    </a:lnTo>
                    <a:cubicBezTo>
                      <a:pt x="581717" y="358204"/>
                      <a:pt x="579396" y="363673"/>
                      <a:pt x="574753" y="366546"/>
                    </a:cubicBezTo>
                    <a:cubicBezTo>
                      <a:pt x="572617" y="367936"/>
                      <a:pt x="570202" y="368585"/>
                      <a:pt x="567788" y="368585"/>
                    </a:cubicBezTo>
                    <a:cubicBezTo>
                      <a:pt x="565002" y="368585"/>
                      <a:pt x="562216" y="367658"/>
                      <a:pt x="559802" y="365990"/>
                    </a:cubicBezTo>
                    <a:lnTo>
                      <a:pt x="514950" y="332344"/>
                    </a:lnTo>
                    <a:lnTo>
                      <a:pt x="470006" y="365990"/>
                    </a:lnTo>
                    <a:cubicBezTo>
                      <a:pt x="465642" y="369234"/>
                      <a:pt x="459698" y="369512"/>
                      <a:pt x="455055" y="366546"/>
                    </a:cubicBezTo>
                    <a:cubicBezTo>
                      <a:pt x="450412" y="363673"/>
                      <a:pt x="448091" y="358204"/>
                      <a:pt x="449205" y="352828"/>
                    </a:cubicBezTo>
                    <a:lnTo>
                      <a:pt x="460999" y="293878"/>
                    </a:lnTo>
                    <a:lnTo>
                      <a:pt x="426362" y="259305"/>
                    </a:lnTo>
                    <a:cubicBezTo>
                      <a:pt x="422554" y="255505"/>
                      <a:pt x="421440" y="249851"/>
                      <a:pt x="423483" y="244938"/>
                    </a:cubicBezTo>
                    <a:cubicBezTo>
                      <a:pt x="425526" y="239933"/>
                      <a:pt x="430355" y="236782"/>
                      <a:pt x="435648" y="236782"/>
                    </a:cubicBezTo>
                    <a:lnTo>
                      <a:pt x="480313" y="236782"/>
                    </a:lnTo>
                    <a:lnTo>
                      <a:pt x="503064" y="191271"/>
                    </a:lnTo>
                    <a:cubicBezTo>
                      <a:pt x="505339" y="186822"/>
                      <a:pt x="510145" y="184598"/>
                      <a:pt x="514938" y="184598"/>
                    </a:cubicBezTo>
                    <a:close/>
                    <a:moveTo>
                      <a:pt x="92394" y="184598"/>
                    </a:moveTo>
                    <a:cubicBezTo>
                      <a:pt x="97174" y="184598"/>
                      <a:pt x="101955" y="186822"/>
                      <a:pt x="104229" y="191271"/>
                    </a:cubicBezTo>
                    <a:lnTo>
                      <a:pt x="126971" y="236782"/>
                    </a:lnTo>
                    <a:lnTo>
                      <a:pt x="171620" y="236782"/>
                    </a:lnTo>
                    <a:cubicBezTo>
                      <a:pt x="176911" y="236782"/>
                      <a:pt x="181738" y="239933"/>
                      <a:pt x="183780" y="244938"/>
                    </a:cubicBezTo>
                    <a:cubicBezTo>
                      <a:pt x="185822" y="249851"/>
                      <a:pt x="184708" y="255505"/>
                      <a:pt x="180902" y="259305"/>
                    </a:cubicBezTo>
                    <a:lnTo>
                      <a:pt x="146371" y="293878"/>
                    </a:lnTo>
                    <a:lnTo>
                      <a:pt x="158160" y="352828"/>
                    </a:lnTo>
                    <a:cubicBezTo>
                      <a:pt x="159181" y="358204"/>
                      <a:pt x="156861" y="363673"/>
                      <a:pt x="152219" y="366546"/>
                    </a:cubicBezTo>
                    <a:cubicBezTo>
                      <a:pt x="150084" y="367936"/>
                      <a:pt x="147671" y="368585"/>
                      <a:pt x="145257" y="368585"/>
                    </a:cubicBezTo>
                    <a:cubicBezTo>
                      <a:pt x="142473" y="368585"/>
                      <a:pt x="139688" y="367658"/>
                      <a:pt x="137274" y="365990"/>
                    </a:cubicBezTo>
                    <a:lnTo>
                      <a:pt x="92440" y="332344"/>
                    </a:lnTo>
                    <a:lnTo>
                      <a:pt x="47513" y="365990"/>
                    </a:lnTo>
                    <a:cubicBezTo>
                      <a:pt x="43150" y="369234"/>
                      <a:pt x="37209" y="369512"/>
                      <a:pt x="32568" y="366546"/>
                    </a:cubicBezTo>
                    <a:cubicBezTo>
                      <a:pt x="27926" y="363673"/>
                      <a:pt x="25606" y="358204"/>
                      <a:pt x="26627" y="352828"/>
                    </a:cubicBezTo>
                    <a:lnTo>
                      <a:pt x="38509" y="293878"/>
                    </a:lnTo>
                    <a:lnTo>
                      <a:pt x="3885" y="259305"/>
                    </a:lnTo>
                    <a:cubicBezTo>
                      <a:pt x="79" y="255505"/>
                      <a:pt x="-1035" y="249851"/>
                      <a:pt x="1007" y="244938"/>
                    </a:cubicBezTo>
                    <a:cubicBezTo>
                      <a:pt x="3049" y="239933"/>
                      <a:pt x="7876" y="236782"/>
                      <a:pt x="13167" y="236782"/>
                    </a:cubicBezTo>
                    <a:lnTo>
                      <a:pt x="57816" y="236782"/>
                    </a:lnTo>
                    <a:lnTo>
                      <a:pt x="80558" y="191271"/>
                    </a:lnTo>
                    <a:cubicBezTo>
                      <a:pt x="82833" y="186822"/>
                      <a:pt x="87613" y="184598"/>
                      <a:pt x="92394" y="184598"/>
                    </a:cubicBezTo>
                    <a:close/>
                    <a:moveTo>
                      <a:pt x="303666" y="42096"/>
                    </a:moveTo>
                    <a:lnTo>
                      <a:pt x="289089" y="71304"/>
                    </a:lnTo>
                    <a:cubicBezTo>
                      <a:pt x="286860" y="75755"/>
                      <a:pt x="282311" y="78537"/>
                      <a:pt x="277297" y="78537"/>
                    </a:cubicBezTo>
                    <a:lnTo>
                      <a:pt x="256313" y="78537"/>
                    </a:lnTo>
                    <a:lnTo>
                      <a:pt x="273397" y="95598"/>
                    </a:lnTo>
                    <a:cubicBezTo>
                      <a:pt x="276554" y="98658"/>
                      <a:pt x="277854" y="103201"/>
                      <a:pt x="277018" y="107467"/>
                    </a:cubicBezTo>
                    <a:lnTo>
                      <a:pt x="270612" y="139642"/>
                    </a:lnTo>
                    <a:lnTo>
                      <a:pt x="295774" y="120726"/>
                    </a:lnTo>
                    <a:cubicBezTo>
                      <a:pt x="298095" y="118965"/>
                      <a:pt x="300881" y="118130"/>
                      <a:pt x="303666" y="118130"/>
                    </a:cubicBezTo>
                    <a:cubicBezTo>
                      <a:pt x="306451" y="118130"/>
                      <a:pt x="309237" y="118965"/>
                      <a:pt x="311651" y="120726"/>
                    </a:cubicBezTo>
                    <a:lnTo>
                      <a:pt x="336813" y="139642"/>
                    </a:lnTo>
                    <a:lnTo>
                      <a:pt x="330407" y="107467"/>
                    </a:lnTo>
                    <a:cubicBezTo>
                      <a:pt x="329478" y="103201"/>
                      <a:pt x="330871" y="98751"/>
                      <a:pt x="333935" y="95598"/>
                    </a:cubicBezTo>
                    <a:lnTo>
                      <a:pt x="351019" y="78537"/>
                    </a:lnTo>
                    <a:lnTo>
                      <a:pt x="330128" y="78537"/>
                    </a:lnTo>
                    <a:cubicBezTo>
                      <a:pt x="325114" y="78537"/>
                      <a:pt x="320565" y="75755"/>
                      <a:pt x="318336" y="71304"/>
                    </a:cubicBezTo>
                    <a:close/>
                    <a:moveTo>
                      <a:pt x="303666" y="0"/>
                    </a:moveTo>
                    <a:cubicBezTo>
                      <a:pt x="308448" y="0"/>
                      <a:pt x="313229" y="2225"/>
                      <a:pt x="315458" y="6676"/>
                    </a:cubicBezTo>
                    <a:lnTo>
                      <a:pt x="338206" y="52203"/>
                    </a:lnTo>
                    <a:lnTo>
                      <a:pt x="382866" y="52203"/>
                    </a:lnTo>
                    <a:cubicBezTo>
                      <a:pt x="388251" y="52203"/>
                      <a:pt x="393080" y="55356"/>
                      <a:pt x="395122" y="60363"/>
                    </a:cubicBezTo>
                    <a:cubicBezTo>
                      <a:pt x="397165" y="65277"/>
                      <a:pt x="395958" y="70933"/>
                      <a:pt x="392244" y="74735"/>
                    </a:cubicBezTo>
                    <a:lnTo>
                      <a:pt x="357611" y="109229"/>
                    </a:lnTo>
                    <a:lnTo>
                      <a:pt x="369403" y="168294"/>
                    </a:lnTo>
                    <a:cubicBezTo>
                      <a:pt x="370517" y="173579"/>
                      <a:pt x="368196" y="179143"/>
                      <a:pt x="363461" y="182017"/>
                    </a:cubicBezTo>
                    <a:cubicBezTo>
                      <a:pt x="361418" y="183408"/>
                      <a:pt x="359004" y="184057"/>
                      <a:pt x="356497" y="184057"/>
                    </a:cubicBezTo>
                    <a:cubicBezTo>
                      <a:pt x="353712" y="184057"/>
                      <a:pt x="350926" y="183130"/>
                      <a:pt x="348605" y="181368"/>
                    </a:cubicBezTo>
                    <a:lnTo>
                      <a:pt x="303666" y="147802"/>
                    </a:lnTo>
                    <a:lnTo>
                      <a:pt x="258820" y="181368"/>
                    </a:lnTo>
                    <a:cubicBezTo>
                      <a:pt x="254363" y="184706"/>
                      <a:pt x="248514" y="184984"/>
                      <a:pt x="243871" y="182017"/>
                    </a:cubicBezTo>
                    <a:cubicBezTo>
                      <a:pt x="239229" y="179143"/>
                      <a:pt x="236815" y="173672"/>
                      <a:pt x="237929" y="168294"/>
                    </a:cubicBezTo>
                    <a:lnTo>
                      <a:pt x="249721" y="109229"/>
                    </a:lnTo>
                    <a:lnTo>
                      <a:pt x="215088" y="74735"/>
                    </a:lnTo>
                    <a:cubicBezTo>
                      <a:pt x="211374" y="70933"/>
                      <a:pt x="210167" y="65277"/>
                      <a:pt x="212210" y="60363"/>
                    </a:cubicBezTo>
                    <a:cubicBezTo>
                      <a:pt x="214345" y="55356"/>
                      <a:pt x="219081" y="52203"/>
                      <a:pt x="224466" y="52203"/>
                    </a:cubicBezTo>
                    <a:lnTo>
                      <a:pt x="269126" y="52203"/>
                    </a:lnTo>
                    <a:lnTo>
                      <a:pt x="291874" y="6676"/>
                    </a:lnTo>
                    <a:cubicBezTo>
                      <a:pt x="294103" y="2225"/>
                      <a:pt x="298884" y="0"/>
                      <a:pt x="303666" y="0"/>
                    </a:cubicBezTo>
                    <a:close/>
                  </a:path>
                </a:pathLst>
              </a:cu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43" name="文本框 15">
                <a:extLst>
                  <a:ext uri="{FF2B5EF4-FFF2-40B4-BE49-F238E27FC236}">
                    <a16:creationId xmlns:a16="http://schemas.microsoft.com/office/drawing/2014/main" id="{39B7D34C-BB00-4891-CFE1-0B95360C7CF8}"/>
                  </a:ext>
                </a:extLst>
              </p:cNvPr>
              <p:cNvSpPr txBox="1"/>
              <p:nvPr/>
            </p:nvSpPr>
            <p:spPr>
              <a:xfrm>
                <a:off x="6176686" y="146948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项目成果</a:t>
                </a:r>
              </a:p>
            </p:txBody>
          </p:sp>
          <p:sp>
            <p:nvSpPr>
              <p:cNvPr id="45" name="文本框 15">
                <a:extLst>
                  <a:ext uri="{FF2B5EF4-FFF2-40B4-BE49-F238E27FC236}">
                    <a16:creationId xmlns:a16="http://schemas.microsoft.com/office/drawing/2014/main" id="{C2858CEE-034C-FAF6-8309-8D3D327099B8}"/>
                  </a:ext>
                </a:extLst>
              </p:cNvPr>
              <p:cNvSpPr txBox="1"/>
              <p:nvPr/>
            </p:nvSpPr>
            <p:spPr>
              <a:xfrm>
                <a:off x="7803323" y="154436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项目创新</a:t>
                </a:r>
              </a:p>
            </p:txBody>
          </p:sp>
          <p:sp>
            <p:nvSpPr>
              <p:cNvPr id="46" name="文本框 15">
                <a:extLst>
                  <a:ext uri="{FF2B5EF4-FFF2-40B4-BE49-F238E27FC236}">
                    <a16:creationId xmlns:a16="http://schemas.microsoft.com/office/drawing/2014/main" id="{34D6C3EC-D21A-3846-0FC3-3E3CF101AA4C}"/>
                  </a:ext>
                </a:extLst>
              </p:cNvPr>
              <p:cNvSpPr txBox="1"/>
              <p:nvPr/>
            </p:nvSpPr>
            <p:spPr>
              <a:xfrm>
                <a:off x="9372724" y="140702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项目反思</a:t>
                </a:r>
              </a:p>
            </p:txBody>
          </p:sp>
        </p:grpSp>
        <p:sp>
          <p:nvSpPr>
            <p:cNvPr id="19" name="thinking_151421">
              <a:extLst>
                <a:ext uri="{FF2B5EF4-FFF2-40B4-BE49-F238E27FC236}">
                  <a16:creationId xmlns:a16="http://schemas.microsoft.com/office/drawing/2014/main" id="{B754FDD7-7D20-43B5-606F-69372E27FC5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386765" y="268573"/>
              <a:ext cx="177127" cy="234000"/>
            </a:xfrm>
            <a:custGeom>
              <a:avLst/>
              <a:gdLst>
                <a:gd name="connsiteX0" fmla="*/ 227211 w 460766"/>
                <a:gd name="connsiteY0" fmla="*/ 104062 h 608712"/>
                <a:gd name="connsiteX1" fmla="*/ 249692 w 460766"/>
                <a:gd name="connsiteY1" fmla="*/ 116855 h 608712"/>
                <a:gd name="connsiteX2" fmla="*/ 209188 w 460766"/>
                <a:gd name="connsiteY2" fmla="*/ 187641 h 608712"/>
                <a:gd name="connsiteX3" fmla="*/ 258324 w 460766"/>
                <a:gd name="connsiteY3" fmla="*/ 187641 h 608712"/>
                <a:gd name="connsiteX4" fmla="*/ 269422 w 460766"/>
                <a:gd name="connsiteY4" fmla="*/ 193990 h 608712"/>
                <a:gd name="connsiteX5" fmla="*/ 269706 w 460766"/>
                <a:gd name="connsiteY5" fmla="*/ 206687 h 608712"/>
                <a:gd name="connsiteX6" fmla="*/ 216777 w 460766"/>
                <a:gd name="connsiteY6" fmla="*/ 306091 h 608712"/>
                <a:gd name="connsiteX7" fmla="*/ 193917 w 460766"/>
                <a:gd name="connsiteY7" fmla="*/ 293962 h 608712"/>
                <a:gd name="connsiteX8" fmla="*/ 236697 w 460766"/>
                <a:gd name="connsiteY8" fmla="*/ 213510 h 608712"/>
                <a:gd name="connsiteX9" fmla="*/ 186803 w 460766"/>
                <a:gd name="connsiteY9" fmla="*/ 213510 h 608712"/>
                <a:gd name="connsiteX10" fmla="*/ 175610 w 460766"/>
                <a:gd name="connsiteY10" fmla="*/ 207066 h 608712"/>
                <a:gd name="connsiteX11" fmla="*/ 175610 w 460766"/>
                <a:gd name="connsiteY11" fmla="*/ 194179 h 608712"/>
                <a:gd name="connsiteX12" fmla="*/ 207700 w 460766"/>
                <a:gd name="connsiteY12" fmla="*/ 26413 h 608712"/>
                <a:gd name="connsiteX13" fmla="*/ 201361 w 460766"/>
                <a:gd name="connsiteY13" fmla="*/ 26549 h 608712"/>
                <a:gd name="connsiteX14" fmla="*/ 25905 w 460766"/>
                <a:gd name="connsiteY14" fmla="*/ 206216 h 608712"/>
                <a:gd name="connsiteX15" fmla="*/ 63008 w 460766"/>
                <a:gd name="connsiteY15" fmla="*/ 316708 h 608712"/>
                <a:gd name="connsiteX16" fmla="*/ 110928 w 460766"/>
                <a:gd name="connsiteY16" fmla="*/ 466620 h 608712"/>
                <a:gd name="connsiteX17" fmla="*/ 109315 w 460766"/>
                <a:gd name="connsiteY17" fmla="*/ 512958 h 608712"/>
                <a:gd name="connsiteX18" fmla="*/ 107797 w 460766"/>
                <a:gd name="connsiteY18" fmla="*/ 553895 h 608712"/>
                <a:gd name="connsiteX19" fmla="*/ 118994 w 460766"/>
                <a:gd name="connsiteY19" fmla="*/ 563466 h 608712"/>
                <a:gd name="connsiteX20" fmla="*/ 251179 w 460766"/>
                <a:gd name="connsiteY20" fmla="*/ 580902 h 608712"/>
                <a:gd name="connsiteX21" fmla="*/ 269208 w 460766"/>
                <a:gd name="connsiteY21" fmla="*/ 520539 h 608712"/>
                <a:gd name="connsiteX22" fmla="*/ 352523 w 460766"/>
                <a:gd name="connsiteY22" fmla="*/ 496849 h 608712"/>
                <a:gd name="connsiteX23" fmla="*/ 362867 w 460766"/>
                <a:gd name="connsiteY23" fmla="*/ 473917 h 608712"/>
                <a:gd name="connsiteX24" fmla="*/ 370078 w 460766"/>
                <a:gd name="connsiteY24" fmla="*/ 424072 h 608712"/>
                <a:gd name="connsiteX25" fmla="*/ 359071 w 460766"/>
                <a:gd name="connsiteY25" fmla="*/ 413080 h 608712"/>
                <a:gd name="connsiteX26" fmla="*/ 363056 w 460766"/>
                <a:gd name="connsiteY26" fmla="*/ 397350 h 608712"/>
                <a:gd name="connsiteX27" fmla="*/ 385546 w 460766"/>
                <a:gd name="connsiteY27" fmla="*/ 388442 h 608712"/>
                <a:gd name="connsiteX28" fmla="*/ 395604 w 460766"/>
                <a:gd name="connsiteY28" fmla="*/ 354233 h 608712"/>
                <a:gd name="connsiteX29" fmla="*/ 435079 w 460766"/>
                <a:gd name="connsiteY29" fmla="*/ 340872 h 608712"/>
                <a:gd name="connsiteX30" fmla="*/ 421320 w 460766"/>
                <a:gd name="connsiteY30" fmla="*/ 295860 h 608712"/>
                <a:gd name="connsiteX31" fmla="*/ 411167 w 460766"/>
                <a:gd name="connsiteY31" fmla="*/ 210481 h 608712"/>
                <a:gd name="connsiteX32" fmla="*/ 396363 w 460766"/>
                <a:gd name="connsiteY32" fmla="*/ 124248 h 608712"/>
                <a:gd name="connsiteX33" fmla="*/ 207700 w 460766"/>
                <a:gd name="connsiteY33" fmla="*/ 26413 h 608712"/>
                <a:gd name="connsiteX34" fmla="*/ 223516 w 460766"/>
                <a:gd name="connsiteY34" fmla="*/ 133 h 608712"/>
                <a:gd name="connsiteX35" fmla="*/ 419422 w 460766"/>
                <a:gd name="connsiteY35" fmla="*/ 112403 h 608712"/>
                <a:gd name="connsiteX36" fmla="*/ 437072 w 460766"/>
                <a:gd name="connsiteY36" fmla="*/ 210481 h 608712"/>
                <a:gd name="connsiteX37" fmla="*/ 446751 w 460766"/>
                <a:gd name="connsiteY37" fmla="*/ 290743 h 608712"/>
                <a:gd name="connsiteX38" fmla="*/ 460415 w 460766"/>
                <a:gd name="connsiteY38" fmla="*/ 350064 h 608712"/>
                <a:gd name="connsiteX39" fmla="*/ 410123 w 460766"/>
                <a:gd name="connsiteY39" fmla="*/ 375555 h 608712"/>
                <a:gd name="connsiteX40" fmla="*/ 406517 w 460766"/>
                <a:gd name="connsiteY40" fmla="*/ 404457 h 608712"/>
                <a:gd name="connsiteX41" fmla="*/ 397123 w 460766"/>
                <a:gd name="connsiteY41" fmla="*/ 411659 h 608712"/>
                <a:gd name="connsiteX42" fmla="*/ 400823 w 460766"/>
                <a:gd name="connsiteY42" fmla="*/ 429947 h 608712"/>
                <a:gd name="connsiteX43" fmla="*/ 387918 w 460766"/>
                <a:gd name="connsiteY43" fmla="*/ 443498 h 608712"/>
                <a:gd name="connsiteX44" fmla="*/ 388487 w 460766"/>
                <a:gd name="connsiteY44" fmla="*/ 469652 h 608712"/>
                <a:gd name="connsiteX45" fmla="*/ 357078 w 460766"/>
                <a:gd name="connsiteY45" fmla="*/ 522340 h 608712"/>
                <a:gd name="connsiteX46" fmla="*/ 290749 w 460766"/>
                <a:gd name="connsiteY46" fmla="*/ 535038 h 608712"/>
                <a:gd name="connsiteX47" fmla="*/ 276989 w 460766"/>
                <a:gd name="connsiteY47" fmla="*/ 589241 h 608712"/>
                <a:gd name="connsiteX48" fmla="*/ 263515 w 460766"/>
                <a:gd name="connsiteY48" fmla="*/ 608667 h 608712"/>
                <a:gd name="connsiteX49" fmla="*/ 111782 w 460766"/>
                <a:gd name="connsiteY49" fmla="*/ 588672 h 608712"/>
                <a:gd name="connsiteX50" fmla="*/ 105045 w 460766"/>
                <a:gd name="connsiteY50" fmla="*/ 585640 h 608712"/>
                <a:gd name="connsiteX51" fmla="*/ 86541 w 460766"/>
                <a:gd name="connsiteY51" fmla="*/ 569720 h 608712"/>
                <a:gd name="connsiteX52" fmla="*/ 81986 w 460766"/>
                <a:gd name="connsiteY52" fmla="*/ 560244 h 608712"/>
                <a:gd name="connsiteX53" fmla="*/ 83410 w 460766"/>
                <a:gd name="connsiteY53" fmla="*/ 511537 h 608712"/>
                <a:gd name="connsiteX54" fmla="*/ 85023 w 460766"/>
                <a:gd name="connsiteY54" fmla="*/ 466620 h 608712"/>
                <a:gd name="connsiteX55" fmla="*/ 41183 w 460766"/>
                <a:gd name="connsiteY55" fmla="*/ 330733 h 608712"/>
                <a:gd name="connsiteX56" fmla="*/ 0 w 460766"/>
                <a:gd name="connsiteY56" fmla="*/ 206216 h 608712"/>
                <a:gd name="connsiteX57" fmla="*/ 198893 w 460766"/>
                <a:gd name="connsiteY57" fmla="*/ 680 h 608712"/>
                <a:gd name="connsiteX58" fmla="*/ 223516 w 460766"/>
                <a:gd name="connsiteY58" fmla="*/ 133 h 608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460766" h="608712">
                  <a:moveTo>
                    <a:pt x="227211" y="104062"/>
                  </a:moveTo>
                  <a:lnTo>
                    <a:pt x="249692" y="116855"/>
                  </a:lnTo>
                  <a:lnTo>
                    <a:pt x="209188" y="187641"/>
                  </a:lnTo>
                  <a:lnTo>
                    <a:pt x="258324" y="187641"/>
                  </a:lnTo>
                  <a:cubicBezTo>
                    <a:pt x="262782" y="187641"/>
                    <a:pt x="267050" y="190010"/>
                    <a:pt x="269422" y="193990"/>
                  </a:cubicBezTo>
                  <a:cubicBezTo>
                    <a:pt x="271698" y="197875"/>
                    <a:pt x="271888" y="202707"/>
                    <a:pt x="269706" y="206687"/>
                  </a:cubicBezTo>
                  <a:lnTo>
                    <a:pt x="216777" y="306091"/>
                  </a:lnTo>
                  <a:lnTo>
                    <a:pt x="193917" y="293962"/>
                  </a:lnTo>
                  <a:lnTo>
                    <a:pt x="236697" y="213510"/>
                  </a:lnTo>
                  <a:lnTo>
                    <a:pt x="186803" y="213510"/>
                  </a:lnTo>
                  <a:cubicBezTo>
                    <a:pt x="182249" y="213510"/>
                    <a:pt x="177886" y="211141"/>
                    <a:pt x="175610" y="207066"/>
                  </a:cubicBezTo>
                  <a:cubicBezTo>
                    <a:pt x="173333" y="203087"/>
                    <a:pt x="173238" y="198159"/>
                    <a:pt x="175610" y="194179"/>
                  </a:cubicBezTo>
                  <a:close/>
                  <a:moveTo>
                    <a:pt x="207700" y="26413"/>
                  </a:moveTo>
                  <a:cubicBezTo>
                    <a:pt x="203693" y="26425"/>
                    <a:pt x="201432" y="26549"/>
                    <a:pt x="201361" y="26549"/>
                  </a:cubicBezTo>
                  <a:cubicBezTo>
                    <a:pt x="102958" y="27971"/>
                    <a:pt x="25905" y="106907"/>
                    <a:pt x="25905" y="206216"/>
                  </a:cubicBezTo>
                  <a:cubicBezTo>
                    <a:pt x="25905" y="246490"/>
                    <a:pt x="38716" y="284679"/>
                    <a:pt x="63008" y="316708"/>
                  </a:cubicBezTo>
                  <a:cubicBezTo>
                    <a:pt x="63483" y="317182"/>
                    <a:pt x="110928" y="372048"/>
                    <a:pt x="110928" y="466620"/>
                  </a:cubicBezTo>
                  <a:cubicBezTo>
                    <a:pt x="110928" y="483203"/>
                    <a:pt x="110074" y="498365"/>
                    <a:pt x="109315" y="512958"/>
                  </a:cubicBezTo>
                  <a:cubicBezTo>
                    <a:pt x="108461" y="527078"/>
                    <a:pt x="107797" y="540439"/>
                    <a:pt x="107797" y="553895"/>
                  </a:cubicBezTo>
                  <a:lnTo>
                    <a:pt x="118994" y="563466"/>
                  </a:lnTo>
                  <a:lnTo>
                    <a:pt x="251179" y="580902"/>
                  </a:lnTo>
                  <a:cubicBezTo>
                    <a:pt x="252223" y="558538"/>
                    <a:pt x="259055" y="535701"/>
                    <a:pt x="269208" y="520539"/>
                  </a:cubicBezTo>
                  <a:cubicBezTo>
                    <a:pt x="292267" y="486330"/>
                    <a:pt x="345691" y="498081"/>
                    <a:pt x="352523" y="496849"/>
                  </a:cubicBezTo>
                  <a:cubicBezTo>
                    <a:pt x="365998" y="494480"/>
                    <a:pt x="365998" y="492679"/>
                    <a:pt x="362867" y="473917"/>
                  </a:cubicBezTo>
                  <a:cubicBezTo>
                    <a:pt x="361823" y="467568"/>
                    <a:pt x="355465" y="434306"/>
                    <a:pt x="370078" y="424072"/>
                  </a:cubicBezTo>
                  <a:cubicBezTo>
                    <a:pt x="365998" y="421798"/>
                    <a:pt x="361538" y="418576"/>
                    <a:pt x="359071" y="413080"/>
                  </a:cubicBezTo>
                  <a:cubicBezTo>
                    <a:pt x="356509" y="407584"/>
                    <a:pt x="358122" y="400951"/>
                    <a:pt x="363056" y="397350"/>
                  </a:cubicBezTo>
                  <a:cubicBezTo>
                    <a:pt x="367326" y="394128"/>
                    <a:pt x="383648" y="389200"/>
                    <a:pt x="385546" y="388442"/>
                  </a:cubicBezTo>
                  <a:cubicBezTo>
                    <a:pt x="385451" y="387305"/>
                    <a:pt x="379662" y="366078"/>
                    <a:pt x="395604" y="354233"/>
                  </a:cubicBezTo>
                  <a:cubicBezTo>
                    <a:pt x="404904" y="347410"/>
                    <a:pt x="430999" y="348074"/>
                    <a:pt x="435079" y="340872"/>
                  </a:cubicBezTo>
                  <a:cubicBezTo>
                    <a:pt x="436123" y="338977"/>
                    <a:pt x="422933" y="303536"/>
                    <a:pt x="421320" y="295860"/>
                  </a:cubicBezTo>
                  <a:cubicBezTo>
                    <a:pt x="416101" y="269327"/>
                    <a:pt x="411167" y="240615"/>
                    <a:pt x="411167" y="210481"/>
                  </a:cubicBezTo>
                  <a:cubicBezTo>
                    <a:pt x="411167" y="180062"/>
                    <a:pt x="409838" y="150686"/>
                    <a:pt x="396363" y="124248"/>
                  </a:cubicBezTo>
                  <a:cubicBezTo>
                    <a:pt x="349368" y="31796"/>
                    <a:pt x="235751" y="26334"/>
                    <a:pt x="207700" y="26413"/>
                  </a:cubicBezTo>
                  <a:close/>
                  <a:moveTo>
                    <a:pt x="223516" y="133"/>
                  </a:moveTo>
                  <a:cubicBezTo>
                    <a:pt x="268829" y="1604"/>
                    <a:pt x="365690" y="16600"/>
                    <a:pt x="419422" y="112403"/>
                  </a:cubicBezTo>
                  <a:cubicBezTo>
                    <a:pt x="436787" y="143295"/>
                    <a:pt x="437072" y="178072"/>
                    <a:pt x="437072" y="210481"/>
                  </a:cubicBezTo>
                  <a:cubicBezTo>
                    <a:pt x="437072" y="238340"/>
                    <a:pt x="441722" y="265537"/>
                    <a:pt x="446751" y="290743"/>
                  </a:cubicBezTo>
                  <a:cubicBezTo>
                    <a:pt x="447890" y="296145"/>
                    <a:pt x="463262" y="331396"/>
                    <a:pt x="460415" y="350064"/>
                  </a:cubicBezTo>
                  <a:cubicBezTo>
                    <a:pt x="459846" y="353665"/>
                    <a:pt x="447131" y="373849"/>
                    <a:pt x="410123" y="375555"/>
                  </a:cubicBezTo>
                  <a:cubicBezTo>
                    <a:pt x="410407" y="376123"/>
                    <a:pt x="413918" y="394791"/>
                    <a:pt x="406517" y="404457"/>
                  </a:cubicBezTo>
                  <a:cubicBezTo>
                    <a:pt x="404145" y="407679"/>
                    <a:pt x="400823" y="409953"/>
                    <a:pt x="397123" y="411659"/>
                  </a:cubicBezTo>
                  <a:cubicBezTo>
                    <a:pt x="400634" y="415923"/>
                    <a:pt x="402911" y="421798"/>
                    <a:pt x="400823" y="429947"/>
                  </a:cubicBezTo>
                  <a:cubicBezTo>
                    <a:pt x="398831" y="437907"/>
                    <a:pt x="391714" y="440845"/>
                    <a:pt x="387918" y="443498"/>
                  </a:cubicBezTo>
                  <a:cubicBezTo>
                    <a:pt x="384976" y="445678"/>
                    <a:pt x="387538" y="463967"/>
                    <a:pt x="388487" y="469652"/>
                  </a:cubicBezTo>
                  <a:cubicBezTo>
                    <a:pt x="391144" y="485667"/>
                    <a:pt x="396079" y="515422"/>
                    <a:pt x="357078" y="522340"/>
                  </a:cubicBezTo>
                  <a:cubicBezTo>
                    <a:pt x="348158" y="523950"/>
                    <a:pt x="305647" y="514853"/>
                    <a:pt x="290749" y="535038"/>
                  </a:cubicBezTo>
                  <a:cubicBezTo>
                    <a:pt x="281544" y="547451"/>
                    <a:pt x="276515" y="569530"/>
                    <a:pt x="276989" y="589241"/>
                  </a:cubicBezTo>
                  <a:cubicBezTo>
                    <a:pt x="276989" y="589241"/>
                    <a:pt x="280500" y="609804"/>
                    <a:pt x="263515" y="608667"/>
                  </a:cubicBezTo>
                  <a:lnTo>
                    <a:pt x="111782" y="588672"/>
                  </a:lnTo>
                  <a:cubicBezTo>
                    <a:pt x="109220" y="588293"/>
                    <a:pt x="106943" y="587251"/>
                    <a:pt x="105045" y="585640"/>
                  </a:cubicBezTo>
                  <a:lnTo>
                    <a:pt x="86541" y="569720"/>
                  </a:lnTo>
                  <a:cubicBezTo>
                    <a:pt x="83694" y="567351"/>
                    <a:pt x="82081" y="563845"/>
                    <a:pt x="81986" y="560244"/>
                  </a:cubicBezTo>
                  <a:cubicBezTo>
                    <a:pt x="81607" y="543850"/>
                    <a:pt x="82461" y="528120"/>
                    <a:pt x="83410" y="511537"/>
                  </a:cubicBezTo>
                  <a:cubicBezTo>
                    <a:pt x="84169" y="497228"/>
                    <a:pt x="85023" y="482445"/>
                    <a:pt x="85023" y="466620"/>
                  </a:cubicBezTo>
                  <a:cubicBezTo>
                    <a:pt x="85023" y="380672"/>
                    <a:pt x="41468" y="331206"/>
                    <a:pt x="41183" y="330733"/>
                  </a:cubicBezTo>
                  <a:cubicBezTo>
                    <a:pt x="14234" y="294534"/>
                    <a:pt x="0" y="251607"/>
                    <a:pt x="0" y="206216"/>
                  </a:cubicBezTo>
                  <a:cubicBezTo>
                    <a:pt x="0" y="93261"/>
                    <a:pt x="87205" y="3428"/>
                    <a:pt x="198893" y="680"/>
                  </a:cubicBezTo>
                  <a:cubicBezTo>
                    <a:pt x="199036" y="656"/>
                    <a:pt x="208412" y="-357"/>
                    <a:pt x="223516" y="133"/>
                  </a:cubicBezTo>
                  <a:close/>
                </a:path>
              </a:pathLst>
            </a:custGeom>
            <a:solidFill>
              <a:schemeClr val="bg1">
                <a:alpha val="70000"/>
              </a:schemeClr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2.0 95 ExtraBold"/>
                <a:cs typeface="+mn-cs"/>
              </a:endParaRP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1B22658F-DBC8-876A-D84E-727EA3A6E7E2}"/>
                </a:ext>
              </a:extLst>
            </p:cNvPr>
            <p:cNvCxnSpPr/>
            <p:nvPr/>
          </p:nvCxnSpPr>
          <p:spPr>
            <a:xfrm>
              <a:off x="7892812" y="215316"/>
              <a:ext cx="0" cy="242466"/>
            </a:xfrm>
            <a:prstGeom prst="line">
              <a:avLst/>
            </a:prstGeom>
            <a:ln>
              <a:solidFill>
                <a:schemeClr val="bg1">
                  <a:lumMod val="95000"/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FEB8F87E-8B4A-96F7-EA5C-35C292EE82DA}"/>
                </a:ext>
              </a:extLst>
            </p:cNvPr>
            <p:cNvCxnSpPr/>
            <p:nvPr/>
          </p:nvCxnSpPr>
          <p:spPr>
            <a:xfrm>
              <a:off x="4564574" y="231556"/>
              <a:ext cx="0" cy="242466"/>
            </a:xfrm>
            <a:prstGeom prst="line">
              <a:avLst/>
            </a:prstGeom>
            <a:ln>
              <a:solidFill>
                <a:schemeClr val="bg1">
                  <a:lumMod val="95000"/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21DAB8BC-3789-55F7-B49C-2EC8F2B35E64}"/>
                </a:ext>
              </a:extLst>
            </p:cNvPr>
            <p:cNvGrpSpPr/>
            <p:nvPr/>
          </p:nvGrpSpPr>
          <p:grpSpPr>
            <a:xfrm>
              <a:off x="172697" y="150371"/>
              <a:ext cx="409799" cy="72000"/>
              <a:chOff x="172697" y="114275"/>
              <a:chExt cx="409799" cy="72000"/>
            </a:xfrm>
          </p:grpSpPr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7FB42E4A-7B6D-0DE6-2C12-704C992F9E0A}"/>
                  </a:ext>
                </a:extLst>
              </p:cNvPr>
              <p:cNvSpPr/>
              <p:nvPr/>
            </p:nvSpPr>
            <p:spPr>
              <a:xfrm>
                <a:off x="172697" y="114275"/>
                <a:ext cx="72000" cy="72000"/>
              </a:xfrm>
              <a:prstGeom prst="ellipse">
                <a:avLst/>
              </a:prstGeom>
              <a:solidFill>
                <a:srgbClr val="1DA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5C4CB43E-2D46-2127-0F97-FA2C4A44D773}"/>
                  </a:ext>
                </a:extLst>
              </p:cNvPr>
              <p:cNvSpPr/>
              <p:nvPr/>
            </p:nvSpPr>
            <p:spPr>
              <a:xfrm>
                <a:off x="341596" y="114275"/>
                <a:ext cx="72000" cy="72000"/>
              </a:xfrm>
              <a:prstGeom prst="ellipse">
                <a:avLst/>
              </a:prstGeom>
              <a:noFill/>
              <a:ln>
                <a:solidFill>
                  <a:srgbClr val="64DE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31D045A8-5A3E-2E0C-E549-13FB7466A941}"/>
                  </a:ext>
                </a:extLst>
              </p:cNvPr>
              <p:cNvSpPr/>
              <p:nvPr/>
            </p:nvSpPr>
            <p:spPr>
              <a:xfrm>
                <a:off x="510496" y="114275"/>
                <a:ext cx="72000" cy="72000"/>
              </a:xfrm>
              <a:prstGeom prst="ellipse">
                <a:avLst/>
              </a:prstGeom>
              <a:noFill/>
              <a:ln>
                <a:solidFill>
                  <a:srgbClr val="64DE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2748F44D-2E44-6277-92F1-BF2527568A0C}"/>
                </a:ext>
              </a:extLst>
            </p:cNvPr>
            <p:cNvGrpSpPr/>
            <p:nvPr/>
          </p:nvGrpSpPr>
          <p:grpSpPr>
            <a:xfrm flipH="1">
              <a:off x="11575500" y="150371"/>
              <a:ext cx="409799" cy="72000"/>
              <a:chOff x="172697" y="114275"/>
              <a:chExt cx="409799" cy="72000"/>
            </a:xfrm>
          </p:grpSpPr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A93C1452-49D1-B531-A515-E7F190A38123}"/>
                  </a:ext>
                </a:extLst>
              </p:cNvPr>
              <p:cNvSpPr/>
              <p:nvPr/>
            </p:nvSpPr>
            <p:spPr>
              <a:xfrm>
                <a:off x="172697" y="114275"/>
                <a:ext cx="72000" cy="72000"/>
              </a:xfrm>
              <a:prstGeom prst="ellipse">
                <a:avLst/>
              </a:prstGeom>
              <a:solidFill>
                <a:srgbClr val="1DA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1FA0C403-BE4B-948B-D670-0819E77018AA}"/>
                  </a:ext>
                </a:extLst>
              </p:cNvPr>
              <p:cNvSpPr/>
              <p:nvPr/>
            </p:nvSpPr>
            <p:spPr>
              <a:xfrm>
                <a:off x="341596" y="114275"/>
                <a:ext cx="72000" cy="72000"/>
              </a:xfrm>
              <a:prstGeom prst="ellipse">
                <a:avLst/>
              </a:prstGeom>
              <a:noFill/>
              <a:ln>
                <a:solidFill>
                  <a:srgbClr val="64DE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9175FF43-679C-AAC6-5C71-CF1C65841160}"/>
                  </a:ext>
                </a:extLst>
              </p:cNvPr>
              <p:cNvSpPr/>
              <p:nvPr/>
            </p:nvSpPr>
            <p:spPr>
              <a:xfrm>
                <a:off x="510496" y="114275"/>
                <a:ext cx="72000" cy="72000"/>
              </a:xfrm>
              <a:prstGeom prst="ellipse">
                <a:avLst/>
              </a:prstGeom>
              <a:noFill/>
              <a:ln>
                <a:solidFill>
                  <a:srgbClr val="64DE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9E4734F7-211D-ECE2-B75A-55E0A6C5C44B}"/>
              </a:ext>
            </a:extLst>
          </p:cNvPr>
          <p:cNvGrpSpPr/>
          <p:nvPr/>
        </p:nvGrpSpPr>
        <p:grpSpPr>
          <a:xfrm>
            <a:off x="4596457" y="340463"/>
            <a:ext cx="1816461" cy="456302"/>
            <a:chOff x="-1830802" y="1092621"/>
            <a:chExt cx="1816461" cy="456302"/>
          </a:xfrm>
        </p:grpSpPr>
        <p:grpSp>
          <p:nvGrpSpPr>
            <p:cNvPr id="59" name="Group 450">
              <a:extLst>
                <a:ext uri="{FF2B5EF4-FFF2-40B4-BE49-F238E27FC236}">
                  <a16:creationId xmlns:a16="http://schemas.microsoft.com/office/drawing/2014/main" id="{0BE5CEC7-7420-8AA5-9D8F-E9527C0E22DB}"/>
                </a:ext>
              </a:extLst>
            </p:cNvPr>
            <p:cNvGrpSpPr/>
            <p:nvPr/>
          </p:nvGrpSpPr>
          <p:grpSpPr>
            <a:xfrm>
              <a:off x="-1830802" y="1092621"/>
              <a:ext cx="1816461" cy="456302"/>
              <a:chOff x="1490230" y="121825"/>
              <a:chExt cx="1940228" cy="434729"/>
            </a:xfrm>
          </p:grpSpPr>
          <p:sp>
            <p:nvSpPr>
              <p:cNvPr id="61" name="任意多边形: 形状 60">
                <a:extLst>
                  <a:ext uri="{FF2B5EF4-FFF2-40B4-BE49-F238E27FC236}">
                    <a16:creationId xmlns:a16="http://schemas.microsoft.com/office/drawing/2014/main" id="{00640331-9439-0228-0DDB-B1396B6644B3}"/>
                  </a:ext>
                </a:extLst>
              </p:cNvPr>
              <p:cNvSpPr/>
              <p:nvPr/>
            </p:nvSpPr>
            <p:spPr>
              <a:xfrm flipH="1" flipV="1">
                <a:off x="1490230" y="121825"/>
                <a:ext cx="1940228" cy="434729"/>
              </a:xfrm>
              <a:custGeom>
                <a:avLst/>
                <a:gdLst>
                  <a:gd name="connsiteX0" fmla="*/ 1940228 w 1940228"/>
                  <a:gd name="connsiteY0" fmla="*/ 434729 h 434729"/>
                  <a:gd name="connsiteX1" fmla="*/ 1762811 w 1940228"/>
                  <a:gd name="connsiteY1" fmla="*/ 434729 h 434729"/>
                  <a:gd name="connsiteX2" fmla="*/ 1762811 w 1940228"/>
                  <a:gd name="connsiteY2" fmla="*/ 429250 h 434729"/>
                  <a:gd name="connsiteX3" fmla="*/ 1747971 w 1940228"/>
                  <a:gd name="connsiteY3" fmla="*/ 434729 h 434729"/>
                  <a:gd name="connsiteX4" fmla="*/ 54011 w 1940228"/>
                  <a:gd name="connsiteY4" fmla="*/ 434729 h 434729"/>
                  <a:gd name="connsiteX5" fmla="*/ 661 w 1940228"/>
                  <a:gd name="connsiteY5" fmla="*/ 372375 h 434729"/>
                  <a:gd name="connsiteX6" fmla="*/ 51823 w 1940228"/>
                  <a:gd name="connsiteY6" fmla="*/ 45646 h 434729"/>
                  <a:gd name="connsiteX7" fmla="*/ 105173 w 1940228"/>
                  <a:gd name="connsiteY7" fmla="*/ 0 h 434729"/>
                  <a:gd name="connsiteX8" fmla="*/ 1799133 w 1940228"/>
                  <a:gd name="connsiteY8" fmla="*/ 0 h 434729"/>
                  <a:gd name="connsiteX9" fmla="*/ 1852483 w 1940228"/>
                  <a:gd name="connsiteY9" fmla="*/ 62354 h 434729"/>
                  <a:gd name="connsiteX10" fmla="*/ 1813947 w 1940228"/>
                  <a:gd name="connsiteY10" fmla="*/ 308448 h 434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40228" h="434729">
                    <a:moveTo>
                      <a:pt x="1940228" y="434729"/>
                    </a:moveTo>
                    <a:lnTo>
                      <a:pt x="1762811" y="434729"/>
                    </a:lnTo>
                    <a:lnTo>
                      <a:pt x="1762811" y="429250"/>
                    </a:lnTo>
                    <a:lnTo>
                      <a:pt x="1747971" y="434729"/>
                    </a:lnTo>
                    <a:lnTo>
                      <a:pt x="54011" y="434729"/>
                    </a:lnTo>
                    <a:cubicBezTo>
                      <a:pt x="20876" y="434729"/>
                      <a:pt x="-4465" y="405111"/>
                      <a:pt x="661" y="372375"/>
                    </a:cubicBezTo>
                    <a:lnTo>
                      <a:pt x="51823" y="45646"/>
                    </a:lnTo>
                    <a:cubicBezTo>
                      <a:pt x="55941" y="19354"/>
                      <a:pt x="78561" y="0"/>
                      <a:pt x="105173" y="0"/>
                    </a:cubicBezTo>
                    <a:lnTo>
                      <a:pt x="1799133" y="0"/>
                    </a:lnTo>
                    <a:cubicBezTo>
                      <a:pt x="1832268" y="0"/>
                      <a:pt x="1857609" y="29618"/>
                      <a:pt x="1852483" y="62354"/>
                    </a:cubicBezTo>
                    <a:lnTo>
                      <a:pt x="1813947" y="308448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chemeClr val="accent1"/>
                  </a:gs>
                  <a:gs pos="98000">
                    <a:schemeClr val="accent2"/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62" name="文本框 48">
                <a:extLst>
                  <a:ext uri="{FF2B5EF4-FFF2-40B4-BE49-F238E27FC236}">
                    <a16:creationId xmlns:a16="http://schemas.microsoft.com/office/drawing/2014/main" id="{5E750AAC-60B0-3A30-4DD8-9EA6CE7FB4CC}"/>
                  </a:ext>
                </a:extLst>
              </p:cNvPr>
              <p:cNvSpPr txBox="1"/>
              <p:nvPr/>
            </p:nvSpPr>
            <p:spPr>
              <a:xfrm>
                <a:off x="1960103" y="157529"/>
                <a:ext cx="1346201" cy="381194"/>
              </a:xfrm>
              <a:prstGeom prst="rect">
                <a:avLst/>
              </a:prstGeom>
              <a:noFill/>
              <a:effectLst>
                <a:outerShdw blurRad="76200" dist="38100" dir="2700000" algn="tl" rotWithShape="0">
                  <a:schemeClr val="accent2">
                    <a:lumMod val="50000"/>
                    <a:alpha val="50000"/>
                  </a:schemeClr>
                </a:outerShdw>
              </a:effectLst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项目实施</a:t>
                </a:r>
              </a:p>
            </p:txBody>
          </p:sp>
        </p:grpSp>
        <p:sp>
          <p:nvSpPr>
            <p:cNvPr id="60" name="stars_273718">
              <a:extLst>
                <a:ext uri="{FF2B5EF4-FFF2-40B4-BE49-F238E27FC236}">
                  <a16:creationId xmlns:a16="http://schemas.microsoft.com/office/drawing/2014/main" id="{39340B1F-710C-C87B-0FD4-4C23E3C1C31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-1655509" y="1222152"/>
              <a:ext cx="216505" cy="216000"/>
            </a:xfrm>
            <a:custGeom>
              <a:avLst/>
              <a:gdLst>
                <a:gd name="connsiteX0" fmla="*/ 435684 w 607336"/>
                <a:gd name="connsiteY0" fmla="*/ 463990 h 605919"/>
                <a:gd name="connsiteX1" fmla="*/ 421104 w 607336"/>
                <a:gd name="connsiteY1" fmla="*/ 493187 h 605919"/>
                <a:gd name="connsiteX2" fmla="*/ 409311 w 607336"/>
                <a:gd name="connsiteY2" fmla="*/ 500417 h 605919"/>
                <a:gd name="connsiteX3" fmla="*/ 388325 w 607336"/>
                <a:gd name="connsiteY3" fmla="*/ 500417 h 605919"/>
                <a:gd name="connsiteX4" fmla="*/ 405411 w 607336"/>
                <a:gd name="connsiteY4" fmla="*/ 517472 h 605919"/>
                <a:gd name="connsiteX5" fmla="*/ 409033 w 607336"/>
                <a:gd name="connsiteY5" fmla="*/ 529429 h 605919"/>
                <a:gd name="connsiteX6" fmla="*/ 402625 w 607336"/>
                <a:gd name="connsiteY6" fmla="*/ 561499 h 605919"/>
                <a:gd name="connsiteX7" fmla="*/ 427790 w 607336"/>
                <a:gd name="connsiteY7" fmla="*/ 542591 h 605919"/>
                <a:gd name="connsiteX8" fmla="*/ 435684 w 607336"/>
                <a:gd name="connsiteY8" fmla="*/ 539995 h 605919"/>
                <a:gd name="connsiteX9" fmla="*/ 443670 w 607336"/>
                <a:gd name="connsiteY9" fmla="*/ 542591 h 605919"/>
                <a:gd name="connsiteX10" fmla="*/ 468835 w 607336"/>
                <a:gd name="connsiteY10" fmla="*/ 561499 h 605919"/>
                <a:gd name="connsiteX11" fmla="*/ 462427 w 607336"/>
                <a:gd name="connsiteY11" fmla="*/ 529429 h 605919"/>
                <a:gd name="connsiteX12" fmla="*/ 466049 w 607336"/>
                <a:gd name="connsiteY12" fmla="*/ 517472 h 605919"/>
                <a:gd name="connsiteX13" fmla="*/ 483042 w 607336"/>
                <a:gd name="connsiteY13" fmla="*/ 500417 h 605919"/>
                <a:gd name="connsiteX14" fmla="*/ 462149 w 607336"/>
                <a:gd name="connsiteY14" fmla="*/ 500417 h 605919"/>
                <a:gd name="connsiteX15" fmla="*/ 450356 w 607336"/>
                <a:gd name="connsiteY15" fmla="*/ 493187 h 605919"/>
                <a:gd name="connsiteX16" fmla="*/ 171614 w 607336"/>
                <a:gd name="connsiteY16" fmla="*/ 463990 h 605919"/>
                <a:gd name="connsiteX17" fmla="*/ 157040 w 607336"/>
                <a:gd name="connsiteY17" fmla="*/ 493187 h 605919"/>
                <a:gd name="connsiteX18" fmla="*/ 145252 w 607336"/>
                <a:gd name="connsiteY18" fmla="*/ 500417 h 605919"/>
                <a:gd name="connsiteX19" fmla="*/ 124273 w 607336"/>
                <a:gd name="connsiteY19" fmla="*/ 500417 h 605919"/>
                <a:gd name="connsiteX20" fmla="*/ 141353 w 607336"/>
                <a:gd name="connsiteY20" fmla="*/ 517472 h 605919"/>
                <a:gd name="connsiteX21" fmla="*/ 144973 w 607336"/>
                <a:gd name="connsiteY21" fmla="*/ 529429 h 605919"/>
                <a:gd name="connsiteX22" fmla="*/ 138568 w 607336"/>
                <a:gd name="connsiteY22" fmla="*/ 561499 h 605919"/>
                <a:gd name="connsiteX23" fmla="*/ 163724 w 607336"/>
                <a:gd name="connsiteY23" fmla="*/ 542591 h 605919"/>
                <a:gd name="connsiteX24" fmla="*/ 171614 w 607336"/>
                <a:gd name="connsiteY24" fmla="*/ 539995 h 605919"/>
                <a:gd name="connsiteX25" fmla="*/ 179504 w 607336"/>
                <a:gd name="connsiteY25" fmla="*/ 542591 h 605919"/>
                <a:gd name="connsiteX26" fmla="*/ 204660 w 607336"/>
                <a:gd name="connsiteY26" fmla="*/ 561499 h 605919"/>
                <a:gd name="connsiteX27" fmla="*/ 198255 w 607336"/>
                <a:gd name="connsiteY27" fmla="*/ 529429 h 605919"/>
                <a:gd name="connsiteX28" fmla="*/ 201875 w 607336"/>
                <a:gd name="connsiteY28" fmla="*/ 517472 h 605919"/>
                <a:gd name="connsiteX29" fmla="*/ 218955 w 607336"/>
                <a:gd name="connsiteY29" fmla="*/ 500417 h 605919"/>
                <a:gd name="connsiteX30" fmla="*/ 197976 w 607336"/>
                <a:gd name="connsiteY30" fmla="*/ 500417 h 605919"/>
                <a:gd name="connsiteX31" fmla="*/ 186187 w 607336"/>
                <a:gd name="connsiteY31" fmla="*/ 493187 h 605919"/>
                <a:gd name="connsiteX32" fmla="*/ 435695 w 607336"/>
                <a:gd name="connsiteY32" fmla="*/ 421910 h 605919"/>
                <a:gd name="connsiteX33" fmla="*/ 447570 w 607336"/>
                <a:gd name="connsiteY33" fmla="*/ 428583 h 605919"/>
                <a:gd name="connsiteX34" fmla="*/ 470321 w 607336"/>
                <a:gd name="connsiteY34" fmla="*/ 474094 h 605919"/>
                <a:gd name="connsiteX35" fmla="*/ 514986 w 607336"/>
                <a:gd name="connsiteY35" fmla="*/ 474094 h 605919"/>
                <a:gd name="connsiteX36" fmla="*/ 527151 w 607336"/>
                <a:gd name="connsiteY36" fmla="*/ 482250 h 605919"/>
                <a:gd name="connsiteX37" fmla="*/ 524272 w 607336"/>
                <a:gd name="connsiteY37" fmla="*/ 496617 h 605919"/>
                <a:gd name="connsiteX38" fmla="*/ 489635 w 607336"/>
                <a:gd name="connsiteY38" fmla="*/ 531190 h 605919"/>
                <a:gd name="connsiteX39" fmla="*/ 501429 w 607336"/>
                <a:gd name="connsiteY39" fmla="*/ 590140 h 605919"/>
                <a:gd name="connsiteX40" fmla="*/ 495579 w 607336"/>
                <a:gd name="connsiteY40" fmla="*/ 603858 h 605919"/>
                <a:gd name="connsiteX41" fmla="*/ 488521 w 607336"/>
                <a:gd name="connsiteY41" fmla="*/ 605897 h 605919"/>
                <a:gd name="connsiteX42" fmla="*/ 480628 w 607336"/>
                <a:gd name="connsiteY42" fmla="*/ 603302 h 605919"/>
                <a:gd name="connsiteX43" fmla="*/ 435684 w 607336"/>
                <a:gd name="connsiteY43" fmla="*/ 569656 h 605919"/>
                <a:gd name="connsiteX44" fmla="*/ 390832 w 607336"/>
                <a:gd name="connsiteY44" fmla="*/ 603302 h 605919"/>
                <a:gd name="connsiteX45" fmla="*/ 375881 w 607336"/>
                <a:gd name="connsiteY45" fmla="*/ 603858 h 605919"/>
                <a:gd name="connsiteX46" fmla="*/ 369938 w 607336"/>
                <a:gd name="connsiteY46" fmla="*/ 590140 h 605919"/>
                <a:gd name="connsiteX47" fmla="*/ 381732 w 607336"/>
                <a:gd name="connsiteY47" fmla="*/ 531190 h 605919"/>
                <a:gd name="connsiteX48" fmla="*/ 347095 w 607336"/>
                <a:gd name="connsiteY48" fmla="*/ 496617 h 605919"/>
                <a:gd name="connsiteX49" fmla="*/ 344309 w 607336"/>
                <a:gd name="connsiteY49" fmla="*/ 482250 h 605919"/>
                <a:gd name="connsiteX50" fmla="*/ 356474 w 607336"/>
                <a:gd name="connsiteY50" fmla="*/ 474094 h 605919"/>
                <a:gd name="connsiteX51" fmla="*/ 401139 w 607336"/>
                <a:gd name="connsiteY51" fmla="*/ 474094 h 605919"/>
                <a:gd name="connsiteX52" fmla="*/ 423890 w 607336"/>
                <a:gd name="connsiteY52" fmla="*/ 428583 h 605919"/>
                <a:gd name="connsiteX53" fmla="*/ 435695 w 607336"/>
                <a:gd name="connsiteY53" fmla="*/ 421910 h 605919"/>
                <a:gd name="connsiteX54" fmla="*/ 171614 w 607336"/>
                <a:gd name="connsiteY54" fmla="*/ 421910 h 605919"/>
                <a:gd name="connsiteX55" fmla="*/ 183403 w 607336"/>
                <a:gd name="connsiteY55" fmla="*/ 428583 h 605919"/>
                <a:gd name="connsiteX56" fmla="*/ 206145 w 607336"/>
                <a:gd name="connsiteY56" fmla="*/ 474094 h 605919"/>
                <a:gd name="connsiteX57" fmla="*/ 250794 w 607336"/>
                <a:gd name="connsiteY57" fmla="*/ 474094 h 605919"/>
                <a:gd name="connsiteX58" fmla="*/ 262954 w 607336"/>
                <a:gd name="connsiteY58" fmla="*/ 482250 h 605919"/>
                <a:gd name="connsiteX59" fmla="*/ 260169 w 607336"/>
                <a:gd name="connsiteY59" fmla="*/ 496617 h 605919"/>
                <a:gd name="connsiteX60" fmla="*/ 225545 w 607336"/>
                <a:gd name="connsiteY60" fmla="*/ 531190 h 605919"/>
                <a:gd name="connsiteX61" fmla="*/ 237334 w 607336"/>
                <a:gd name="connsiteY61" fmla="*/ 590140 h 605919"/>
                <a:gd name="connsiteX62" fmla="*/ 231393 w 607336"/>
                <a:gd name="connsiteY62" fmla="*/ 603858 h 605919"/>
                <a:gd name="connsiteX63" fmla="*/ 224431 w 607336"/>
                <a:gd name="connsiteY63" fmla="*/ 605897 h 605919"/>
                <a:gd name="connsiteX64" fmla="*/ 216541 w 607336"/>
                <a:gd name="connsiteY64" fmla="*/ 603302 h 605919"/>
                <a:gd name="connsiteX65" fmla="*/ 171614 w 607336"/>
                <a:gd name="connsiteY65" fmla="*/ 569656 h 605919"/>
                <a:gd name="connsiteX66" fmla="*/ 126687 w 607336"/>
                <a:gd name="connsiteY66" fmla="*/ 603302 h 605919"/>
                <a:gd name="connsiteX67" fmla="*/ 111742 w 607336"/>
                <a:gd name="connsiteY67" fmla="*/ 603858 h 605919"/>
                <a:gd name="connsiteX68" fmla="*/ 105894 w 607336"/>
                <a:gd name="connsiteY68" fmla="*/ 590140 h 605919"/>
                <a:gd name="connsiteX69" fmla="*/ 117683 w 607336"/>
                <a:gd name="connsiteY69" fmla="*/ 531190 h 605919"/>
                <a:gd name="connsiteX70" fmla="*/ 83059 w 607336"/>
                <a:gd name="connsiteY70" fmla="*/ 496617 h 605919"/>
                <a:gd name="connsiteX71" fmla="*/ 80181 w 607336"/>
                <a:gd name="connsiteY71" fmla="*/ 482250 h 605919"/>
                <a:gd name="connsiteX72" fmla="*/ 92434 w 607336"/>
                <a:gd name="connsiteY72" fmla="*/ 474094 h 605919"/>
                <a:gd name="connsiteX73" fmla="*/ 137083 w 607336"/>
                <a:gd name="connsiteY73" fmla="*/ 474094 h 605919"/>
                <a:gd name="connsiteX74" fmla="*/ 159825 w 607336"/>
                <a:gd name="connsiteY74" fmla="*/ 428583 h 605919"/>
                <a:gd name="connsiteX75" fmla="*/ 171614 w 607336"/>
                <a:gd name="connsiteY75" fmla="*/ 421910 h 605919"/>
                <a:gd name="connsiteX76" fmla="*/ 514950 w 607336"/>
                <a:gd name="connsiteY76" fmla="*/ 226678 h 605919"/>
                <a:gd name="connsiteX77" fmla="*/ 500278 w 607336"/>
                <a:gd name="connsiteY77" fmla="*/ 255875 h 605919"/>
                <a:gd name="connsiteX78" fmla="*/ 488485 w 607336"/>
                <a:gd name="connsiteY78" fmla="*/ 263105 h 605919"/>
                <a:gd name="connsiteX79" fmla="*/ 467592 w 607336"/>
                <a:gd name="connsiteY79" fmla="*/ 263105 h 605919"/>
                <a:gd name="connsiteX80" fmla="*/ 484678 w 607336"/>
                <a:gd name="connsiteY80" fmla="*/ 280160 h 605919"/>
                <a:gd name="connsiteX81" fmla="*/ 488207 w 607336"/>
                <a:gd name="connsiteY81" fmla="*/ 292117 h 605919"/>
                <a:gd name="connsiteX82" fmla="*/ 481799 w 607336"/>
                <a:gd name="connsiteY82" fmla="*/ 324187 h 605919"/>
                <a:gd name="connsiteX83" fmla="*/ 506964 w 607336"/>
                <a:gd name="connsiteY83" fmla="*/ 305279 h 605919"/>
                <a:gd name="connsiteX84" fmla="*/ 514950 w 607336"/>
                <a:gd name="connsiteY84" fmla="*/ 302683 h 605919"/>
                <a:gd name="connsiteX85" fmla="*/ 522844 w 607336"/>
                <a:gd name="connsiteY85" fmla="*/ 305279 h 605919"/>
                <a:gd name="connsiteX86" fmla="*/ 548009 w 607336"/>
                <a:gd name="connsiteY86" fmla="*/ 324187 h 605919"/>
                <a:gd name="connsiteX87" fmla="*/ 541601 w 607336"/>
                <a:gd name="connsiteY87" fmla="*/ 292117 h 605919"/>
                <a:gd name="connsiteX88" fmla="*/ 545223 w 607336"/>
                <a:gd name="connsiteY88" fmla="*/ 280160 h 605919"/>
                <a:gd name="connsiteX89" fmla="*/ 562309 w 607336"/>
                <a:gd name="connsiteY89" fmla="*/ 263105 h 605919"/>
                <a:gd name="connsiteX90" fmla="*/ 541323 w 607336"/>
                <a:gd name="connsiteY90" fmla="*/ 263105 h 605919"/>
                <a:gd name="connsiteX91" fmla="*/ 529530 w 607336"/>
                <a:gd name="connsiteY91" fmla="*/ 255875 h 605919"/>
                <a:gd name="connsiteX92" fmla="*/ 92440 w 607336"/>
                <a:gd name="connsiteY92" fmla="*/ 226678 h 605919"/>
                <a:gd name="connsiteX93" fmla="*/ 77774 w 607336"/>
                <a:gd name="connsiteY93" fmla="*/ 255875 h 605919"/>
                <a:gd name="connsiteX94" fmla="*/ 65985 w 607336"/>
                <a:gd name="connsiteY94" fmla="*/ 263105 h 605919"/>
                <a:gd name="connsiteX95" fmla="*/ 45099 w 607336"/>
                <a:gd name="connsiteY95" fmla="*/ 263105 h 605919"/>
                <a:gd name="connsiteX96" fmla="*/ 62086 w 607336"/>
                <a:gd name="connsiteY96" fmla="*/ 280160 h 605919"/>
                <a:gd name="connsiteX97" fmla="*/ 65706 w 607336"/>
                <a:gd name="connsiteY97" fmla="*/ 292024 h 605919"/>
                <a:gd name="connsiteX98" fmla="*/ 59301 w 607336"/>
                <a:gd name="connsiteY98" fmla="*/ 324187 h 605919"/>
                <a:gd name="connsiteX99" fmla="*/ 84457 w 607336"/>
                <a:gd name="connsiteY99" fmla="*/ 305279 h 605919"/>
                <a:gd name="connsiteX100" fmla="*/ 92440 w 607336"/>
                <a:gd name="connsiteY100" fmla="*/ 302683 h 605919"/>
                <a:gd name="connsiteX101" fmla="*/ 100330 w 607336"/>
                <a:gd name="connsiteY101" fmla="*/ 305279 h 605919"/>
                <a:gd name="connsiteX102" fmla="*/ 125486 w 607336"/>
                <a:gd name="connsiteY102" fmla="*/ 324187 h 605919"/>
                <a:gd name="connsiteX103" fmla="*/ 119081 w 607336"/>
                <a:gd name="connsiteY103" fmla="*/ 292117 h 605919"/>
                <a:gd name="connsiteX104" fmla="*/ 122701 w 607336"/>
                <a:gd name="connsiteY104" fmla="*/ 280160 h 605919"/>
                <a:gd name="connsiteX105" fmla="*/ 139781 w 607336"/>
                <a:gd name="connsiteY105" fmla="*/ 263105 h 605919"/>
                <a:gd name="connsiteX106" fmla="*/ 118802 w 607336"/>
                <a:gd name="connsiteY106" fmla="*/ 263105 h 605919"/>
                <a:gd name="connsiteX107" fmla="*/ 107013 w 607336"/>
                <a:gd name="connsiteY107" fmla="*/ 255875 h 605919"/>
                <a:gd name="connsiteX108" fmla="*/ 514938 w 607336"/>
                <a:gd name="connsiteY108" fmla="*/ 184598 h 605919"/>
                <a:gd name="connsiteX109" fmla="*/ 526744 w 607336"/>
                <a:gd name="connsiteY109" fmla="*/ 191271 h 605919"/>
                <a:gd name="connsiteX110" fmla="*/ 549495 w 607336"/>
                <a:gd name="connsiteY110" fmla="*/ 236782 h 605919"/>
                <a:gd name="connsiteX111" fmla="*/ 594160 w 607336"/>
                <a:gd name="connsiteY111" fmla="*/ 236782 h 605919"/>
                <a:gd name="connsiteX112" fmla="*/ 606325 w 607336"/>
                <a:gd name="connsiteY112" fmla="*/ 244938 h 605919"/>
                <a:gd name="connsiteX113" fmla="*/ 603539 w 607336"/>
                <a:gd name="connsiteY113" fmla="*/ 259305 h 605919"/>
                <a:gd name="connsiteX114" fmla="*/ 568902 w 607336"/>
                <a:gd name="connsiteY114" fmla="*/ 293878 h 605919"/>
                <a:gd name="connsiteX115" fmla="*/ 580696 w 607336"/>
                <a:gd name="connsiteY115" fmla="*/ 352828 h 605919"/>
                <a:gd name="connsiteX116" fmla="*/ 574753 w 607336"/>
                <a:gd name="connsiteY116" fmla="*/ 366546 h 605919"/>
                <a:gd name="connsiteX117" fmla="*/ 567788 w 607336"/>
                <a:gd name="connsiteY117" fmla="*/ 368585 h 605919"/>
                <a:gd name="connsiteX118" fmla="*/ 559802 w 607336"/>
                <a:gd name="connsiteY118" fmla="*/ 365990 h 605919"/>
                <a:gd name="connsiteX119" fmla="*/ 514950 w 607336"/>
                <a:gd name="connsiteY119" fmla="*/ 332344 h 605919"/>
                <a:gd name="connsiteX120" fmla="*/ 470006 w 607336"/>
                <a:gd name="connsiteY120" fmla="*/ 365990 h 605919"/>
                <a:gd name="connsiteX121" fmla="*/ 455055 w 607336"/>
                <a:gd name="connsiteY121" fmla="*/ 366546 h 605919"/>
                <a:gd name="connsiteX122" fmla="*/ 449205 w 607336"/>
                <a:gd name="connsiteY122" fmla="*/ 352828 h 605919"/>
                <a:gd name="connsiteX123" fmla="*/ 460999 w 607336"/>
                <a:gd name="connsiteY123" fmla="*/ 293878 h 605919"/>
                <a:gd name="connsiteX124" fmla="*/ 426362 w 607336"/>
                <a:gd name="connsiteY124" fmla="*/ 259305 h 605919"/>
                <a:gd name="connsiteX125" fmla="*/ 423483 w 607336"/>
                <a:gd name="connsiteY125" fmla="*/ 244938 h 605919"/>
                <a:gd name="connsiteX126" fmla="*/ 435648 w 607336"/>
                <a:gd name="connsiteY126" fmla="*/ 236782 h 605919"/>
                <a:gd name="connsiteX127" fmla="*/ 480313 w 607336"/>
                <a:gd name="connsiteY127" fmla="*/ 236782 h 605919"/>
                <a:gd name="connsiteX128" fmla="*/ 503064 w 607336"/>
                <a:gd name="connsiteY128" fmla="*/ 191271 h 605919"/>
                <a:gd name="connsiteX129" fmla="*/ 514938 w 607336"/>
                <a:gd name="connsiteY129" fmla="*/ 184598 h 605919"/>
                <a:gd name="connsiteX130" fmla="*/ 92394 w 607336"/>
                <a:gd name="connsiteY130" fmla="*/ 184598 h 605919"/>
                <a:gd name="connsiteX131" fmla="*/ 104229 w 607336"/>
                <a:gd name="connsiteY131" fmla="*/ 191271 h 605919"/>
                <a:gd name="connsiteX132" fmla="*/ 126971 w 607336"/>
                <a:gd name="connsiteY132" fmla="*/ 236782 h 605919"/>
                <a:gd name="connsiteX133" fmla="*/ 171620 w 607336"/>
                <a:gd name="connsiteY133" fmla="*/ 236782 h 605919"/>
                <a:gd name="connsiteX134" fmla="*/ 183780 w 607336"/>
                <a:gd name="connsiteY134" fmla="*/ 244938 h 605919"/>
                <a:gd name="connsiteX135" fmla="*/ 180902 w 607336"/>
                <a:gd name="connsiteY135" fmla="*/ 259305 h 605919"/>
                <a:gd name="connsiteX136" fmla="*/ 146371 w 607336"/>
                <a:gd name="connsiteY136" fmla="*/ 293878 h 605919"/>
                <a:gd name="connsiteX137" fmla="*/ 158160 w 607336"/>
                <a:gd name="connsiteY137" fmla="*/ 352828 h 605919"/>
                <a:gd name="connsiteX138" fmla="*/ 152219 w 607336"/>
                <a:gd name="connsiteY138" fmla="*/ 366546 h 605919"/>
                <a:gd name="connsiteX139" fmla="*/ 145257 w 607336"/>
                <a:gd name="connsiteY139" fmla="*/ 368585 h 605919"/>
                <a:gd name="connsiteX140" fmla="*/ 137274 w 607336"/>
                <a:gd name="connsiteY140" fmla="*/ 365990 h 605919"/>
                <a:gd name="connsiteX141" fmla="*/ 92440 w 607336"/>
                <a:gd name="connsiteY141" fmla="*/ 332344 h 605919"/>
                <a:gd name="connsiteX142" fmla="*/ 47513 w 607336"/>
                <a:gd name="connsiteY142" fmla="*/ 365990 h 605919"/>
                <a:gd name="connsiteX143" fmla="*/ 32568 w 607336"/>
                <a:gd name="connsiteY143" fmla="*/ 366546 h 605919"/>
                <a:gd name="connsiteX144" fmla="*/ 26627 w 607336"/>
                <a:gd name="connsiteY144" fmla="*/ 352828 h 605919"/>
                <a:gd name="connsiteX145" fmla="*/ 38509 w 607336"/>
                <a:gd name="connsiteY145" fmla="*/ 293878 h 605919"/>
                <a:gd name="connsiteX146" fmla="*/ 3885 w 607336"/>
                <a:gd name="connsiteY146" fmla="*/ 259305 h 605919"/>
                <a:gd name="connsiteX147" fmla="*/ 1007 w 607336"/>
                <a:gd name="connsiteY147" fmla="*/ 244938 h 605919"/>
                <a:gd name="connsiteX148" fmla="*/ 13167 w 607336"/>
                <a:gd name="connsiteY148" fmla="*/ 236782 h 605919"/>
                <a:gd name="connsiteX149" fmla="*/ 57816 w 607336"/>
                <a:gd name="connsiteY149" fmla="*/ 236782 h 605919"/>
                <a:gd name="connsiteX150" fmla="*/ 80558 w 607336"/>
                <a:gd name="connsiteY150" fmla="*/ 191271 h 605919"/>
                <a:gd name="connsiteX151" fmla="*/ 92394 w 607336"/>
                <a:gd name="connsiteY151" fmla="*/ 184598 h 605919"/>
                <a:gd name="connsiteX152" fmla="*/ 303666 w 607336"/>
                <a:gd name="connsiteY152" fmla="*/ 42096 h 605919"/>
                <a:gd name="connsiteX153" fmla="*/ 289089 w 607336"/>
                <a:gd name="connsiteY153" fmla="*/ 71304 h 605919"/>
                <a:gd name="connsiteX154" fmla="*/ 277297 w 607336"/>
                <a:gd name="connsiteY154" fmla="*/ 78537 h 605919"/>
                <a:gd name="connsiteX155" fmla="*/ 256313 w 607336"/>
                <a:gd name="connsiteY155" fmla="*/ 78537 h 605919"/>
                <a:gd name="connsiteX156" fmla="*/ 273397 w 607336"/>
                <a:gd name="connsiteY156" fmla="*/ 95598 h 605919"/>
                <a:gd name="connsiteX157" fmla="*/ 277018 w 607336"/>
                <a:gd name="connsiteY157" fmla="*/ 107467 h 605919"/>
                <a:gd name="connsiteX158" fmla="*/ 270612 w 607336"/>
                <a:gd name="connsiteY158" fmla="*/ 139642 h 605919"/>
                <a:gd name="connsiteX159" fmla="*/ 295774 w 607336"/>
                <a:gd name="connsiteY159" fmla="*/ 120726 h 605919"/>
                <a:gd name="connsiteX160" fmla="*/ 303666 w 607336"/>
                <a:gd name="connsiteY160" fmla="*/ 118130 h 605919"/>
                <a:gd name="connsiteX161" fmla="*/ 311651 w 607336"/>
                <a:gd name="connsiteY161" fmla="*/ 120726 h 605919"/>
                <a:gd name="connsiteX162" fmla="*/ 336813 w 607336"/>
                <a:gd name="connsiteY162" fmla="*/ 139642 h 605919"/>
                <a:gd name="connsiteX163" fmla="*/ 330407 w 607336"/>
                <a:gd name="connsiteY163" fmla="*/ 107467 h 605919"/>
                <a:gd name="connsiteX164" fmla="*/ 333935 w 607336"/>
                <a:gd name="connsiteY164" fmla="*/ 95598 h 605919"/>
                <a:gd name="connsiteX165" fmla="*/ 351019 w 607336"/>
                <a:gd name="connsiteY165" fmla="*/ 78537 h 605919"/>
                <a:gd name="connsiteX166" fmla="*/ 330128 w 607336"/>
                <a:gd name="connsiteY166" fmla="*/ 78537 h 605919"/>
                <a:gd name="connsiteX167" fmla="*/ 318336 w 607336"/>
                <a:gd name="connsiteY167" fmla="*/ 71304 h 605919"/>
                <a:gd name="connsiteX168" fmla="*/ 303666 w 607336"/>
                <a:gd name="connsiteY168" fmla="*/ 0 h 605919"/>
                <a:gd name="connsiteX169" fmla="*/ 315458 w 607336"/>
                <a:gd name="connsiteY169" fmla="*/ 6676 h 605919"/>
                <a:gd name="connsiteX170" fmla="*/ 338206 w 607336"/>
                <a:gd name="connsiteY170" fmla="*/ 52203 h 605919"/>
                <a:gd name="connsiteX171" fmla="*/ 382866 w 607336"/>
                <a:gd name="connsiteY171" fmla="*/ 52203 h 605919"/>
                <a:gd name="connsiteX172" fmla="*/ 395122 w 607336"/>
                <a:gd name="connsiteY172" fmla="*/ 60363 h 605919"/>
                <a:gd name="connsiteX173" fmla="*/ 392244 w 607336"/>
                <a:gd name="connsiteY173" fmla="*/ 74735 h 605919"/>
                <a:gd name="connsiteX174" fmla="*/ 357611 w 607336"/>
                <a:gd name="connsiteY174" fmla="*/ 109229 h 605919"/>
                <a:gd name="connsiteX175" fmla="*/ 369403 w 607336"/>
                <a:gd name="connsiteY175" fmla="*/ 168294 h 605919"/>
                <a:gd name="connsiteX176" fmla="*/ 363461 w 607336"/>
                <a:gd name="connsiteY176" fmla="*/ 182017 h 605919"/>
                <a:gd name="connsiteX177" fmla="*/ 356497 w 607336"/>
                <a:gd name="connsiteY177" fmla="*/ 184057 h 605919"/>
                <a:gd name="connsiteX178" fmla="*/ 348605 w 607336"/>
                <a:gd name="connsiteY178" fmla="*/ 181368 h 605919"/>
                <a:gd name="connsiteX179" fmla="*/ 303666 w 607336"/>
                <a:gd name="connsiteY179" fmla="*/ 147802 h 605919"/>
                <a:gd name="connsiteX180" fmla="*/ 258820 w 607336"/>
                <a:gd name="connsiteY180" fmla="*/ 181368 h 605919"/>
                <a:gd name="connsiteX181" fmla="*/ 243871 w 607336"/>
                <a:gd name="connsiteY181" fmla="*/ 182017 h 605919"/>
                <a:gd name="connsiteX182" fmla="*/ 237929 w 607336"/>
                <a:gd name="connsiteY182" fmla="*/ 168294 h 605919"/>
                <a:gd name="connsiteX183" fmla="*/ 249721 w 607336"/>
                <a:gd name="connsiteY183" fmla="*/ 109229 h 605919"/>
                <a:gd name="connsiteX184" fmla="*/ 215088 w 607336"/>
                <a:gd name="connsiteY184" fmla="*/ 74735 h 605919"/>
                <a:gd name="connsiteX185" fmla="*/ 212210 w 607336"/>
                <a:gd name="connsiteY185" fmla="*/ 60363 h 605919"/>
                <a:gd name="connsiteX186" fmla="*/ 224466 w 607336"/>
                <a:gd name="connsiteY186" fmla="*/ 52203 h 605919"/>
                <a:gd name="connsiteX187" fmla="*/ 269126 w 607336"/>
                <a:gd name="connsiteY187" fmla="*/ 52203 h 605919"/>
                <a:gd name="connsiteX188" fmla="*/ 291874 w 607336"/>
                <a:gd name="connsiteY188" fmla="*/ 6676 h 605919"/>
                <a:gd name="connsiteX189" fmla="*/ 303666 w 607336"/>
                <a:gd name="connsiteY189" fmla="*/ 0 h 605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</a:cxnLst>
              <a:rect l="l" t="t" r="r" b="b"/>
              <a:pathLst>
                <a:path w="607336" h="605919">
                  <a:moveTo>
                    <a:pt x="435684" y="463990"/>
                  </a:moveTo>
                  <a:lnTo>
                    <a:pt x="421104" y="493187"/>
                  </a:lnTo>
                  <a:cubicBezTo>
                    <a:pt x="418876" y="497637"/>
                    <a:pt x="414326" y="500417"/>
                    <a:pt x="409311" y="500417"/>
                  </a:cubicBezTo>
                  <a:lnTo>
                    <a:pt x="388325" y="500417"/>
                  </a:lnTo>
                  <a:lnTo>
                    <a:pt x="405411" y="517472"/>
                  </a:lnTo>
                  <a:cubicBezTo>
                    <a:pt x="408568" y="520623"/>
                    <a:pt x="409961" y="525072"/>
                    <a:pt x="409033" y="529429"/>
                  </a:cubicBezTo>
                  <a:lnTo>
                    <a:pt x="402625" y="561499"/>
                  </a:lnTo>
                  <a:lnTo>
                    <a:pt x="427790" y="542591"/>
                  </a:lnTo>
                  <a:cubicBezTo>
                    <a:pt x="430112" y="540830"/>
                    <a:pt x="432991" y="539995"/>
                    <a:pt x="435684" y="539995"/>
                  </a:cubicBezTo>
                  <a:cubicBezTo>
                    <a:pt x="438469" y="539995"/>
                    <a:pt x="441255" y="540830"/>
                    <a:pt x="443670" y="542591"/>
                  </a:cubicBezTo>
                  <a:lnTo>
                    <a:pt x="468835" y="561499"/>
                  </a:lnTo>
                  <a:lnTo>
                    <a:pt x="462427" y="529429"/>
                  </a:lnTo>
                  <a:cubicBezTo>
                    <a:pt x="461499" y="525072"/>
                    <a:pt x="462892" y="520623"/>
                    <a:pt x="466049" y="517472"/>
                  </a:cubicBezTo>
                  <a:lnTo>
                    <a:pt x="483042" y="500417"/>
                  </a:lnTo>
                  <a:lnTo>
                    <a:pt x="462149" y="500417"/>
                  </a:lnTo>
                  <a:cubicBezTo>
                    <a:pt x="457134" y="500417"/>
                    <a:pt x="452584" y="497637"/>
                    <a:pt x="450356" y="493187"/>
                  </a:cubicBezTo>
                  <a:close/>
                  <a:moveTo>
                    <a:pt x="171614" y="463990"/>
                  </a:moveTo>
                  <a:lnTo>
                    <a:pt x="157040" y="493187"/>
                  </a:lnTo>
                  <a:cubicBezTo>
                    <a:pt x="154813" y="497637"/>
                    <a:pt x="150171" y="500417"/>
                    <a:pt x="145252" y="500417"/>
                  </a:cubicBezTo>
                  <a:lnTo>
                    <a:pt x="124273" y="500417"/>
                  </a:lnTo>
                  <a:lnTo>
                    <a:pt x="141353" y="517472"/>
                  </a:lnTo>
                  <a:cubicBezTo>
                    <a:pt x="144416" y="520623"/>
                    <a:pt x="145809" y="525072"/>
                    <a:pt x="144973" y="529429"/>
                  </a:cubicBezTo>
                  <a:lnTo>
                    <a:pt x="138568" y="561499"/>
                  </a:lnTo>
                  <a:lnTo>
                    <a:pt x="163724" y="542591"/>
                  </a:lnTo>
                  <a:cubicBezTo>
                    <a:pt x="166044" y="540830"/>
                    <a:pt x="168829" y="539995"/>
                    <a:pt x="171614" y="539995"/>
                  </a:cubicBezTo>
                  <a:cubicBezTo>
                    <a:pt x="174399" y="539995"/>
                    <a:pt x="177183" y="540830"/>
                    <a:pt x="179504" y="542591"/>
                  </a:cubicBezTo>
                  <a:lnTo>
                    <a:pt x="204660" y="561499"/>
                  </a:lnTo>
                  <a:lnTo>
                    <a:pt x="198255" y="529429"/>
                  </a:lnTo>
                  <a:cubicBezTo>
                    <a:pt x="197419" y="525072"/>
                    <a:pt x="198812" y="520623"/>
                    <a:pt x="201875" y="517472"/>
                  </a:cubicBezTo>
                  <a:lnTo>
                    <a:pt x="218955" y="500417"/>
                  </a:lnTo>
                  <a:lnTo>
                    <a:pt x="197976" y="500417"/>
                  </a:lnTo>
                  <a:cubicBezTo>
                    <a:pt x="193057" y="500417"/>
                    <a:pt x="188415" y="497637"/>
                    <a:pt x="186187" y="493187"/>
                  </a:cubicBezTo>
                  <a:close/>
                  <a:moveTo>
                    <a:pt x="435695" y="421910"/>
                  </a:moveTo>
                  <a:cubicBezTo>
                    <a:pt x="440490" y="421910"/>
                    <a:pt x="445295" y="424134"/>
                    <a:pt x="447570" y="428583"/>
                  </a:cubicBezTo>
                  <a:lnTo>
                    <a:pt x="470321" y="474094"/>
                  </a:lnTo>
                  <a:lnTo>
                    <a:pt x="514986" y="474094"/>
                  </a:lnTo>
                  <a:cubicBezTo>
                    <a:pt x="520279" y="474094"/>
                    <a:pt x="525108" y="477245"/>
                    <a:pt x="527151" y="482250"/>
                  </a:cubicBezTo>
                  <a:cubicBezTo>
                    <a:pt x="529194" y="487163"/>
                    <a:pt x="528080" y="492817"/>
                    <a:pt x="524272" y="496617"/>
                  </a:cubicBezTo>
                  <a:lnTo>
                    <a:pt x="489635" y="531190"/>
                  </a:lnTo>
                  <a:lnTo>
                    <a:pt x="501429" y="590140"/>
                  </a:lnTo>
                  <a:cubicBezTo>
                    <a:pt x="502543" y="595516"/>
                    <a:pt x="500222" y="600985"/>
                    <a:pt x="495579" y="603858"/>
                  </a:cubicBezTo>
                  <a:cubicBezTo>
                    <a:pt x="493443" y="605248"/>
                    <a:pt x="491028" y="605897"/>
                    <a:pt x="488521" y="605897"/>
                  </a:cubicBezTo>
                  <a:cubicBezTo>
                    <a:pt x="485735" y="605897"/>
                    <a:pt x="482950" y="604970"/>
                    <a:pt x="480628" y="603302"/>
                  </a:cubicBezTo>
                  <a:lnTo>
                    <a:pt x="435684" y="569656"/>
                  </a:lnTo>
                  <a:lnTo>
                    <a:pt x="390832" y="603302"/>
                  </a:lnTo>
                  <a:cubicBezTo>
                    <a:pt x="386375" y="606546"/>
                    <a:pt x="380524" y="606824"/>
                    <a:pt x="375881" y="603858"/>
                  </a:cubicBezTo>
                  <a:cubicBezTo>
                    <a:pt x="371238" y="600985"/>
                    <a:pt x="368917" y="595516"/>
                    <a:pt x="369938" y="590140"/>
                  </a:cubicBezTo>
                  <a:lnTo>
                    <a:pt x="381732" y="531190"/>
                  </a:lnTo>
                  <a:lnTo>
                    <a:pt x="347095" y="496617"/>
                  </a:lnTo>
                  <a:cubicBezTo>
                    <a:pt x="343380" y="492817"/>
                    <a:pt x="342266" y="487163"/>
                    <a:pt x="344309" y="482250"/>
                  </a:cubicBezTo>
                  <a:cubicBezTo>
                    <a:pt x="346352" y="477245"/>
                    <a:pt x="351181" y="474094"/>
                    <a:pt x="356474" y="474094"/>
                  </a:cubicBezTo>
                  <a:lnTo>
                    <a:pt x="401139" y="474094"/>
                  </a:lnTo>
                  <a:lnTo>
                    <a:pt x="423890" y="428583"/>
                  </a:lnTo>
                  <a:cubicBezTo>
                    <a:pt x="426119" y="424134"/>
                    <a:pt x="430901" y="421910"/>
                    <a:pt x="435695" y="421910"/>
                  </a:cubicBezTo>
                  <a:close/>
                  <a:moveTo>
                    <a:pt x="171614" y="421910"/>
                  </a:moveTo>
                  <a:cubicBezTo>
                    <a:pt x="176395" y="421910"/>
                    <a:pt x="181175" y="424134"/>
                    <a:pt x="183403" y="428583"/>
                  </a:cubicBezTo>
                  <a:lnTo>
                    <a:pt x="206145" y="474094"/>
                  </a:lnTo>
                  <a:lnTo>
                    <a:pt x="250794" y="474094"/>
                  </a:lnTo>
                  <a:cubicBezTo>
                    <a:pt x="256178" y="474094"/>
                    <a:pt x="261005" y="477245"/>
                    <a:pt x="262954" y="482250"/>
                  </a:cubicBezTo>
                  <a:cubicBezTo>
                    <a:pt x="264996" y="487163"/>
                    <a:pt x="263882" y="492817"/>
                    <a:pt x="260169" y="496617"/>
                  </a:cubicBezTo>
                  <a:lnTo>
                    <a:pt x="225545" y="531190"/>
                  </a:lnTo>
                  <a:lnTo>
                    <a:pt x="237334" y="590140"/>
                  </a:lnTo>
                  <a:cubicBezTo>
                    <a:pt x="238448" y="595516"/>
                    <a:pt x="236035" y="600985"/>
                    <a:pt x="231393" y="603858"/>
                  </a:cubicBezTo>
                  <a:cubicBezTo>
                    <a:pt x="229351" y="605248"/>
                    <a:pt x="226845" y="605897"/>
                    <a:pt x="224431" y="605897"/>
                  </a:cubicBezTo>
                  <a:cubicBezTo>
                    <a:pt x="221647" y="605897"/>
                    <a:pt x="218862" y="604970"/>
                    <a:pt x="216541" y="603302"/>
                  </a:cubicBezTo>
                  <a:lnTo>
                    <a:pt x="171614" y="569656"/>
                  </a:lnTo>
                  <a:lnTo>
                    <a:pt x="126687" y="603302"/>
                  </a:lnTo>
                  <a:cubicBezTo>
                    <a:pt x="122324" y="606546"/>
                    <a:pt x="116383" y="606824"/>
                    <a:pt x="111742" y="603858"/>
                  </a:cubicBezTo>
                  <a:cubicBezTo>
                    <a:pt x="107100" y="600985"/>
                    <a:pt x="104780" y="595516"/>
                    <a:pt x="105894" y="590140"/>
                  </a:cubicBezTo>
                  <a:lnTo>
                    <a:pt x="117683" y="531190"/>
                  </a:lnTo>
                  <a:lnTo>
                    <a:pt x="83059" y="496617"/>
                  </a:lnTo>
                  <a:cubicBezTo>
                    <a:pt x="79253" y="492817"/>
                    <a:pt x="78139" y="487163"/>
                    <a:pt x="80181" y="482250"/>
                  </a:cubicBezTo>
                  <a:cubicBezTo>
                    <a:pt x="82223" y="477245"/>
                    <a:pt x="87050" y="474094"/>
                    <a:pt x="92434" y="474094"/>
                  </a:cubicBezTo>
                  <a:lnTo>
                    <a:pt x="137083" y="474094"/>
                  </a:lnTo>
                  <a:lnTo>
                    <a:pt x="159825" y="428583"/>
                  </a:lnTo>
                  <a:cubicBezTo>
                    <a:pt x="162053" y="424134"/>
                    <a:pt x="166834" y="421910"/>
                    <a:pt x="171614" y="421910"/>
                  </a:cubicBezTo>
                  <a:close/>
                  <a:moveTo>
                    <a:pt x="514950" y="226678"/>
                  </a:moveTo>
                  <a:lnTo>
                    <a:pt x="500278" y="255875"/>
                  </a:lnTo>
                  <a:cubicBezTo>
                    <a:pt x="498050" y="260325"/>
                    <a:pt x="493500" y="263105"/>
                    <a:pt x="488485" y="263105"/>
                  </a:cubicBezTo>
                  <a:lnTo>
                    <a:pt x="467592" y="263105"/>
                  </a:lnTo>
                  <a:lnTo>
                    <a:pt x="484678" y="280160"/>
                  </a:lnTo>
                  <a:cubicBezTo>
                    <a:pt x="487742" y="283311"/>
                    <a:pt x="489135" y="287760"/>
                    <a:pt x="488207" y="292117"/>
                  </a:cubicBezTo>
                  <a:lnTo>
                    <a:pt x="481799" y="324187"/>
                  </a:lnTo>
                  <a:lnTo>
                    <a:pt x="506964" y="305279"/>
                  </a:lnTo>
                  <a:cubicBezTo>
                    <a:pt x="509379" y="303518"/>
                    <a:pt x="512165" y="302683"/>
                    <a:pt x="514950" y="302683"/>
                  </a:cubicBezTo>
                  <a:cubicBezTo>
                    <a:pt x="517736" y="302683"/>
                    <a:pt x="520522" y="303518"/>
                    <a:pt x="522844" y="305279"/>
                  </a:cubicBezTo>
                  <a:lnTo>
                    <a:pt x="548009" y="324187"/>
                  </a:lnTo>
                  <a:lnTo>
                    <a:pt x="541601" y="292117"/>
                  </a:lnTo>
                  <a:cubicBezTo>
                    <a:pt x="540766" y="287760"/>
                    <a:pt x="542066" y="283311"/>
                    <a:pt x="545223" y="280160"/>
                  </a:cubicBezTo>
                  <a:lnTo>
                    <a:pt x="562309" y="263105"/>
                  </a:lnTo>
                  <a:lnTo>
                    <a:pt x="541323" y="263105"/>
                  </a:lnTo>
                  <a:cubicBezTo>
                    <a:pt x="536308" y="263105"/>
                    <a:pt x="531758" y="260325"/>
                    <a:pt x="529530" y="255875"/>
                  </a:cubicBezTo>
                  <a:close/>
                  <a:moveTo>
                    <a:pt x="92440" y="226678"/>
                  </a:moveTo>
                  <a:lnTo>
                    <a:pt x="77774" y="255875"/>
                  </a:lnTo>
                  <a:cubicBezTo>
                    <a:pt x="75546" y="260325"/>
                    <a:pt x="70997" y="263105"/>
                    <a:pt x="65985" y="263105"/>
                  </a:cubicBezTo>
                  <a:lnTo>
                    <a:pt x="45099" y="263105"/>
                  </a:lnTo>
                  <a:lnTo>
                    <a:pt x="62086" y="280160"/>
                  </a:lnTo>
                  <a:cubicBezTo>
                    <a:pt x="65242" y="283219"/>
                    <a:pt x="66635" y="287760"/>
                    <a:pt x="65706" y="292024"/>
                  </a:cubicBezTo>
                  <a:lnTo>
                    <a:pt x="59301" y="324187"/>
                  </a:lnTo>
                  <a:lnTo>
                    <a:pt x="84457" y="305279"/>
                  </a:lnTo>
                  <a:cubicBezTo>
                    <a:pt x="86870" y="303518"/>
                    <a:pt x="89655" y="302683"/>
                    <a:pt x="92440" y="302683"/>
                  </a:cubicBezTo>
                  <a:cubicBezTo>
                    <a:pt x="95225" y="302683"/>
                    <a:pt x="98009" y="303518"/>
                    <a:pt x="100330" y="305279"/>
                  </a:cubicBezTo>
                  <a:lnTo>
                    <a:pt x="125486" y="324187"/>
                  </a:lnTo>
                  <a:lnTo>
                    <a:pt x="119081" y="292117"/>
                  </a:lnTo>
                  <a:cubicBezTo>
                    <a:pt x="118245" y="287760"/>
                    <a:pt x="119545" y="283311"/>
                    <a:pt x="122701" y="280160"/>
                  </a:cubicBezTo>
                  <a:lnTo>
                    <a:pt x="139781" y="263105"/>
                  </a:lnTo>
                  <a:lnTo>
                    <a:pt x="118802" y="263105"/>
                  </a:lnTo>
                  <a:cubicBezTo>
                    <a:pt x="113790" y="263105"/>
                    <a:pt x="109241" y="260325"/>
                    <a:pt x="107013" y="255875"/>
                  </a:cubicBezTo>
                  <a:close/>
                  <a:moveTo>
                    <a:pt x="514938" y="184598"/>
                  </a:moveTo>
                  <a:cubicBezTo>
                    <a:pt x="519732" y="184598"/>
                    <a:pt x="524515" y="186822"/>
                    <a:pt x="526744" y="191271"/>
                  </a:cubicBezTo>
                  <a:lnTo>
                    <a:pt x="549495" y="236782"/>
                  </a:lnTo>
                  <a:lnTo>
                    <a:pt x="594160" y="236782"/>
                  </a:lnTo>
                  <a:cubicBezTo>
                    <a:pt x="599453" y="236782"/>
                    <a:pt x="604282" y="239933"/>
                    <a:pt x="606325" y="244938"/>
                  </a:cubicBezTo>
                  <a:cubicBezTo>
                    <a:pt x="608368" y="249851"/>
                    <a:pt x="607254" y="255505"/>
                    <a:pt x="603539" y="259305"/>
                  </a:cubicBezTo>
                  <a:lnTo>
                    <a:pt x="568902" y="293878"/>
                  </a:lnTo>
                  <a:lnTo>
                    <a:pt x="580696" y="352828"/>
                  </a:lnTo>
                  <a:cubicBezTo>
                    <a:pt x="581717" y="358204"/>
                    <a:pt x="579396" y="363673"/>
                    <a:pt x="574753" y="366546"/>
                  </a:cubicBezTo>
                  <a:cubicBezTo>
                    <a:pt x="572617" y="367936"/>
                    <a:pt x="570202" y="368585"/>
                    <a:pt x="567788" y="368585"/>
                  </a:cubicBezTo>
                  <a:cubicBezTo>
                    <a:pt x="565002" y="368585"/>
                    <a:pt x="562216" y="367658"/>
                    <a:pt x="559802" y="365990"/>
                  </a:cubicBezTo>
                  <a:lnTo>
                    <a:pt x="514950" y="332344"/>
                  </a:lnTo>
                  <a:lnTo>
                    <a:pt x="470006" y="365990"/>
                  </a:lnTo>
                  <a:cubicBezTo>
                    <a:pt x="465642" y="369234"/>
                    <a:pt x="459698" y="369512"/>
                    <a:pt x="455055" y="366546"/>
                  </a:cubicBezTo>
                  <a:cubicBezTo>
                    <a:pt x="450412" y="363673"/>
                    <a:pt x="448091" y="358204"/>
                    <a:pt x="449205" y="352828"/>
                  </a:cubicBezTo>
                  <a:lnTo>
                    <a:pt x="460999" y="293878"/>
                  </a:lnTo>
                  <a:lnTo>
                    <a:pt x="426362" y="259305"/>
                  </a:lnTo>
                  <a:cubicBezTo>
                    <a:pt x="422554" y="255505"/>
                    <a:pt x="421440" y="249851"/>
                    <a:pt x="423483" y="244938"/>
                  </a:cubicBezTo>
                  <a:cubicBezTo>
                    <a:pt x="425526" y="239933"/>
                    <a:pt x="430355" y="236782"/>
                    <a:pt x="435648" y="236782"/>
                  </a:cubicBezTo>
                  <a:lnTo>
                    <a:pt x="480313" y="236782"/>
                  </a:lnTo>
                  <a:lnTo>
                    <a:pt x="503064" y="191271"/>
                  </a:lnTo>
                  <a:cubicBezTo>
                    <a:pt x="505339" y="186822"/>
                    <a:pt x="510145" y="184598"/>
                    <a:pt x="514938" y="184598"/>
                  </a:cubicBezTo>
                  <a:close/>
                  <a:moveTo>
                    <a:pt x="92394" y="184598"/>
                  </a:moveTo>
                  <a:cubicBezTo>
                    <a:pt x="97174" y="184598"/>
                    <a:pt x="101955" y="186822"/>
                    <a:pt x="104229" y="191271"/>
                  </a:cubicBezTo>
                  <a:lnTo>
                    <a:pt x="126971" y="236782"/>
                  </a:lnTo>
                  <a:lnTo>
                    <a:pt x="171620" y="236782"/>
                  </a:lnTo>
                  <a:cubicBezTo>
                    <a:pt x="176911" y="236782"/>
                    <a:pt x="181738" y="239933"/>
                    <a:pt x="183780" y="244938"/>
                  </a:cubicBezTo>
                  <a:cubicBezTo>
                    <a:pt x="185822" y="249851"/>
                    <a:pt x="184708" y="255505"/>
                    <a:pt x="180902" y="259305"/>
                  </a:cubicBezTo>
                  <a:lnTo>
                    <a:pt x="146371" y="293878"/>
                  </a:lnTo>
                  <a:lnTo>
                    <a:pt x="158160" y="352828"/>
                  </a:lnTo>
                  <a:cubicBezTo>
                    <a:pt x="159181" y="358204"/>
                    <a:pt x="156861" y="363673"/>
                    <a:pt x="152219" y="366546"/>
                  </a:cubicBezTo>
                  <a:cubicBezTo>
                    <a:pt x="150084" y="367936"/>
                    <a:pt x="147671" y="368585"/>
                    <a:pt x="145257" y="368585"/>
                  </a:cubicBezTo>
                  <a:cubicBezTo>
                    <a:pt x="142473" y="368585"/>
                    <a:pt x="139688" y="367658"/>
                    <a:pt x="137274" y="365990"/>
                  </a:cubicBezTo>
                  <a:lnTo>
                    <a:pt x="92440" y="332344"/>
                  </a:lnTo>
                  <a:lnTo>
                    <a:pt x="47513" y="365990"/>
                  </a:lnTo>
                  <a:cubicBezTo>
                    <a:pt x="43150" y="369234"/>
                    <a:pt x="37209" y="369512"/>
                    <a:pt x="32568" y="366546"/>
                  </a:cubicBezTo>
                  <a:cubicBezTo>
                    <a:pt x="27926" y="363673"/>
                    <a:pt x="25606" y="358204"/>
                    <a:pt x="26627" y="352828"/>
                  </a:cubicBezTo>
                  <a:lnTo>
                    <a:pt x="38509" y="293878"/>
                  </a:lnTo>
                  <a:lnTo>
                    <a:pt x="3885" y="259305"/>
                  </a:lnTo>
                  <a:cubicBezTo>
                    <a:pt x="79" y="255505"/>
                    <a:pt x="-1035" y="249851"/>
                    <a:pt x="1007" y="244938"/>
                  </a:cubicBezTo>
                  <a:cubicBezTo>
                    <a:pt x="3049" y="239933"/>
                    <a:pt x="7876" y="236782"/>
                    <a:pt x="13167" y="236782"/>
                  </a:cubicBezTo>
                  <a:lnTo>
                    <a:pt x="57816" y="236782"/>
                  </a:lnTo>
                  <a:lnTo>
                    <a:pt x="80558" y="191271"/>
                  </a:lnTo>
                  <a:cubicBezTo>
                    <a:pt x="82833" y="186822"/>
                    <a:pt x="87613" y="184598"/>
                    <a:pt x="92394" y="184598"/>
                  </a:cubicBezTo>
                  <a:close/>
                  <a:moveTo>
                    <a:pt x="303666" y="42096"/>
                  </a:moveTo>
                  <a:lnTo>
                    <a:pt x="289089" y="71304"/>
                  </a:lnTo>
                  <a:cubicBezTo>
                    <a:pt x="286860" y="75755"/>
                    <a:pt x="282311" y="78537"/>
                    <a:pt x="277297" y="78537"/>
                  </a:cubicBezTo>
                  <a:lnTo>
                    <a:pt x="256313" y="78537"/>
                  </a:lnTo>
                  <a:lnTo>
                    <a:pt x="273397" y="95598"/>
                  </a:lnTo>
                  <a:cubicBezTo>
                    <a:pt x="276554" y="98658"/>
                    <a:pt x="277854" y="103201"/>
                    <a:pt x="277018" y="107467"/>
                  </a:cubicBezTo>
                  <a:lnTo>
                    <a:pt x="270612" y="139642"/>
                  </a:lnTo>
                  <a:lnTo>
                    <a:pt x="295774" y="120726"/>
                  </a:lnTo>
                  <a:cubicBezTo>
                    <a:pt x="298095" y="118965"/>
                    <a:pt x="300881" y="118130"/>
                    <a:pt x="303666" y="118130"/>
                  </a:cubicBezTo>
                  <a:cubicBezTo>
                    <a:pt x="306451" y="118130"/>
                    <a:pt x="309237" y="118965"/>
                    <a:pt x="311651" y="120726"/>
                  </a:cubicBezTo>
                  <a:lnTo>
                    <a:pt x="336813" y="139642"/>
                  </a:lnTo>
                  <a:lnTo>
                    <a:pt x="330407" y="107467"/>
                  </a:lnTo>
                  <a:cubicBezTo>
                    <a:pt x="329478" y="103201"/>
                    <a:pt x="330871" y="98751"/>
                    <a:pt x="333935" y="95598"/>
                  </a:cubicBezTo>
                  <a:lnTo>
                    <a:pt x="351019" y="78537"/>
                  </a:lnTo>
                  <a:lnTo>
                    <a:pt x="330128" y="78537"/>
                  </a:lnTo>
                  <a:cubicBezTo>
                    <a:pt x="325114" y="78537"/>
                    <a:pt x="320565" y="75755"/>
                    <a:pt x="318336" y="71304"/>
                  </a:cubicBezTo>
                  <a:close/>
                  <a:moveTo>
                    <a:pt x="303666" y="0"/>
                  </a:moveTo>
                  <a:cubicBezTo>
                    <a:pt x="308448" y="0"/>
                    <a:pt x="313229" y="2225"/>
                    <a:pt x="315458" y="6676"/>
                  </a:cubicBezTo>
                  <a:lnTo>
                    <a:pt x="338206" y="52203"/>
                  </a:lnTo>
                  <a:lnTo>
                    <a:pt x="382866" y="52203"/>
                  </a:lnTo>
                  <a:cubicBezTo>
                    <a:pt x="388251" y="52203"/>
                    <a:pt x="393080" y="55356"/>
                    <a:pt x="395122" y="60363"/>
                  </a:cubicBezTo>
                  <a:cubicBezTo>
                    <a:pt x="397165" y="65277"/>
                    <a:pt x="395958" y="70933"/>
                    <a:pt x="392244" y="74735"/>
                  </a:cubicBezTo>
                  <a:lnTo>
                    <a:pt x="357611" y="109229"/>
                  </a:lnTo>
                  <a:lnTo>
                    <a:pt x="369403" y="168294"/>
                  </a:lnTo>
                  <a:cubicBezTo>
                    <a:pt x="370517" y="173579"/>
                    <a:pt x="368196" y="179143"/>
                    <a:pt x="363461" y="182017"/>
                  </a:cubicBezTo>
                  <a:cubicBezTo>
                    <a:pt x="361418" y="183408"/>
                    <a:pt x="359004" y="184057"/>
                    <a:pt x="356497" y="184057"/>
                  </a:cubicBezTo>
                  <a:cubicBezTo>
                    <a:pt x="353712" y="184057"/>
                    <a:pt x="350926" y="183130"/>
                    <a:pt x="348605" y="181368"/>
                  </a:cubicBezTo>
                  <a:lnTo>
                    <a:pt x="303666" y="147802"/>
                  </a:lnTo>
                  <a:lnTo>
                    <a:pt x="258820" y="181368"/>
                  </a:lnTo>
                  <a:cubicBezTo>
                    <a:pt x="254363" y="184706"/>
                    <a:pt x="248514" y="184984"/>
                    <a:pt x="243871" y="182017"/>
                  </a:cubicBezTo>
                  <a:cubicBezTo>
                    <a:pt x="239229" y="179143"/>
                    <a:pt x="236815" y="173672"/>
                    <a:pt x="237929" y="168294"/>
                  </a:cubicBezTo>
                  <a:lnTo>
                    <a:pt x="249721" y="109229"/>
                  </a:lnTo>
                  <a:lnTo>
                    <a:pt x="215088" y="74735"/>
                  </a:lnTo>
                  <a:cubicBezTo>
                    <a:pt x="211374" y="70933"/>
                    <a:pt x="210167" y="65277"/>
                    <a:pt x="212210" y="60363"/>
                  </a:cubicBezTo>
                  <a:cubicBezTo>
                    <a:pt x="214345" y="55356"/>
                    <a:pt x="219081" y="52203"/>
                    <a:pt x="224466" y="52203"/>
                  </a:cubicBezTo>
                  <a:lnTo>
                    <a:pt x="269126" y="52203"/>
                  </a:lnTo>
                  <a:lnTo>
                    <a:pt x="291874" y="6676"/>
                  </a:lnTo>
                  <a:cubicBezTo>
                    <a:pt x="294103" y="2225"/>
                    <a:pt x="298884" y="0"/>
                    <a:pt x="303666" y="0"/>
                  </a:cubicBezTo>
                  <a:close/>
                </a:path>
              </a:pathLst>
            </a:custGeom>
            <a:solidFill>
              <a:schemeClr val="bg1">
                <a:alpha val="70000"/>
              </a:schemeClr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2.0 95 ExtraBold"/>
                <a:cs typeface="+mn-cs"/>
              </a:endParaRPr>
            </a:p>
          </p:txBody>
        </p:sp>
      </p:grpSp>
      <p:sp>
        <p:nvSpPr>
          <p:cNvPr id="63" name="stars_273718">
            <a:extLst>
              <a:ext uri="{FF2B5EF4-FFF2-40B4-BE49-F238E27FC236}">
                <a16:creationId xmlns:a16="http://schemas.microsoft.com/office/drawing/2014/main" id="{823BCBF2-5A56-3BF9-9389-691EE3581A24}"/>
              </a:ext>
            </a:extLst>
          </p:cNvPr>
          <p:cNvSpPr>
            <a:spLocks noChangeAspect="1"/>
          </p:cNvSpPr>
          <p:nvPr/>
        </p:nvSpPr>
        <p:spPr bwMode="auto">
          <a:xfrm>
            <a:off x="9650875" y="540210"/>
            <a:ext cx="216505" cy="216000"/>
          </a:xfrm>
          <a:custGeom>
            <a:avLst/>
            <a:gdLst>
              <a:gd name="connsiteX0" fmla="*/ 435684 w 607336"/>
              <a:gd name="connsiteY0" fmla="*/ 463990 h 605919"/>
              <a:gd name="connsiteX1" fmla="*/ 421104 w 607336"/>
              <a:gd name="connsiteY1" fmla="*/ 493187 h 605919"/>
              <a:gd name="connsiteX2" fmla="*/ 409311 w 607336"/>
              <a:gd name="connsiteY2" fmla="*/ 500417 h 605919"/>
              <a:gd name="connsiteX3" fmla="*/ 388325 w 607336"/>
              <a:gd name="connsiteY3" fmla="*/ 500417 h 605919"/>
              <a:gd name="connsiteX4" fmla="*/ 405411 w 607336"/>
              <a:gd name="connsiteY4" fmla="*/ 517472 h 605919"/>
              <a:gd name="connsiteX5" fmla="*/ 409033 w 607336"/>
              <a:gd name="connsiteY5" fmla="*/ 529429 h 605919"/>
              <a:gd name="connsiteX6" fmla="*/ 402625 w 607336"/>
              <a:gd name="connsiteY6" fmla="*/ 561499 h 605919"/>
              <a:gd name="connsiteX7" fmla="*/ 427790 w 607336"/>
              <a:gd name="connsiteY7" fmla="*/ 542591 h 605919"/>
              <a:gd name="connsiteX8" fmla="*/ 435684 w 607336"/>
              <a:gd name="connsiteY8" fmla="*/ 539995 h 605919"/>
              <a:gd name="connsiteX9" fmla="*/ 443670 w 607336"/>
              <a:gd name="connsiteY9" fmla="*/ 542591 h 605919"/>
              <a:gd name="connsiteX10" fmla="*/ 468835 w 607336"/>
              <a:gd name="connsiteY10" fmla="*/ 561499 h 605919"/>
              <a:gd name="connsiteX11" fmla="*/ 462427 w 607336"/>
              <a:gd name="connsiteY11" fmla="*/ 529429 h 605919"/>
              <a:gd name="connsiteX12" fmla="*/ 466049 w 607336"/>
              <a:gd name="connsiteY12" fmla="*/ 517472 h 605919"/>
              <a:gd name="connsiteX13" fmla="*/ 483042 w 607336"/>
              <a:gd name="connsiteY13" fmla="*/ 500417 h 605919"/>
              <a:gd name="connsiteX14" fmla="*/ 462149 w 607336"/>
              <a:gd name="connsiteY14" fmla="*/ 500417 h 605919"/>
              <a:gd name="connsiteX15" fmla="*/ 450356 w 607336"/>
              <a:gd name="connsiteY15" fmla="*/ 493187 h 605919"/>
              <a:gd name="connsiteX16" fmla="*/ 171614 w 607336"/>
              <a:gd name="connsiteY16" fmla="*/ 463990 h 605919"/>
              <a:gd name="connsiteX17" fmla="*/ 157040 w 607336"/>
              <a:gd name="connsiteY17" fmla="*/ 493187 h 605919"/>
              <a:gd name="connsiteX18" fmla="*/ 145252 w 607336"/>
              <a:gd name="connsiteY18" fmla="*/ 500417 h 605919"/>
              <a:gd name="connsiteX19" fmla="*/ 124273 w 607336"/>
              <a:gd name="connsiteY19" fmla="*/ 500417 h 605919"/>
              <a:gd name="connsiteX20" fmla="*/ 141353 w 607336"/>
              <a:gd name="connsiteY20" fmla="*/ 517472 h 605919"/>
              <a:gd name="connsiteX21" fmla="*/ 144973 w 607336"/>
              <a:gd name="connsiteY21" fmla="*/ 529429 h 605919"/>
              <a:gd name="connsiteX22" fmla="*/ 138568 w 607336"/>
              <a:gd name="connsiteY22" fmla="*/ 561499 h 605919"/>
              <a:gd name="connsiteX23" fmla="*/ 163724 w 607336"/>
              <a:gd name="connsiteY23" fmla="*/ 542591 h 605919"/>
              <a:gd name="connsiteX24" fmla="*/ 171614 w 607336"/>
              <a:gd name="connsiteY24" fmla="*/ 539995 h 605919"/>
              <a:gd name="connsiteX25" fmla="*/ 179504 w 607336"/>
              <a:gd name="connsiteY25" fmla="*/ 542591 h 605919"/>
              <a:gd name="connsiteX26" fmla="*/ 204660 w 607336"/>
              <a:gd name="connsiteY26" fmla="*/ 561499 h 605919"/>
              <a:gd name="connsiteX27" fmla="*/ 198255 w 607336"/>
              <a:gd name="connsiteY27" fmla="*/ 529429 h 605919"/>
              <a:gd name="connsiteX28" fmla="*/ 201875 w 607336"/>
              <a:gd name="connsiteY28" fmla="*/ 517472 h 605919"/>
              <a:gd name="connsiteX29" fmla="*/ 218955 w 607336"/>
              <a:gd name="connsiteY29" fmla="*/ 500417 h 605919"/>
              <a:gd name="connsiteX30" fmla="*/ 197976 w 607336"/>
              <a:gd name="connsiteY30" fmla="*/ 500417 h 605919"/>
              <a:gd name="connsiteX31" fmla="*/ 186187 w 607336"/>
              <a:gd name="connsiteY31" fmla="*/ 493187 h 605919"/>
              <a:gd name="connsiteX32" fmla="*/ 435695 w 607336"/>
              <a:gd name="connsiteY32" fmla="*/ 421910 h 605919"/>
              <a:gd name="connsiteX33" fmla="*/ 447570 w 607336"/>
              <a:gd name="connsiteY33" fmla="*/ 428583 h 605919"/>
              <a:gd name="connsiteX34" fmla="*/ 470321 w 607336"/>
              <a:gd name="connsiteY34" fmla="*/ 474094 h 605919"/>
              <a:gd name="connsiteX35" fmla="*/ 514986 w 607336"/>
              <a:gd name="connsiteY35" fmla="*/ 474094 h 605919"/>
              <a:gd name="connsiteX36" fmla="*/ 527151 w 607336"/>
              <a:gd name="connsiteY36" fmla="*/ 482250 h 605919"/>
              <a:gd name="connsiteX37" fmla="*/ 524272 w 607336"/>
              <a:gd name="connsiteY37" fmla="*/ 496617 h 605919"/>
              <a:gd name="connsiteX38" fmla="*/ 489635 w 607336"/>
              <a:gd name="connsiteY38" fmla="*/ 531190 h 605919"/>
              <a:gd name="connsiteX39" fmla="*/ 501429 w 607336"/>
              <a:gd name="connsiteY39" fmla="*/ 590140 h 605919"/>
              <a:gd name="connsiteX40" fmla="*/ 495579 w 607336"/>
              <a:gd name="connsiteY40" fmla="*/ 603858 h 605919"/>
              <a:gd name="connsiteX41" fmla="*/ 488521 w 607336"/>
              <a:gd name="connsiteY41" fmla="*/ 605897 h 605919"/>
              <a:gd name="connsiteX42" fmla="*/ 480628 w 607336"/>
              <a:gd name="connsiteY42" fmla="*/ 603302 h 605919"/>
              <a:gd name="connsiteX43" fmla="*/ 435684 w 607336"/>
              <a:gd name="connsiteY43" fmla="*/ 569656 h 605919"/>
              <a:gd name="connsiteX44" fmla="*/ 390832 w 607336"/>
              <a:gd name="connsiteY44" fmla="*/ 603302 h 605919"/>
              <a:gd name="connsiteX45" fmla="*/ 375881 w 607336"/>
              <a:gd name="connsiteY45" fmla="*/ 603858 h 605919"/>
              <a:gd name="connsiteX46" fmla="*/ 369938 w 607336"/>
              <a:gd name="connsiteY46" fmla="*/ 590140 h 605919"/>
              <a:gd name="connsiteX47" fmla="*/ 381732 w 607336"/>
              <a:gd name="connsiteY47" fmla="*/ 531190 h 605919"/>
              <a:gd name="connsiteX48" fmla="*/ 347095 w 607336"/>
              <a:gd name="connsiteY48" fmla="*/ 496617 h 605919"/>
              <a:gd name="connsiteX49" fmla="*/ 344309 w 607336"/>
              <a:gd name="connsiteY49" fmla="*/ 482250 h 605919"/>
              <a:gd name="connsiteX50" fmla="*/ 356474 w 607336"/>
              <a:gd name="connsiteY50" fmla="*/ 474094 h 605919"/>
              <a:gd name="connsiteX51" fmla="*/ 401139 w 607336"/>
              <a:gd name="connsiteY51" fmla="*/ 474094 h 605919"/>
              <a:gd name="connsiteX52" fmla="*/ 423890 w 607336"/>
              <a:gd name="connsiteY52" fmla="*/ 428583 h 605919"/>
              <a:gd name="connsiteX53" fmla="*/ 435695 w 607336"/>
              <a:gd name="connsiteY53" fmla="*/ 421910 h 605919"/>
              <a:gd name="connsiteX54" fmla="*/ 171614 w 607336"/>
              <a:gd name="connsiteY54" fmla="*/ 421910 h 605919"/>
              <a:gd name="connsiteX55" fmla="*/ 183403 w 607336"/>
              <a:gd name="connsiteY55" fmla="*/ 428583 h 605919"/>
              <a:gd name="connsiteX56" fmla="*/ 206145 w 607336"/>
              <a:gd name="connsiteY56" fmla="*/ 474094 h 605919"/>
              <a:gd name="connsiteX57" fmla="*/ 250794 w 607336"/>
              <a:gd name="connsiteY57" fmla="*/ 474094 h 605919"/>
              <a:gd name="connsiteX58" fmla="*/ 262954 w 607336"/>
              <a:gd name="connsiteY58" fmla="*/ 482250 h 605919"/>
              <a:gd name="connsiteX59" fmla="*/ 260169 w 607336"/>
              <a:gd name="connsiteY59" fmla="*/ 496617 h 605919"/>
              <a:gd name="connsiteX60" fmla="*/ 225545 w 607336"/>
              <a:gd name="connsiteY60" fmla="*/ 531190 h 605919"/>
              <a:gd name="connsiteX61" fmla="*/ 237334 w 607336"/>
              <a:gd name="connsiteY61" fmla="*/ 590140 h 605919"/>
              <a:gd name="connsiteX62" fmla="*/ 231393 w 607336"/>
              <a:gd name="connsiteY62" fmla="*/ 603858 h 605919"/>
              <a:gd name="connsiteX63" fmla="*/ 224431 w 607336"/>
              <a:gd name="connsiteY63" fmla="*/ 605897 h 605919"/>
              <a:gd name="connsiteX64" fmla="*/ 216541 w 607336"/>
              <a:gd name="connsiteY64" fmla="*/ 603302 h 605919"/>
              <a:gd name="connsiteX65" fmla="*/ 171614 w 607336"/>
              <a:gd name="connsiteY65" fmla="*/ 569656 h 605919"/>
              <a:gd name="connsiteX66" fmla="*/ 126687 w 607336"/>
              <a:gd name="connsiteY66" fmla="*/ 603302 h 605919"/>
              <a:gd name="connsiteX67" fmla="*/ 111742 w 607336"/>
              <a:gd name="connsiteY67" fmla="*/ 603858 h 605919"/>
              <a:gd name="connsiteX68" fmla="*/ 105894 w 607336"/>
              <a:gd name="connsiteY68" fmla="*/ 590140 h 605919"/>
              <a:gd name="connsiteX69" fmla="*/ 117683 w 607336"/>
              <a:gd name="connsiteY69" fmla="*/ 531190 h 605919"/>
              <a:gd name="connsiteX70" fmla="*/ 83059 w 607336"/>
              <a:gd name="connsiteY70" fmla="*/ 496617 h 605919"/>
              <a:gd name="connsiteX71" fmla="*/ 80181 w 607336"/>
              <a:gd name="connsiteY71" fmla="*/ 482250 h 605919"/>
              <a:gd name="connsiteX72" fmla="*/ 92434 w 607336"/>
              <a:gd name="connsiteY72" fmla="*/ 474094 h 605919"/>
              <a:gd name="connsiteX73" fmla="*/ 137083 w 607336"/>
              <a:gd name="connsiteY73" fmla="*/ 474094 h 605919"/>
              <a:gd name="connsiteX74" fmla="*/ 159825 w 607336"/>
              <a:gd name="connsiteY74" fmla="*/ 428583 h 605919"/>
              <a:gd name="connsiteX75" fmla="*/ 171614 w 607336"/>
              <a:gd name="connsiteY75" fmla="*/ 421910 h 605919"/>
              <a:gd name="connsiteX76" fmla="*/ 514950 w 607336"/>
              <a:gd name="connsiteY76" fmla="*/ 226678 h 605919"/>
              <a:gd name="connsiteX77" fmla="*/ 500278 w 607336"/>
              <a:gd name="connsiteY77" fmla="*/ 255875 h 605919"/>
              <a:gd name="connsiteX78" fmla="*/ 488485 w 607336"/>
              <a:gd name="connsiteY78" fmla="*/ 263105 h 605919"/>
              <a:gd name="connsiteX79" fmla="*/ 467592 w 607336"/>
              <a:gd name="connsiteY79" fmla="*/ 263105 h 605919"/>
              <a:gd name="connsiteX80" fmla="*/ 484678 w 607336"/>
              <a:gd name="connsiteY80" fmla="*/ 280160 h 605919"/>
              <a:gd name="connsiteX81" fmla="*/ 488207 w 607336"/>
              <a:gd name="connsiteY81" fmla="*/ 292117 h 605919"/>
              <a:gd name="connsiteX82" fmla="*/ 481799 w 607336"/>
              <a:gd name="connsiteY82" fmla="*/ 324187 h 605919"/>
              <a:gd name="connsiteX83" fmla="*/ 506964 w 607336"/>
              <a:gd name="connsiteY83" fmla="*/ 305279 h 605919"/>
              <a:gd name="connsiteX84" fmla="*/ 514950 w 607336"/>
              <a:gd name="connsiteY84" fmla="*/ 302683 h 605919"/>
              <a:gd name="connsiteX85" fmla="*/ 522844 w 607336"/>
              <a:gd name="connsiteY85" fmla="*/ 305279 h 605919"/>
              <a:gd name="connsiteX86" fmla="*/ 548009 w 607336"/>
              <a:gd name="connsiteY86" fmla="*/ 324187 h 605919"/>
              <a:gd name="connsiteX87" fmla="*/ 541601 w 607336"/>
              <a:gd name="connsiteY87" fmla="*/ 292117 h 605919"/>
              <a:gd name="connsiteX88" fmla="*/ 545223 w 607336"/>
              <a:gd name="connsiteY88" fmla="*/ 280160 h 605919"/>
              <a:gd name="connsiteX89" fmla="*/ 562309 w 607336"/>
              <a:gd name="connsiteY89" fmla="*/ 263105 h 605919"/>
              <a:gd name="connsiteX90" fmla="*/ 541323 w 607336"/>
              <a:gd name="connsiteY90" fmla="*/ 263105 h 605919"/>
              <a:gd name="connsiteX91" fmla="*/ 529530 w 607336"/>
              <a:gd name="connsiteY91" fmla="*/ 255875 h 605919"/>
              <a:gd name="connsiteX92" fmla="*/ 92440 w 607336"/>
              <a:gd name="connsiteY92" fmla="*/ 226678 h 605919"/>
              <a:gd name="connsiteX93" fmla="*/ 77774 w 607336"/>
              <a:gd name="connsiteY93" fmla="*/ 255875 h 605919"/>
              <a:gd name="connsiteX94" fmla="*/ 65985 w 607336"/>
              <a:gd name="connsiteY94" fmla="*/ 263105 h 605919"/>
              <a:gd name="connsiteX95" fmla="*/ 45099 w 607336"/>
              <a:gd name="connsiteY95" fmla="*/ 263105 h 605919"/>
              <a:gd name="connsiteX96" fmla="*/ 62086 w 607336"/>
              <a:gd name="connsiteY96" fmla="*/ 280160 h 605919"/>
              <a:gd name="connsiteX97" fmla="*/ 65706 w 607336"/>
              <a:gd name="connsiteY97" fmla="*/ 292024 h 605919"/>
              <a:gd name="connsiteX98" fmla="*/ 59301 w 607336"/>
              <a:gd name="connsiteY98" fmla="*/ 324187 h 605919"/>
              <a:gd name="connsiteX99" fmla="*/ 84457 w 607336"/>
              <a:gd name="connsiteY99" fmla="*/ 305279 h 605919"/>
              <a:gd name="connsiteX100" fmla="*/ 92440 w 607336"/>
              <a:gd name="connsiteY100" fmla="*/ 302683 h 605919"/>
              <a:gd name="connsiteX101" fmla="*/ 100330 w 607336"/>
              <a:gd name="connsiteY101" fmla="*/ 305279 h 605919"/>
              <a:gd name="connsiteX102" fmla="*/ 125486 w 607336"/>
              <a:gd name="connsiteY102" fmla="*/ 324187 h 605919"/>
              <a:gd name="connsiteX103" fmla="*/ 119081 w 607336"/>
              <a:gd name="connsiteY103" fmla="*/ 292117 h 605919"/>
              <a:gd name="connsiteX104" fmla="*/ 122701 w 607336"/>
              <a:gd name="connsiteY104" fmla="*/ 280160 h 605919"/>
              <a:gd name="connsiteX105" fmla="*/ 139781 w 607336"/>
              <a:gd name="connsiteY105" fmla="*/ 263105 h 605919"/>
              <a:gd name="connsiteX106" fmla="*/ 118802 w 607336"/>
              <a:gd name="connsiteY106" fmla="*/ 263105 h 605919"/>
              <a:gd name="connsiteX107" fmla="*/ 107013 w 607336"/>
              <a:gd name="connsiteY107" fmla="*/ 255875 h 605919"/>
              <a:gd name="connsiteX108" fmla="*/ 514938 w 607336"/>
              <a:gd name="connsiteY108" fmla="*/ 184598 h 605919"/>
              <a:gd name="connsiteX109" fmla="*/ 526744 w 607336"/>
              <a:gd name="connsiteY109" fmla="*/ 191271 h 605919"/>
              <a:gd name="connsiteX110" fmla="*/ 549495 w 607336"/>
              <a:gd name="connsiteY110" fmla="*/ 236782 h 605919"/>
              <a:gd name="connsiteX111" fmla="*/ 594160 w 607336"/>
              <a:gd name="connsiteY111" fmla="*/ 236782 h 605919"/>
              <a:gd name="connsiteX112" fmla="*/ 606325 w 607336"/>
              <a:gd name="connsiteY112" fmla="*/ 244938 h 605919"/>
              <a:gd name="connsiteX113" fmla="*/ 603539 w 607336"/>
              <a:gd name="connsiteY113" fmla="*/ 259305 h 605919"/>
              <a:gd name="connsiteX114" fmla="*/ 568902 w 607336"/>
              <a:gd name="connsiteY114" fmla="*/ 293878 h 605919"/>
              <a:gd name="connsiteX115" fmla="*/ 580696 w 607336"/>
              <a:gd name="connsiteY115" fmla="*/ 352828 h 605919"/>
              <a:gd name="connsiteX116" fmla="*/ 574753 w 607336"/>
              <a:gd name="connsiteY116" fmla="*/ 366546 h 605919"/>
              <a:gd name="connsiteX117" fmla="*/ 567788 w 607336"/>
              <a:gd name="connsiteY117" fmla="*/ 368585 h 605919"/>
              <a:gd name="connsiteX118" fmla="*/ 559802 w 607336"/>
              <a:gd name="connsiteY118" fmla="*/ 365990 h 605919"/>
              <a:gd name="connsiteX119" fmla="*/ 514950 w 607336"/>
              <a:gd name="connsiteY119" fmla="*/ 332344 h 605919"/>
              <a:gd name="connsiteX120" fmla="*/ 470006 w 607336"/>
              <a:gd name="connsiteY120" fmla="*/ 365990 h 605919"/>
              <a:gd name="connsiteX121" fmla="*/ 455055 w 607336"/>
              <a:gd name="connsiteY121" fmla="*/ 366546 h 605919"/>
              <a:gd name="connsiteX122" fmla="*/ 449205 w 607336"/>
              <a:gd name="connsiteY122" fmla="*/ 352828 h 605919"/>
              <a:gd name="connsiteX123" fmla="*/ 460999 w 607336"/>
              <a:gd name="connsiteY123" fmla="*/ 293878 h 605919"/>
              <a:gd name="connsiteX124" fmla="*/ 426362 w 607336"/>
              <a:gd name="connsiteY124" fmla="*/ 259305 h 605919"/>
              <a:gd name="connsiteX125" fmla="*/ 423483 w 607336"/>
              <a:gd name="connsiteY125" fmla="*/ 244938 h 605919"/>
              <a:gd name="connsiteX126" fmla="*/ 435648 w 607336"/>
              <a:gd name="connsiteY126" fmla="*/ 236782 h 605919"/>
              <a:gd name="connsiteX127" fmla="*/ 480313 w 607336"/>
              <a:gd name="connsiteY127" fmla="*/ 236782 h 605919"/>
              <a:gd name="connsiteX128" fmla="*/ 503064 w 607336"/>
              <a:gd name="connsiteY128" fmla="*/ 191271 h 605919"/>
              <a:gd name="connsiteX129" fmla="*/ 514938 w 607336"/>
              <a:gd name="connsiteY129" fmla="*/ 184598 h 605919"/>
              <a:gd name="connsiteX130" fmla="*/ 92394 w 607336"/>
              <a:gd name="connsiteY130" fmla="*/ 184598 h 605919"/>
              <a:gd name="connsiteX131" fmla="*/ 104229 w 607336"/>
              <a:gd name="connsiteY131" fmla="*/ 191271 h 605919"/>
              <a:gd name="connsiteX132" fmla="*/ 126971 w 607336"/>
              <a:gd name="connsiteY132" fmla="*/ 236782 h 605919"/>
              <a:gd name="connsiteX133" fmla="*/ 171620 w 607336"/>
              <a:gd name="connsiteY133" fmla="*/ 236782 h 605919"/>
              <a:gd name="connsiteX134" fmla="*/ 183780 w 607336"/>
              <a:gd name="connsiteY134" fmla="*/ 244938 h 605919"/>
              <a:gd name="connsiteX135" fmla="*/ 180902 w 607336"/>
              <a:gd name="connsiteY135" fmla="*/ 259305 h 605919"/>
              <a:gd name="connsiteX136" fmla="*/ 146371 w 607336"/>
              <a:gd name="connsiteY136" fmla="*/ 293878 h 605919"/>
              <a:gd name="connsiteX137" fmla="*/ 158160 w 607336"/>
              <a:gd name="connsiteY137" fmla="*/ 352828 h 605919"/>
              <a:gd name="connsiteX138" fmla="*/ 152219 w 607336"/>
              <a:gd name="connsiteY138" fmla="*/ 366546 h 605919"/>
              <a:gd name="connsiteX139" fmla="*/ 145257 w 607336"/>
              <a:gd name="connsiteY139" fmla="*/ 368585 h 605919"/>
              <a:gd name="connsiteX140" fmla="*/ 137274 w 607336"/>
              <a:gd name="connsiteY140" fmla="*/ 365990 h 605919"/>
              <a:gd name="connsiteX141" fmla="*/ 92440 w 607336"/>
              <a:gd name="connsiteY141" fmla="*/ 332344 h 605919"/>
              <a:gd name="connsiteX142" fmla="*/ 47513 w 607336"/>
              <a:gd name="connsiteY142" fmla="*/ 365990 h 605919"/>
              <a:gd name="connsiteX143" fmla="*/ 32568 w 607336"/>
              <a:gd name="connsiteY143" fmla="*/ 366546 h 605919"/>
              <a:gd name="connsiteX144" fmla="*/ 26627 w 607336"/>
              <a:gd name="connsiteY144" fmla="*/ 352828 h 605919"/>
              <a:gd name="connsiteX145" fmla="*/ 38509 w 607336"/>
              <a:gd name="connsiteY145" fmla="*/ 293878 h 605919"/>
              <a:gd name="connsiteX146" fmla="*/ 3885 w 607336"/>
              <a:gd name="connsiteY146" fmla="*/ 259305 h 605919"/>
              <a:gd name="connsiteX147" fmla="*/ 1007 w 607336"/>
              <a:gd name="connsiteY147" fmla="*/ 244938 h 605919"/>
              <a:gd name="connsiteX148" fmla="*/ 13167 w 607336"/>
              <a:gd name="connsiteY148" fmla="*/ 236782 h 605919"/>
              <a:gd name="connsiteX149" fmla="*/ 57816 w 607336"/>
              <a:gd name="connsiteY149" fmla="*/ 236782 h 605919"/>
              <a:gd name="connsiteX150" fmla="*/ 80558 w 607336"/>
              <a:gd name="connsiteY150" fmla="*/ 191271 h 605919"/>
              <a:gd name="connsiteX151" fmla="*/ 92394 w 607336"/>
              <a:gd name="connsiteY151" fmla="*/ 184598 h 605919"/>
              <a:gd name="connsiteX152" fmla="*/ 303666 w 607336"/>
              <a:gd name="connsiteY152" fmla="*/ 42096 h 605919"/>
              <a:gd name="connsiteX153" fmla="*/ 289089 w 607336"/>
              <a:gd name="connsiteY153" fmla="*/ 71304 h 605919"/>
              <a:gd name="connsiteX154" fmla="*/ 277297 w 607336"/>
              <a:gd name="connsiteY154" fmla="*/ 78537 h 605919"/>
              <a:gd name="connsiteX155" fmla="*/ 256313 w 607336"/>
              <a:gd name="connsiteY155" fmla="*/ 78537 h 605919"/>
              <a:gd name="connsiteX156" fmla="*/ 273397 w 607336"/>
              <a:gd name="connsiteY156" fmla="*/ 95598 h 605919"/>
              <a:gd name="connsiteX157" fmla="*/ 277018 w 607336"/>
              <a:gd name="connsiteY157" fmla="*/ 107467 h 605919"/>
              <a:gd name="connsiteX158" fmla="*/ 270612 w 607336"/>
              <a:gd name="connsiteY158" fmla="*/ 139642 h 605919"/>
              <a:gd name="connsiteX159" fmla="*/ 295774 w 607336"/>
              <a:gd name="connsiteY159" fmla="*/ 120726 h 605919"/>
              <a:gd name="connsiteX160" fmla="*/ 303666 w 607336"/>
              <a:gd name="connsiteY160" fmla="*/ 118130 h 605919"/>
              <a:gd name="connsiteX161" fmla="*/ 311651 w 607336"/>
              <a:gd name="connsiteY161" fmla="*/ 120726 h 605919"/>
              <a:gd name="connsiteX162" fmla="*/ 336813 w 607336"/>
              <a:gd name="connsiteY162" fmla="*/ 139642 h 605919"/>
              <a:gd name="connsiteX163" fmla="*/ 330407 w 607336"/>
              <a:gd name="connsiteY163" fmla="*/ 107467 h 605919"/>
              <a:gd name="connsiteX164" fmla="*/ 333935 w 607336"/>
              <a:gd name="connsiteY164" fmla="*/ 95598 h 605919"/>
              <a:gd name="connsiteX165" fmla="*/ 351019 w 607336"/>
              <a:gd name="connsiteY165" fmla="*/ 78537 h 605919"/>
              <a:gd name="connsiteX166" fmla="*/ 330128 w 607336"/>
              <a:gd name="connsiteY166" fmla="*/ 78537 h 605919"/>
              <a:gd name="connsiteX167" fmla="*/ 318336 w 607336"/>
              <a:gd name="connsiteY167" fmla="*/ 71304 h 605919"/>
              <a:gd name="connsiteX168" fmla="*/ 303666 w 607336"/>
              <a:gd name="connsiteY168" fmla="*/ 0 h 605919"/>
              <a:gd name="connsiteX169" fmla="*/ 315458 w 607336"/>
              <a:gd name="connsiteY169" fmla="*/ 6676 h 605919"/>
              <a:gd name="connsiteX170" fmla="*/ 338206 w 607336"/>
              <a:gd name="connsiteY170" fmla="*/ 52203 h 605919"/>
              <a:gd name="connsiteX171" fmla="*/ 382866 w 607336"/>
              <a:gd name="connsiteY171" fmla="*/ 52203 h 605919"/>
              <a:gd name="connsiteX172" fmla="*/ 395122 w 607336"/>
              <a:gd name="connsiteY172" fmla="*/ 60363 h 605919"/>
              <a:gd name="connsiteX173" fmla="*/ 392244 w 607336"/>
              <a:gd name="connsiteY173" fmla="*/ 74735 h 605919"/>
              <a:gd name="connsiteX174" fmla="*/ 357611 w 607336"/>
              <a:gd name="connsiteY174" fmla="*/ 109229 h 605919"/>
              <a:gd name="connsiteX175" fmla="*/ 369403 w 607336"/>
              <a:gd name="connsiteY175" fmla="*/ 168294 h 605919"/>
              <a:gd name="connsiteX176" fmla="*/ 363461 w 607336"/>
              <a:gd name="connsiteY176" fmla="*/ 182017 h 605919"/>
              <a:gd name="connsiteX177" fmla="*/ 356497 w 607336"/>
              <a:gd name="connsiteY177" fmla="*/ 184057 h 605919"/>
              <a:gd name="connsiteX178" fmla="*/ 348605 w 607336"/>
              <a:gd name="connsiteY178" fmla="*/ 181368 h 605919"/>
              <a:gd name="connsiteX179" fmla="*/ 303666 w 607336"/>
              <a:gd name="connsiteY179" fmla="*/ 147802 h 605919"/>
              <a:gd name="connsiteX180" fmla="*/ 258820 w 607336"/>
              <a:gd name="connsiteY180" fmla="*/ 181368 h 605919"/>
              <a:gd name="connsiteX181" fmla="*/ 243871 w 607336"/>
              <a:gd name="connsiteY181" fmla="*/ 182017 h 605919"/>
              <a:gd name="connsiteX182" fmla="*/ 237929 w 607336"/>
              <a:gd name="connsiteY182" fmla="*/ 168294 h 605919"/>
              <a:gd name="connsiteX183" fmla="*/ 249721 w 607336"/>
              <a:gd name="connsiteY183" fmla="*/ 109229 h 605919"/>
              <a:gd name="connsiteX184" fmla="*/ 215088 w 607336"/>
              <a:gd name="connsiteY184" fmla="*/ 74735 h 605919"/>
              <a:gd name="connsiteX185" fmla="*/ 212210 w 607336"/>
              <a:gd name="connsiteY185" fmla="*/ 60363 h 605919"/>
              <a:gd name="connsiteX186" fmla="*/ 224466 w 607336"/>
              <a:gd name="connsiteY186" fmla="*/ 52203 h 605919"/>
              <a:gd name="connsiteX187" fmla="*/ 269126 w 607336"/>
              <a:gd name="connsiteY187" fmla="*/ 52203 h 605919"/>
              <a:gd name="connsiteX188" fmla="*/ 291874 w 607336"/>
              <a:gd name="connsiteY188" fmla="*/ 6676 h 605919"/>
              <a:gd name="connsiteX189" fmla="*/ 303666 w 607336"/>
              <a:gd name="connsiteY189" fmla="*/ 0 h 605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</a:cxnLst>
            <a:rect l="l" t="t" r="r" b="b"/>
            <a:pathLst>
              <a:path w="607336" h="605919">
                <a:moveTo>
                  <a:pt x="435684" y="463990"/>
                </a:moveTo>
                <a:lnTo>
                  <a:pt x="421104" y="493187"/>
                </a:lnTo>
                <a:cubicBezTo>
                  <a:pt x="418876" y="497637"/>
                  <a:pt x="414326" y="500417"/>
                  <a:pt x="409311" y="500417"/>
                </a:cubicBezTo>
                <a:lnTo>
                  <a:pt x="388325" y="500417"/>
                </a:lnTo>
                <a:lnTo>
                  <a:pt x="405411" y="517472"/>
                </a:lnTo>
                <a:cubicBezTo>
                  <a:pt x="408568" y="520623"/>
                  <a:pt x="409961" y="525072"/>
                  <a:pt x="409033" y="529429"/>
                </a:cubicBezTo>
                <a:lnTo>
                  <a:pt x="402625" y="561499"/>
                </a:lnTo>
                <a:lnTo>
                  <a:pt x="427790" y="542591"/>
                </a:lnTo>
                <a:cubicBezTo>
                  <a:pt x="430112" y="540830"/>
                  <a:pt x="432991" y="539995"/>
                  <a:pt x="435684" y="539995"/>
                </a:cubicBezTo>
                <a:cubicBezTo>
                  <a:pt x="438469" y="539995"/>
                  <a:pt x="441255" y="540830"/>
                  <a:pt x="443670" y="542591"/>
                </a:cubicBezTo>
                <a:lnTo>
                  <a:pt x="468835" y="561499"/>
                </a:lnTo>
                <a:lnTo>
                  <a:pt x="462427" y="529429"/>
                </a:lnTo>
                <a:cubicBezTo>
                  <a:pt x="461499" y="525072"/>
                  <a:pt x="462892" y="520623"/>
                  <a:pt x="466049" y="517472"/>
                </a:cubicBezTo>
                <a:lnTo>
                  <a:pt x="483042" y="500417"/>
                </a:lnTo>
                <a:lnTo>
                  <a:pt x="462149" y="500417"/>
                </a:lnTo>
                <a:cubicBezTo>
                  <a:pt x="457134" y="500417"/>
                  <a:pt x="452584" y="497637"/>
                  <a:pt x="450356" y="493187"/>
                </a:cubicBezTo>
                <a:close/>
                <a:moveTo>
                  <a:pt x="171614" y="463990"/>
                </a:moveTo>
                <a:lnTo>
                  <a:pt x="157040" y="493187"/>
                </a:lnTo>
                <a:cubicBezTo>
                  <a:pt x="154813" y="497637"/>
                  <a:pt x="150171" y="500417"/>
                  <a:pt x="145252" y="500417"/>
                </a:cubicBezTo>
                <a:lnTo>
                  <a:pt x="124273" y="500417"/>
                </a:lnTo>
                <a:lnTo>
                  <a:pt x="141353" y="517472"/>
                </a:lnTo>
                <a:cubicBezTo>
                  <a:pt x="144416" y="520623"/>
                  <a:pt x="145809" y="525072"/>
                  <a:pt x="144973" y="529429"/>
                </a:cubicBezTo>
                <a:lnTo>
                  <a:pt x="138568" y="561499"/>
                </a:lnTo>
                <a:lnTo>
                  <a:pt x="163724" y="542591"/>
                </a:lnTo>
                <a:cubicBezTo>
                  <a:pt x="166044" y="540830"/>
                  <a:pt x="168829" y="539995"/>
                  <a:pt x="171614" y="539995"/>
                </a:cubicBezTo>
                <a:cubicBezTo>
                  <a:pt x="174399" y="539995"/>
                  <a:pt x="177183" y="540830"/>
                  <a:pt x="179504" y="542591"/>
                </a:cubicBezTo>
                <a:lnTo>
                  <a:pt x="204660" y="561499"/>
                </a:lnTo>
                <a:lnTo>
                  <a:pt x="198255" y="529429"/>
                </a:lnTo>
                <a:cubicBezTo>
                  <a:pt x="197419" y="525072"/>
                  <a:pt x="198812" y="520623"/>
                  <a:pt x="201875" y="517472"/>
                </a:cubicBezTo>
                <a:lnTo>
                  <a:pt x="218955" y="500417"/>
                </a:lnTo>
                <a:lnTo>
                  <a:pt x="197976" y="500417"/>
                </a:lnTo>
                <a:cubicBezTo>
                  <a:pt x="193057" y="500417"/>
                  <a:pt x="188415" y="497637"/>
                  <a:pt x="186187" y="493187"/>
                </a:cubicBezTo>
                <a:close/>
                <a:moveTo>
                  <a:pt x="435695" y="421910"/>
                </a:moveTo>
                <a:cubicBezTo>
                  <a:pt x="440490" y="421910"/>
                  <a:pt x="445295" y="424134"/>
                  <a:pt x="447570" y="428583"/>
                </a:cubicBezTo>
                <a:lnTo>
                  <a:pt x="470321" y="474094"/>
                </a:lnTo>
                <a:lnTo>
                  <a:pt x="514986" y="474094"/>
                </a:lnTo>
                <a:cubicBezTo>
                  <a:pt x="520279" y="474094"/>
                  <a:pt x="525108" y="477245"/>
                  <a:pt x="527151" y="482250"/>
                </a:cubicBezTo>
                <a:cubicBezTo>
                  <a:pt x="529194" y="487163"/>
                  <a:pt x="528080" y="492817"/>
                  <a:pt x="524272" y="496617"/>
                </a:cubicBezTo>
                <a:lnTo>
                  <a:pt x="489635" y="531190"/>
                </a:lnTo>
                <a:lnTo>
                  <a:pt x="501429" y="590140"/>
                </a:lnTo>
                <a:cubicBezTo>
                  <a:pt x="502543" y="595516"/>
                  <a:pt x="500222" y="600985"/>
                  <a:pt x="495579" y="603858"/>
                </a:cubicBezTo>
                <a:cubicBezTo>
                  <a:pt x="493443" y="605248"/>
                  <a:pt x="491028" y="605897"/>
                  <a:pt x="488521" y="605897"/>
                </a:cubicBezTo>
                <a:cubicBezTo>
                  <a:pt x="485735" y="605897"/>
                  <a:pt x="482950" y="604970"/>
                  <a:pt x="480628" y="603302"/>
                </a:cubicBezTo>
                <a:lnTo>
                  <a:pt x="435684" y="569656"/>
                </a:lnTo>
                <a:lnTo>
                  <a:pt x="390832" y="603302"/>
                </a:lnTo>
                <a:cubicBezTo>
                  <a:pt x="386375" y="606546"/>
                  <a:pt x="380524" y="606824"/>
                  <a:pt x="375881" y="603858"/>
                </a:cubicBezTo>
                <a:cubicBezTo>
                  <a:pt x="371238" y="600985"/>
                  <a:pt x="368917" y="595516"/>
                  <a:pt x="369938" y="590140"/>
                </a:cubicBezTo>
                <a:lnTo>
                  <a:pt x="381732" y="531190"/>
                </a:lnTo>
                <a:lnTo>
                  <a:pt x="347095" y="496617"/>
                </a:lnTo>
                <a:cubicBezTo>
                  <a:pt x="343380" y="492817"/>
                  <a:pt x="342266" y="487163"/>
                  <a:pt x="344309" y="482250"/>
                </a:cubicBezTo>
                <a:cubicBezTo>
                  <a:pt x="346352" y="477245"/>
                  <a:pt x="351181" y="474094"/>
                  <a:pt x="356474" y="474094"/>
                </a:cubicBezTo>
                <a:lnTo>
                  <a:pt x="401139" y="474094"/>
                </a:lnTo>
                <a:lnTo>
                  <a:pt x="423890" y="428583"/>
                </a:lnTo>
                <a:cubicBezTo>
                  <a:pt x="426119" y="424134"/>
                  <a:pt x="430901" y="421910"/>
                  <a:pt x="435695" y="421910"/>
                </a:cubicBezTo>
                <a:close/>
                <a:moveTo>
                  <a:pt x="171614" y="421910"/>
                </a:moveTo>
                <a:cubicBezTo>
                  <a:pt x="176395" y="421910"/>
                  <a:pt x="181175" y="424134"/>
                  <a:pt x="183403" y="428583"/>
                </a:cubicBezTo>
                <a:lnTo>
                  <a:pt x="206145" y="474094"/>
                </a:lnTo>
                <a:lnTo>
                  <a:pt x="250794" y="474094"/>
                </a:lnTo>
                <a:cubicBezTo>
                  <a:pt x="256178" y="474094"/>
                  <a:pt x="261005" y="477245"/>
                  <a:pt x="262954" y="482250"/>
                </a:cubicBezTo>
                <a:cubicBezTo>
                  <a:pt x="264996" y="487163"/>
                  <a:pt x="263882" y="492817"/>
                  <a:pt x="260169" y="496617"/>
                </a:cubicBezTo>
                <a:lnTo>
                  <a:pt x="225545" y="531190"/>
                </a:lnTo>
                <a:lnTo>
                  <a:pt x="237334" y="590140"/>
                </a:lnTo>
                <a:cubicBezTo>
                  <a:pt x="238448" y="595516"/>
                  <a:pt x="236035" y="600985"/>
                  <a:pt x="231393" y="603858"/>
                </a:cubicBezTo>
                <a:cubicBezTo>
                  <a:pt x="229351" y="605248"/>
                  <a:pt x="226845" y="605897"/>
                  <a:pt x="224431" y="605897"/>
                </a:cubicBezTo>
                <a:cubicBezTo>
                  <a:pt x="221647" y="605897"/>
                  <a:pt x="218862" y="604970"/>
                  <a:pt x="216541" y="603302"/>
                </a:cubicBezTo>
                <a:lnTo>
                  <a:pt x="171614" y="569656"/>
                </a:lnTo>
                <a:lnTo>
                  <a:pt x="126687" y="603302"/>
                </a:lnTo>
                <a:cubicBezTo>
                  <a:pt x="122324" y="606546"/>
                  <a:pt x="116383" y="606824"/>
                  <a:pt x="111742" y="603858"/>
                </a:cubicBezTo>
                <a:cubicBezTo>
                  <a:pt x="107100" y="600985"/>
                  <a:pt x="104780" y="595516"/>
                  <a:pt x="105894" y="590140"/>
                </a:cubicBezTo>
                <a:lnTo>
                  <a:pt x="117683" y="531190"/>
                </a:lnTo>
                <a:lnTo>
                  <a:pt x="83059" y="496617"/>
                </a:lnTo>
                <a:cubicBezTo>
                  <a:pt x="79253" y="492817"/>
                  <a:pt x="78139" y="487163"/>
                  <a:pt x="80181" y="482250"/>
                </a:cubicBezTo>
                <a:cubicBezTo>
                  <a:pt x="82223" y="477245"/>
                  <a:pt x="87050" y="474094"/>
                  <a:pt x="92434" y="474094"/>
                </a:cubicBezTo>
                <a:lnTo>
                  <a:pt x="137083" y="474094"/>
                </a:lnTo>
                <a:lnTo>
                  <a:pt x="159825" y="428583"/>
                </a:lnTo>
                <a:cubicBezTo>
                  <a:pt x="162053" y="424134"/>
                  <a:pt x="166834" y="421910"/>
                  <a:pt x="171614" y="421910"/>
                </a:cubicBezTo>
                <a:close/>
                <a:moveTo>
                  <a:pt x="514950" y="226678"/>
                </a:moveTo>
                <a:lnTo>
                  <a:pt x="500278" y="255875"/>
                </a:lnTo>
                <a:cubicBezTo>
                  <a:pt x="498050" y="260325"/>
                  <a:pt x="493500" y="263105"/>
                  <a:pt x="488485" y="263105"/>
                </a:cubicBezTo>
                <a:lnTo>
                  <a:pt x="467592" y="263105"/>
                </a:lnTo>
                <a:lnTo>
                  <a:pt x="484678" y="280160"/>
                </a:lnTo>
                <a:cubicBezTo>
                  <a:pt x="487742" y="283311"/>
                  <a:pt x="489135" y="287760"/>
                  <a:pt x="488207" y="292117"/>
                </a:cubicBezTo>
                <a:lnTo>
                  <a:pt x="481799" y="324187"/>
                </a:lnTo>
                <a:lnTo>
                  <a:pt x="506964" y="305279"/>
                </a:lnTo>
                <a:cubicBezTo>
                  <a:pt x="509379" y="303518"/>
                  <a:pt x="512165" y="302683"/>
                  <a:pt x="514950" y="302683"/>
                </a:cubicBezTo>
                <a:cubicBezTo>
                  <a:pt x="517736" y="302683"/>
                  <a:pt x="520522" y="303518"/>
                  <a:pt x="522844" y="305279"/>
                </a:cubicBezTo>
                <a:lnTo>
                  <a:pt x="548009" y="324187"/>
                </a:lnTo>
                <a:lnTo>
                  <a:pt x="541601" y="292117"/>
                </a:lnTo>
                <a:cubicBezTo>
                  <a:pt x="540766" y="287760"/>
                  <a:pt x="542066" y="283311"/>
                  <a:pt x="545223" y="280160"/>
                </a:cubicBezTo>
                <a:lnTo>
                  <a:pt x="562309" y="263105"/>
                </a:lnTo>
                <a:lnTo>
                  <a:pt x="541323" y="263105"/>
                </a:lnTo>
                <a:cubicBezTo>
                  <a:pt x="536308" y="263105"/>
                  <a:pt x="531758" y="260325"/>
                  <a:pt x="529530" y="255875"/>
                </a:cubicBezTo>
                <a:close/>
                <a:moveTo>
                  <a:pt x="92440" y="226678"/>
                </a:moveTo>
                <a:lnTo>
                  <a:pt x="77774" y="255875"/>
                </a:lnTo>
                <a:cubicBezTo>
                  <a:pt x="75546" y="260325"/>
                  <a:pt x="70997" y="263105"/>
                  <a:pt x="65985" y="263105"/>
                </a:cubicBezTo>
                <a:lnTo>
                  <a:pt x="45099" y="263105"/>
                </a:lnTo>
                <a:lnTo>
                  <a:pt x="62086" y="280160"/>
                </a:lnTo>
                <a:cubicBezTo>
                  <a:pt x="65242" y="283219"/>
                  <a:pt x="66635" y="287760"/>
                  <a:pt x="65706" y="292024"/>
                </a:cubicBezTo>
                <a:lnTo>
                  <a:pt x="59301" y="324187"/>
                </a:lnTo>
                <a:lnTo>
                  <a:pt x="84457" y="305279"/>
                </a:lnTo>
                <a:cubicBezTo>
                  <a:pt x="86870" y="303518"/>
                  <a:pt x="89655" y="302683"/>
                  <a:pt x="92440" y="302683"/>
                </a:cubicBezTo>
                <a:cubicBezTo>
                  <a:pt x="95225" y="302683"/>
                  <a:pt x="98009" y="303518"/>
                  <a:pt x="100330" y="305279"/>
                </a:cubicBezTo>
                <a:lnTo>
                  <a:pt x="125486" y="324187"/>
                </a:lnTo>
                <a:lnTo>
                  <a:pt x="119081" y="292117"/>
                </a:lnTo>
                <a:cubicBezTo>
                  <a:pt x="118245" y="287760"/>
                  <a:pt x="119545" y="283311"/>
                  <a:pt x="122701" y="280160"/>
                </a:cubicBezTo>
                <a:lnTo>
                  <a:pt x="139781" y="263105"/>
                </a:lnTo>
                <a:lnTo>
                  <a:pt x="118802" y="263105"/>
                </a:lnTo>
                <a:cubicBezTo>
                  <a:pt x="113790" y="263105"/>
                  <a:pt x="109241" y="260325"/>
                  <a:pt x="107013" y="255875"/>
                </a:cubicBezTo>
                <a:close/>
                <a:moveTo>
                  <a:pt x="514938" y="184598"/>
                </a:moveTo>
                <a:cubicBezTo>
                  <a:pt x="519732" y="184598"/>
                  <a:pt x="524515" y="186822"/>
                  <a:pt x="526744" y="191271"/>
                </a:cubicBezTo>
                <a:lnTo>
                  <a:pt x="549495" y="236782"/>
                </a:lnTo>
                <a:lnTo>
                  <a:pt x="594160" y="236782"/>
                </a:lnTo>
                <a:cubicBezTo>
                  <a:pt x="599453" y="236782"/>
                  <a:pt x="604282" y="239933"/>
                  <a:pt x="606325" y="244938"/>
                </a:cubicBezTo>
                <a:cubicBezTo>
                  <a:pt x="608368" y="249851"/>
                  <a:pt x="607254" y="255505"/>
                  <a:pt x="603539" y="259305"/>
                </a:cubicBezTo>
                <a:lnTo>
                  <a:pt x="568902" y="293878"/>
                </a:lnTo>
                <a:lnTo>
                  <a:pt x="580696" y="352828"/>
                </a:lnTo>
                <a:cubicBezTo>
                  <a:pt x="581717" y="358204"/>
                  <a:pt x="579396" y="363673"/>
                  <a:pt x="574753" y="366546"/>
                </a:cubicBezTo>
                <a:cubicBezTo>
                  <a:pt x="572617" y="367936"/>
                  <a:pt x="570202" y="368585"/>
                  <a:pt x="567788" y="368585"/>
                </a:cubicBezTo>
                <a:cubicBezTo>
                  <a:pt x="565002" y="368585"/>
                  <a:pt x="562216" y="367658"/>
                  <a:pt x="559802" y="365990"/>
                </a:cubicBezTo>
                <a:lnTo>
                  <a:pt x="514950" y="332344"/>
                </a:lnTo>
                <a:lnTo>
                  <a:pt x="470006" y="365990"/>
                </a:lnTo>
                <a:cubicBezTo>
                  <a:pt x="465642" y="369234"/>
                  <a:pt x="459698" y="369512"/>
                  <a:pt x="455055" y="366546"/>
                </a:cubicBezTo>
                <a:cubicBezTo>
                  <a:pt x="450412" y="363673"/>
                  <a:pt x="448091" y="358204"/>
                  <a:pt x="449205" y="352828"/>
                </a:cubicBezTo>
                <a:lnTo>
                  <a:pt x="460999" y="293878"/>
                </a:lnTo>
                <a:lnTo>
                  <a:pt x="426362" y="259305"/>
                </a:lnTo>
                <a:cubicBezTo>
                  <a:pt x="422554" y="255505"/>
                  <a:pt x="421440" y="249851"/>
                  <a:pt x="423483" y="244938"/>
                </a:cubicBezTo>
                <a:cubicBezTo>
                  <a:pt x="425526" y="239933"/>
                  <a:pt x="430355" y="236782"/>
                  <a:pt x="435648" y="236782"/>
                </a:cubicBezTo>
                <a:lnTo>
                  <a:pt x="480313" y="236782"/>
                </a:lnTo>
                <a:lnTo>
                  <a:pt x="503064" y="191271"/>
                </a:lnTo>
                <a:cubicBezTo>
                  <a:pt x="505339" y="186822"/>
                  <a:pt x="510145" y="184598"/>
                  <a:pt x="514938" y="184598"/>
                </a:cubicBezTo>
                <a:close/>
                <a:moveTo>
                  <a:pt x="92394" y="184598"/>
                </a:moveTo>
                <a:cubicBezTo>
                  <a:pt x="97174" y="184598"/>
                  <a:pt x="101955" y="186822"/>
                  <a:pt x="104229" y="191271"/>
                </a:cubicBezTo>
                <a:lnTo>
                  <a:pt x="126971" y="236782"/>
                </a:lnTo>
                <a:lnTo>
                  <a:pt x="171620" y="236782"/>
                </a:lnTo>
                <a:cubicBezTo>
                  <a:pt x="176911" y="236782"/>
                  <a:pt x="181738" y="239933"/>
                  <a:pt x="183780" y="244938"/>
                </a:cubicBezTo>
                <a:cubicBezTo>
                  <a:pt x="185822" y="249851"/>
                  <a:pt x="184708" y="255505"/>
                  <a:pt x="180902" y="259305"/>
                </a:cubicBezTo>
                <a:lnTo>
                  <a:pt x="146371" y="293878"/>
                </a:lnTo>
                <a:lnTo>
                  <a:pt x="158160" y="352828"/>
                </a:lnTo>
                <a:cubicBezTo>
                  <a:pt x="159181" y="358204"/>
                  <a:pt x="156861" y="363673"/>
                  <a:pt x="152219" y="366546"/>
                </a:cubicBezTo>
                <a:cubicBezTo>
                  <a:pt x="150084" y="367936"/>
                  <a:pt x="147671" y="368585"/>
                  <a:pt x="145257" y="368585"/>
                </a:cubicBezTo>
                <a:cubicBezTo>
                  <a:pt x="142473" y="368585"/>
                  <a:pt x="139688" y="367658"/>
                  <a:pt x="137274" y="365990"/>
                </a:cubicBezTo>
                <a:lnTo>
                  <a:pt x="92440" y="332344"/>
                </a:lnTo>
                <a:lnTo>
                  <a:pt x="47513" y="365990"/>
                </a:lnTo>
                <a:cubicBezTo>
                  <a:pt x="43150" y="369234"/>
                  <a:pt x="37209" y="369512"/>
                  <a:pt x="32568" y="366546"/>
                </a:cubicBezTo>
                <a:cubicBezTo>
                  <a:pt x="27926" y="363673"/>
                  <a:pt x="25606" y="358204"/>
                  <a:pt x="26627" y="352828"/>
                </a:cubicBezTo>
                <a:lnTo>
                  <a:pt x="38509" y="293878"/>
                </a:lnTo>
                <a:lnTo>
                  <a:pt x="3885" y="259305"/>
                </a:lnTo>
                <a:cubicBezTo>
                  <a:pt x="79" y="255505"/>
                  <a:pt x="-1035" y="249851"/>
                  <a:pt x="1007" y="244938"/>
                </a:cubicBezTo>
                <a:cubicBezTo>
                  <a:pt x="3049" y="239933"/>
                  <a:pt x="7876" y="236782"/>
                  <a:pt x="13167" y="236782"/>
                </a:cubicBezTo>
                <a:lnTo>
                  <a:pt x="57816" y="236782"/>
                </a:lnTo>
                <a:lnTo>
                  <a:pt x="80558" y="191271"/>
                </a:lnTo>
                <a:cubicBezTo>
                  <a:pt x="82833" y="186822"/>
                  <a:pt x="87613" y="184598"/>
                  <a:pt x="92394" y="184598"/>
                </a:cubicBezTo>
                <a:close/>
                <a:moveTo>
                  <a:pt x="303666" y="42096"/>
                </a:moveTo>
                <a:lnTo>
                  <a:pt x="289089" y="71304"/>
                </a:lnTo>
                <a:cubicBezTo>
                  <a:pt x="286860" y="75755"/>
                  <a:pt x="282311" y="78537"/>
                  <a:pt x="277297" y="78537"/>
                </a:cubicBezTo>
                <a:lnTo>
                  <a:pt x="256313" y="78537"/>
                </a:lnTo>
                <a:lnTo>
                  <a:pt x="273397" y="95598"/>
                </a:lnTo>
                <a:cubicBezTo>
                  <a:pt x="276554" y="98658"/>
                  <a:pt x="277854" y="103201"/>
                  <a:pt x="277018" y="107467"/>
                </a:cubicBezTo>
                <a:lnTo>
                  <a:pt x="270612" y="139642"/>
                </a:lnTo>
                <a:lnTo>
                  <a:pt x="295774" y="120726"/>
                </a:lnTo>
                <a:cubicBezTo>
                  <a:pt x="298095" y="118965"/>
                  <a:pt x="300881" y="118130"/>
                  <a:pt x="303666" y="118130"/>
                </a:cubicBezTo>
                <a:cubicBezTo>
                  <a:pt x="306451" y="118130"/>
                  <a:pt x="309237" y="118965"/>
                  <a:pt x="311651" y="120726"/>
                </a:cubicBezTo>
                <a:lnTo>
                  <a:pt x="336813" y="139642"/>
                </a:lnTo>
                <a:lnTo>
                  <a:pt x="330407" y="107467"/>
                </a:lnTo>
                <a:cubicBezTo>
                  <a:pt x="329478" y="103201"/>
                  <a:pt x="330871" y="98751"/>
                  <a:pt x="333935" y="95598"/>
                </a:cubicBezTo>
                <a:lnTo>
                  <a:pt x="351019" y="78537"/>
                </a:lnTo>
                <a:lnTo>
                  <a:pt x="330128" y="78537"/>
                </a:lnTo>
                <a:cubicBezTo>
                  <a:pt x="325114" y="78537"/>
                  <a:pt x="320565" y="75755"/>
                  <a:pt x="318336" y="71304"/>
                </a:cubicBezTo>
                <a:close/>
                <a:moveTo>
                  <a:pt x="303666" y="0"/>
                </a:moveTo>
                <a:cubicBezTo>
                  <a:pt x="308448" y="0"/>
                  <a:pt x="313229" y="2225"/>
                  <a:pt x="315458" y="6676"/>
                </a:cubicBezTo>
                <a:lnTo>
                  <a:pt x="338206" y="52203"/>
                </a:lnTo>
                <a:lnTo>
                  <a:pt x="382866" y="52203"/>
                </a:lnTo>
                <a:cubicBezTo>
                  <a:pt x="388251" y="52203"/>
                  <a:pt x="393080" y="55356"/>
                  <a:pt x="395122" y="60363"/>
                </a:cubicBezTo>
                <a:cubicBezTo>
                  <a:pt x="397165" y="65277"/>
                  <a:pt x="395958" y="70933"/>
                  <a:pt x="392244" y="74735"/>
                </a:cubicBezTo>
                <a:lnTo>
                  <a:pt x="357611" y="109229"/>
                </a:lnTo>
                <a:lnTo>
                  <a:pt x="369403" y="168294"/>
                </a:lnTo>
                <a:cubicBezTo>
                  <a:pt x="370517" y="173579"/>
                  <a:pt x="368196" y="179143"/>
                  <a:pt x="363461" y="182017"/>
                </a:cubicBezTo>
                <a:cubicBezTo>
                  <a:pt x="361418" y="183408"/>
                  <a:pt x="359004" y="184057"/>
                  <a:pt x="356497" y="184057"/>
                </a:cubicBezTo>
                <a:cubicBezTo>
                  <a:pt x="353712" y="184057"/>
                  <a:pt x="350926" y="183130"/>
                  <a:pt x="348605" y="181368"/>
                </a:cubicBezTo>
                <a:lnTo>
                  <a:pt x="303666" y="147802"/>
                </a:lnTo>
                <a:lnTo>
                  <a:pt x="258820" y="181368"/>
                </a:lnTo>
                <a:cubicBezTo>
                  <a:pt x="254363" y="184706"/>
                  <a:pt x="248514" y="184984"/>
                  <a:pt x="243871" y="182017"/>
                </a:cubicBezTo>
                <a:cubicBezTo>
                  <a:pt x="239229" y="179143"/>
                  <a:pt x="236815" y="173672"/>
                  <a:pt x="237929" y="168294"/>
                </a:cubicBezTo>
                <a:lnTo>
                  <a:pt x="249721" y="109229"/>
                </a:lnTo>
                <a:lnTo>
                  <a:pt x="215088" y="74735"/>
                </a:lnTo>
                <a:cubicBezTo>
                  <a:pt x="211374" y="70933"/>
                  <a:pt x="210167" y="65277"/>
                  <a:pt x="212210" y="60363"/>
                </a:cubicBezTo>
                <a:cubicBezTo>
                  <a:pt x="214345" y="55356"/>
                  <a:pt x="219081" y="52203"/>
                  <a:pt x="224466" y="52203"/>
                </a:cubicBezTo>
                <a:lnTo>
                  <a:pt x="269126" y="52203"/>
                </a:lnTo>
                <a:lnTo>
                  <a:pt x="291874" y="6676"/>
                </a:lnTo>
                <a:cubicBezTo>
                  <a:pt x="294103" y="2225"/>
                  <a:pt x="298884" y="0"/>
                  <a:pt x="303666" y="0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 2.0 95 ExtraBold"/>
              <a:cs typeface="+mn-cs"/>
            </a:endParaRPr>
          </a:p>
        </p:txBody>
      </p:sp>
      <p:sp>
        <p:nvSpPr>
          <p:cNvPr id="30" name="PA-任意多边形 68">
            <a:extLst>
              <a:ext uri="{FF2B5EF4-FFF2-40B4-BE49-F238E27FC236}">
                <a16:creationId xmlns:a16="http://schemas.microsoft.com/office/drawing/2014/main" id="{0B66293C-D2DE-9CA7-54C1-6AEE9B8437C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1731" y="691237"/>
            <a:ext cx="1526121" cy="6524168"/>
          </a:xfrm>
          <a:custGeom>
            <a:avLst/>
            <a:gdLst>
              <a:gd name="connsiteX0" fmla="*/ 0 w 1526121"/>
              <a:gd name="connsiteY0" fmla="*/ 0 h 6524168"/>
              <a:gd name="connsiteX1" fmla="*/ 528344 w 1526121"/>
              <a:gd name="connsiteY1" fmla="*/ 0 h 6524168"/>
              <a:gd name="connsiteX2" fmla="*/ 558912 w 1526121"/>
              <a:gd name="connsiteY2" fmla="*/ 22043 h 6524168"/>
              <a:gd name="connsiteX3" fmla="*/ 792810 w 1526121"/>
              <a:gd name="connsiteY3" fmla="*/ 279332 h 6524168"/>
              <a:gd name="connsiteX4" fmla="*/ 872724 w 1526121"/>
              <a:gd name="connsiteY4" fmla="*/ 314683 h 6524168"/>
              <a:gd name="connsiteX5" fmla="*/ 1526121 w 1526121"/>
              <a:gd name="connsiteY5" fmla="*/ 314683 h 6524168"/>
              <a:gd name="connsiteX6" fmla="*/ 1526121 w 1526121"/>
              <a:gd name="connsiteY6" fmla="*/ 6524168 h 6524168"/>
              <a:gd name="connsiteX7" fmla="*/ 0 w 1526121"/>
              <a:gd name="connsiteY7" fmla="*/ 6524168 h 652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6121" h="6524168">
                <a:moveTo>
                  <a:pt x="0" y="0"/>
                </a:moveTo>
                <a:lnTo>
                  <a:pt x="528344" y="0"/>
                </a:lnTo>
                <a:lnTo>
                  <a:pt x="558912" y="22043"/>
                </a:lnTo>
                <a:lnTo>
                  <a:pt x="792810" y="279332"/>
                </a:lnTo>
                <a:cubicBezTo>
                  <a:pt x="813282" y="301851"/>
                  <a:pt x="842291" y="314683"/>
                  <a:pt x="872724" y="314683"/>
                </a:cubicBezTo>
                <a:lnTo>
                  <a:pt x="1526121" y="314683"/>
                </a:lnTo>
                <a:lnTo>
                  <a:pt x="1526121" y="6524168"/>
                </a:lnTo>
                <a:lnTo>
                  <a:pt x="0" y="6524168"/>
                </a:lnTo>
                <a:close/>
              </a:path>
            </a:pathLst>
          </a:custGeom>
          <a:solidFill>
            <a:srgbClr val="082C06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PA-组合 4">
            <a:extLst>
              <a:ext uri="{FF2B5EF4-FFF2-40B4-BE49-F238E27FC236}">
                <a16:creationId xmlns:a16="http://schemas.microsoft.com/office/drawing/2014/main" id="{85EFA388-23BD-4EE9-DE5D-FFA443B63428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-54491" y="935045"/>
            <a:ext cx="1769963" cy="4244498"/>
            <a:chOff x="-21547" y="548758"/>
            <a:chExt cx="1769963" cy="4244498"/>
          </a:xfrm>
        </p:grpSpPr>
        <p:sp>
          <p:nvSpPr>
            <p:cNvPr id="34" name="PA-任意多边形 115">
              <a:extLst>
                <a:ext uri="{FF2B5EF4-FFF2-40B4-BE49-F238E27FC236}">
                  <a16:creationId xmlns:a16="http://schemas.microsoft.com/office/drawing/2014/main" id="{432C7601-7535-8DA5-34A9-4D72C4ED091E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80107" y="913879"/>
              <a:ext cx="611547" cy="610850"/>
            </a:xfrm>
            <a:custGeom>
              <a:avLst/>
              <a:gdLst>
                <a:gd name="T0" fmla="*/ 10906 w 12797"/>
                <a:gd name="T1" fmla="*/ 1875 h 12781"/>
                <a:gd name="T2" fmla="*/ 6391 w 12797"/>
                <a:gd name="T3" fmla="*/ 0 h 12781"/>
                <a:gd name="T4" fmla="*/ 1875 w 12797"/>
                <a:gd name="T5" fmla="*/ 1875 h 12781"/>
                <a:gd name="T6" fmla="*/ 1234 w 12797"/>
                <a:gd name="T7" fmla="*/ 2625 h 12781"/>
                <a:gd name="T8" fmla="*/ 0 w 12797"/>
                <a:gd name="T9" fmla="*/ 6391 h 12781"/>
                <a:gd name="T10" fmla="*/ 1875 w 12797"/>
                <a:gd name="T11" fmla="*/ 10906 h 12781"/>
                <a:gd name="T12" fmla="*/ 6391 w 12797"/>
                <a:gd name="T13" fmla="*/ 12781 h 12781"/>
                <a:gd name="T14" fmla="*/ 10906 w 12797"/>
                <a:gd name="T15" fmla="*/ 10906 h 12781"/>
                <a:gd name="T16" fmla="*/ 12781 w 12797"/>
                <a:gd name="T17" fmla="*/ 6391 h 12781"/>
                <a:gd name="T18" fmla="*/ 11219 w 12797"/>
                <a:gd name="T19" fmla="*/ 9484 h 12781"/>
                <a:gd name="T20" fmla="*/ 9906 w 12797"/>
                <a:gd name="T21" fmla="*/ 6719 h 12781"/>
                <a:gd name="T22" fmla="*/ 11219 w 12797"/>
                <a:gd name="T23" fmla="*/ 9484 h 12781"/>
                <a:gd name="T24" fmla="*/ 2891 w 12797"/>
                <a:gd name="T25" fmla="*/ 6734 h 12781"/>
                <a:gd name="T26" fmla="*/ 1578 w 12797"/>
                <a:gd name="T27" fmla="*/ 9500 h 12781"/>
                <a:gd name="T28" fmla="*/ 1609 w 12797"/>
                <a:gd name="T29" fmla="*/ 3250 h 12781"/>
                <a:gd name="T30" fmla="*/ 2891 w 12797"/>
                <a:gd name="T31" fmla="*/ 6063 h 12781"/>
                <a:gd name="T32" fmla="*/ 1609 w 12797"/>
                <a:gd name="T33" fmla="*/ 3250 h 12781"/>
                <a:gd name="T34" fmla="*/ 3563 w 12797"/>
                <a:gd name="T35" fmla="*/ 6063 h 12781"/>
                <a:gd name="T36" fmla="*/ 6063 w 12797"/>
                <a:gd name="T37" fmla="*/ 4203 h 12781"/>
                <a:gd name="T38" fmla="*/ 6063 w 12797"/>
                <a:gd name="T39" fmla="*/ 6734 h 12781"/>
                <a:gd name="T40" fmla="*/ 3813 w 12797"/>
                <a:gd name="T41" fmla="*/ 8750 h 12781"/>
                <a:gd name="T42" fmla="*/ 6063 w 12797"/>
                <a:gd name="T43" fmla="*/ 6734 h 12781"/>
                <a:gd name="T44" fmla="*/ 9234 w 12797"/>
                <a:gd name="T45" fmla="*/ 6734 h 12781"/>
                <a:gd name="T46" fmla="*/ 6734 w 12797"/>
                <a:gd name="T47" fmla="*/ 8516 h 12781"/>
                <a:gd name="T48" fmla="*/ 6734 w 12797"/>
                <a:gd name="T49" fmla="*/ 6063 h 12781"/>
                <a:gd name="T50" fmla="*/ 8969 w 12797"/>
                <a:gd name="T51" fmla="*/ 3969 h 12781"/>
                <a:gd name="T52" fmla="*/ 6734 w 12797"/>
                <a:gd name="T53" fmla="*/ 6063 h 12781"/>
                <a:gd name="T54" fmla="*/ 6734 w 12797"/>
                <a:gd name="T55" fmla="*/ 719 h 12781"/>
                <a:gd name="T56" fmla="*/ 8344 w 12797"/>
                <a:gd name="T57" fmla="*/ 2266 h 12781"/>
                <a:gd name="T58" fmla="*/ 6734 w 12797"/>
                <a:gd name="T59" fmla="*/ 3531 h 12781"/>
                <a:gd name="T60" fmla="*/ 6063 w 12797"/>
                <a:gd name="T61" fmla="*/ 719 h 12781"/>
                <a:gd name="T62" fmla="*/ 4016 w 12797"/>
                <a:gd name="T63" fmla="*/ 3313 h 12781"/>
                <a:gd name="T64" fmla="*/ 5375 w 12797"/>
                <a:gd name="T65" fmla="*/ 1078 h 12781"/>
                <a:gd name="T66" fmla="*/ 6063 w 12797"/>
                <a:gd name="T67" fmla="*/ 12078 h 12781"/>
                <a:gd name="T68" fmla="*/ 4453 w 12797"/>
                <a:gd name="T69" fmla="*/ 10531 h 12781"/>
                <a:gd name="T70" fmla="*/ 6063 w 12797"/>
                <a:gd name="T71" fmla="*/ 9188 h 12781"/>
                <a:gd name="T72" fmla="*/ 6734 w 12797"/>
                <a:gd name="T73" fmla="*/ 12078 h 12781"/>
                <a:gd name="T74" fmla="*/ 8797 w 12797"/>
                <a:gd name="T75" fmla="*/ 9406 h 12781"/>
                <a:gd name="T76" fmla="*/ 7422 w 12797"/>
                <a:gd name="T77" fmla="*/ 11719 h 12781"/>
                <a:gd name="T78" fmla="*/ 9625 w 12797"/>
                <a:gd name="T79" fmla="*/ 3828 h 12781"/>
                <a:gd name="T80" fmla="*/ 12125 w 12797"/>
                <a:gd name="T81" fmla="*/ 6063 h 12781"/>
                <a:gd name="T82" fmla="*/ 10438 w 12797"/>
                <a:gd name="T83" fmla="*/ 2344 h 12781"/>
                <a:gd name="T84" fmla="*/ 9438 w 12797"/>
                <a:gd name="T85" fmla="*/ 3172 h 12781"/>
                <a:gd name="T86" fmla="*/ 8297 w 12797"/>
                <a:gd name="T87" fmla="*/ 1000 h 12781"/>
                <a:gd name="T88" fmla="*/ 4484 w 12797"/>
                <a:gd name="T89" fmla="*/ 1000 h 12781"/>
                <a:gd name="T90" fmla="*/ 3344 w 12797"/>
                <a:gd name="T91" fmla="*/ 3172 h 12781"/>
                <a:gd name="T92" fmla="*/ 2344 w 12797"/>
                <a:gd name="T93" fmla="*/ 2344 h 12781"/>
                <a:gd name="T94" fmla="*/ 2344 w 12797"/>
                <a:gd name="T95" fmla="*/ 10438 h 12781"/>
                <a:gd name="T96" fmla="*/ 3328 w 12797"/>
                <a:gd name="T97" fmla="*/ 9547 h 12781"/>
                <a:gd name="T98" fmla="*/ 4484 w 12797"/>
                <a:gd name="T99" fmla="*/ 11781 h 12781"/>
                <a:gd name="T100" fmla="*/ 8297 w 12797"/>
                <a:gd name="T101" fmla="*/ 11797 h 12781"/>
                <a:gd name="T102" fmla="*/ 9453 w 12797"/>
                <a:gd name="T103" fmla="*/ 9563 h 12781"/>
                <a:gd name="T104" fmla="*/ 10438 w 12797"/>
                <a:gd name="T105" fmla="*/ 10453 h 12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797" h="12781">
                  <a:moveTo>
                    <a:pt x="12281" y="3906"/>
                  </a:moveTo>
                  <a:cubicBezTo>
                    <a:pt x="11953" y="3141"/>
                    <a:pt x="11500" y="2453"/>
                    <a:pt x="10906" y="1875"/>
                  </a:cubicBezTo>
                  <a:cubicBezTo>
                    <a:pt x="10313" y="1281"/>
                    <a:pt x="9641" y="828"/>
                    <a:pt x="8875" y="500"/>
                  </a:cubicBezTo>
                  <a:cubicBezTo>
                    <a:pt x="8094" y="172"/>
                    <a:pt x="7266" y="0"/>
                    <a:pt x="6391" y="0"/>
                  </a:cubicBezTo>
                  <a:cubicBezTo>
                    <a:pt x="5531" y="0"/>
                    <a:pt x="4688" y="172"/>
                    <a:pt x="3906" y="500"/>
                  </a:cubicBezTo>
                  <a:cubicBezTo>
                    <a:pt x="3141" y="828"/>
                    <a:pt x="2453" y="1281"/>
                    <a:pt x="1875" y="1875"/>
                  </a:cubicBezTo>
                  <a:cubicBezTo>
                    <a:pt x="1641" y="2109"/>
                    <a:pt x="1438" y="2344"/>
                    <a:pt x="1250" y="2594"/>
                  </a:cubicBezTo>
                  <a:cubicBezTo>
                    <a:pt x="1250" y="2594"/>
                    <a:pt x="1234" y="2609"/>
                    <a:pt x="1234" y="2625"/>
                  </a:cubicBezTo>
                  <a:cubicBezTo>
                    <a:pt x="938" y="3016"/>
                    <a:pt x="703" y="3453"/>
                    <a:pt x="500" y="3906"/>
                  </a:cubicBezTo>
                  <a:cubicBezTo>
                    <a:pt x="172" y="4688"/>
                    <a:pt x="0" y="5531"/>
                    <a:pt x="0" y="6391"/>
                  </a:cubicBezTo>
                  <a:cubicBezTo>
                    <a:pt x="0" y="7250"/>
                    <a:pt x="172" y="8094"/>
                    <a:pt x="500" y="8875"/>
                  </a:cubicBezTo>
                  <a:cubicBezTo>
                    <a:pt x="828" y="9641"/>
                    <a:pt x="1281" y="10328"/>
                    <a:pt x="1875" y="10906"/>
                  </a:cubicBezTo>
                  <a:cubicBezTo>
                    <a:pt x="2469" y="11484"/>
                    <a:pt x="3141" y="11953"/>
                    <a:pt x="3906" y="12281"/>
                  </a:cubicBezTo>
                  <a:cubicBezTo>
                    <a:pt x="4688" y="12609"/>
                    <a:pt x="5531" y="12781"/>
                    <a:pt x="6391" y="12781"/>
                  </a:cubicBezTo>
                  <a:cubicBezTo>
                    <a:pt x="7250" y="12781"/>
                    <a:pt x="8094" y="12609"/>
                    <a:pt x="8875" y="12281"/>
                  </a:cubicBezTo>
                  <a:cubicBezTo>
                    <a:pt x="9641" y="11953"/>
                    <a:pt x="10328" y="11500"/>
                    <a:pt x="10906" y="10906"/>
                  </a:cubicBezTo>
                  <a:cubicBezTo>
                    <a:pt x="11500" y="10313"/>
                    <a:pt x="11953" y="9641"/>
                    <a:pt x="12281" y="8875"/>
                  </a:cubicBezTo>
                  <a:cubicBezTo>
                    <a:pt x="12609" y="8094"/>
                    <a:pt x="12781" y="7250"/>
                    <a:pt x="12781" y="6391"/>
                  </a:cubicBezTo>
                  <a:cubicBezTo>
                    <a:pt x="12797" y="5531"/>
                    <a:pt x="12625" y="4688"/>
                    <a:pt x="12281" y="3906"/>
                  </a:cubicBezTo>
                  <a:close/>
                  <a:moveTo>
                    <a:pt x="11219" y="9484"/>
                  </a:moveTo>
                  <a:cubicBezTo>
                    <a:pt x="10766" y="9250"/>
                    <a:pt x="10234" y="9047"/>
                    <a:pt x="9641" y="8891"/>
                  </a:cubicBezTo>
                  <a:cubicBezTo>
                    <a:pt x="9797" y="8203"/>
                    <a:pt x="9891" y="7469"/>
                    <a:pt x="9906" y="6719"/>
                  </a:cubicBezTo>
                  <a:lnTo>
                    <a:pt x="12109" y="6719"/>
                  </a:lnTo>
                  <a:cubicBezTo>
                    <a:pt x="12047" y="7719"/>
                    <a:pt x="11734" y="8672"/>
                    <a:pt x="11219" y="9484"/>
                  </a:cubicBezTo>
                  <a:close/>
                  <a:moveTo>
                    <a:pt x="688" y="6734"/>
                  </a:moveTo>
                  <a:lnTo>
                    <a:pt x="2891" y="6734"/>
                  </a:lnTo>
                  <a:cubicBezTo>
                    <a:pt x="2906" y="7484"/>
                    <a:pt x="3000" y="8219"/>
                    <a:pt x="3156" y="8906"/>
                  </a:cubicBezTo>
                  <a:cubicBezTo>
                    <a:pt x="2563" y="9063"/>
                    <a:pt x="2031" y="9266"/>
                    <a:pt x="1578" y="9500"/>
                  </a:cubicBezTo>
                  <a:cubicBezTo>
                    <a:pt x="1047" y="8672"/>
                    <a:pt x="734" y="7719"/>
                    <a:pt x="688" y="6734"/>
                  </a:cubicBezTo>
                  <a:close/>
                  <a:moveTo>
                    <a:pt x="1609" y="3250"/>
                  </a:moveTo>
                  <a:cubicBezTo>
                    <a:pt x="2063" y="3484"/>
                    <a:pt x="2578" y="3672"/>
                    <a:pt x="3172" y="3828"/>
                  </a:cubicBezTo>
                  <a:cubicBezTo>
                    <a:pt x="3000" y="4531"/>
                    <a:pt x="2906" y="5281"/>
                    <a:pt x="2891" y="6063"/>
                  </a:cubicBezTo>
                  <a:lnTo>
                    <a:pt x="688" y="6063"/>
                  </a:lnTo>
                  <a:cubicBezTo>
                    <a:pt x="734" y="5047"/>
                    <a:pt x="1063" y="4078"/>
                    <a:pt x="1609" y="3250"/>
                  </a:cubicBezTo>
                  <a:close/>
                  <a:moveTo>
                    <a:pt x="6063" y="6063"/>
                  </a:moveTo>
                  <a:lnTo>
                    <a:pt x="3563" y="6063"/>
                  </a:lnTo>
                  <a:cubicBezTo>
                    <a:pt x="3578" y="5328"/>
                    <a:pt x="3672" y="4625"/>
                    <a:pt x="3828" y="3969"/>
                  </a:cubicBezTo>
                  <a:cubicBezTo>
                    <a:pt x="4531" y="4109"/>
                    <a:pt x="5281" y="4188"/>
                    <a:pt x="6063" y="4203"/>
                  </a:cubicBezTo>
                  <a:lnTo>
                    <a:pt x="6063" y="6063"/>
                  </a:lnTo>
                  <a:close/>
                  <a:moveTo>
                    <a:pt x="6063" y="6734"/>
                  </a:moveTo>
                  <a:lnTo>
                    <a:pt x="6063" y="8516"/>
                  </a:lnTo>
                  <a:cubicBezTo>
                    <a:pt x="5281" y="8531"/>
                    <a:pt x="4531" y="8609"/>
                    <a:pt x="3813" y="8750"/>
                  </a:cubicBezTo>
                  <a:cubicBezTo>
                    <a:pt x="3672" y="8125"/>
                    <a:pt x="3578" y="7438"/>
                    <a:pt x="3563" y="6734"/>
                  </a:cubicBezTo>
                  <a:lnTo>
                    <a:pt x="6063" y="6734"/>
                  </a:lnTo>
                  <a:close/>
                  <a:moveTo>
                    <a:pt x="6734" y="6734"/>
                  </a:moveTo>
                  <a:lnTo>
                    <a:pt x="9234" y="6734"/>
                  </a:lnTo>
                  <a:cubicBezTo>
                    <a:pt x="9219" y="7438"/>
                    <a:pt x="9125" y="8125"/>
                    <a:pt x="8984" y="8750"/>
                  </a:cubicBezTo>
                  <a:cubicBezTo>
                    <a:pt x="8281" y="8609"/>
                    <a:pt x="7516" y="8531"/>
                    <a:pt x="6734" y="8516"/>
                  </a:cubicBezTo>
                  <a:lnTo>
                    <a:pt x="6734" y="6734"/>
                  </a:lnTo>
                  <a:close/>
                  <a:moveTo>
                    <a:pt x="6734" y="6063"/>
                  </a:moveTo>
                  <a:lnTo>
                    <a:pt x="6734" y="4203"/>
                  </a:lnTo>
                  <a:cubicBezTo>
                    <a:pt x="7516" y="4188"/>
                    <a:pt x="8266" y="4109"/>
                    <a:pt x="8969" y="3969"/>
                  </a:cubicBezTo>
                  <a:cubicBezTo>
                    <a:pt x="9125" y="4625"/>
                    <a:pt x="9219" y="5328"/>
                    <a:pt x="9234" y="6063"/>
                  </a:cubicBezTo>
                  <a:lnTo>
                    <a:pt x="6734" y="6063"/>
                  </a:lnTo>
                  <a:close/>
                  <a:moveTo>
                    <a:pt x="6734" y="3531"/>
                  </a:moveTo>
                  <a:lnTo>
                    <a:pt x="6734" y="719"/>
                  </a:lnTo>
                  <a:cubicBezTo>
                    <a:pt x="6969" y="781"/>
                    <a:pt x="7203" y="891"/>
                    <a:pt x="7422" y="1078"/>
                  </a:cubicBezTo>
                  <a:cubicBezTo>
                    <a:pt x="7766" y="1359"/>
                    <a:pt x="8078" y="1750"/>
                    <a:pt x="8344" y="2266"/>
                  </a:cubicBezTo>
                  <a:cubicBezTo>
                    <a:pt x="8516" y="2594"/>
                    <a:pt x="8656" y="2938"/>
                    <a:pt x="8781" y="3313"/>
                  </a:cubicBezTo>
                  <a:cubicBezTo>
                    <a:pt x="8141" y="3438"/>
                    <a:pt x="7453" y="3516"/>
                    <a:pt x="6734" y="3531"/>
                  </a:cubicBezTo>
                  <a:close/>
                  <a:moveTo>
                    <a:pt x="5375" y="1078"/>
                  </a:moveTo>
                  <a:cubicBezTo>
                    <a:pt x="5594" y="891"/>
                    <a:pt x="5828" y="781"/>
                    <a:pt x="6063" y="719"/>
                  </a:cubicBezTo>
                  <a:lnTo>
                    <a:pt x="6063" y="3531"/>
                  </a:lnTo>
                  <a:cubicBezTo>
                    <a:pt x="5344" y="3516"/>
                    <a:pt x="4656" y="3438"/>
                    <a:pt x="4016" y="3313"/>
                  </a:cubicBezTo>
                  <a:cubicBezTo>
                    <a:pt x="4141" y="2938"/>
                    <a:pt x="4281" y="2578"/>
                    <a:pt x="4453" y="2266"/>
                  </a:cubicBezTo>
                  <a:cubicBezTo>
                    <a:pt x="4719" y="1750"/>
                    <a:pt x="5031" y="1344"/>
                    <a:pt x="5375" y="1078"/>
                  </a:cubicBezTo>
                  <a:close/>
                  <a:moveTo>
                    <a:pt x="6063" y="9188"/>
                  </a:moveTo>
                  <a:lnTo>
                    <a:pt x="6063" y="12078"/>
                  </a:lnTo>
                  <a:cubicBezTo>
                    <a:pt x="5828" y="12016"/>
                    <a:pt x="5594" y="11906"/>
                    <a:pt x="5375" y="11719"/>
                  </a:cubicBezTo>
                  <a:cubicBezTo>
                    <a:pt x="5031" y="11438"/>
                    <a:pt x="4719" y="11047"/>
                    <a:pt x="4453" y="10531"/>
                  </a:cubicBezTo>
                  <a:cubicBezTo>
                    <a:pt x="4281" y="10188"/>
                    <a:pt x="4125" y="9813"/>
                    <a:pt x="4000" y="9406"/>
                  </a:cubicBezTo>
                  <a:cubicBezTo>
                    <a:pt x="4641" y="9281"/>
                    <a:pt x="5344" y="9203"/>
                    <a:pt x="6063" y="9188"/>
                  </a:cubicBezTo>
                  <a:close/>
                  <a:moveTo>
                    <a:pt x="7422" y="11719"/>
                  </a:moveTo>
                  <a:cubicBezTo>
                    <a:pt x="7203" y="11906"/>
                    <a:pt x="6969" y="12016"/>
                    <a:pt x="6734" y="12078"/>
                  </a:cubicBezTo>
                  <a:lnTo>
                    <a:pt x="6734" y="9188"/>
                  </a:lnTo>
                  <a:cubicBezTo>
                    <a:pt x="7453" y="9203"/>
                    <a:pt x="8156" y="9281"/>
                    <a:pt x="8797" y="9406"/>
                  </a:cubicBezTo>
                  <a:cubicBezTo>
                    <a:pt x="8672" y="9813"/>
                    <a:pt x="8516" y="10188"/>
                    <a:pt x="8344" y="10531"/>
                  </a:cubicBezTo>
                  <a:cubicBezTo>
                    <a:pt x="8078" y="11047"/>
                    <a:pt x="7766" y="11438"/>
                    <a:pt x="7422" y="11719"/>
                  </a:cubicBezTo>
                  <a:close/>
                  <a:moveTo>
                    <a:pt x="9906" y="6063"/>
                  </a:moveTo>
                  <a:cubicBezTo>
                    <a:pt x="9891" y="5281"/>
                    <a:pt x="9781" y="4531"/>
                    <a:pt x="9625" y="3828"/>
                  </a:cubicBezTo>
                  <a:cubicBezTo>
                    <a:pt x="10203" y="3672"/>
                    <a:pt x="10734" y="3484"/>
                    <a:pt x="11188" y="3250"/>
                  </a:cubicBezTo>
                  <a:cubicBezTo>
                    <a:pt x="11734" y="4078"/>
                    <a:pt x="12063" y="5047"/>
                    <a:pt x="12125" y="6063"/>
                  </a:cubicBezTo>
                  <a:lnTo>
                    <a:pt x="9906" y="6063"/>
                  </a:lnTo>
                  <a:close/>
                  <a:moveTo>
                    <a:pt x="10438" y="2344"/>
                  </a:moveTo>
                  <a:cubicBezTo>
                    <a:pt x="10547" y="2453"/>
                    <a:pt x="10656" y="2578"/>
                    <a:pt x="10766" y="2703"/>
                  </a:cubicBezTo>
                  <a:cubicBezTo>
                    <a:pt x="10375" y="2891"/>
                    <a:pt x="9938" y="3047"/>
                    <a:pt x="9438" y="3172"/>
                  </a:cubicBezTo>
                  <a:cubicBezTo>
                    <a:pt x="9297" y="2734"/>
                    <a:pt x="9125" y="2328"/>
                    <a:pt x="8938" y="1953"/>
                  </a:cubicBezTo>
                  <a:cubicBezTo>
                    <a:pt x="8750" y="1578"/>
                    <a:pt x="8531" y="1266"/>
                    <a:pt x="8297" y="1000"/>
                  </a:cubicBezTo>
                  <a:cubicBezTo>
                    <a:pt x="9094" y="1281"/>
                    <a:pt x="9828" y="1734"/>
                    <a:pt x="10438" y="2344"/>
                  </a:cubicBezTo>
                  <a:close/>
                  <a:moveTo>
                    <a:pt x="4484" y="1000"/>
                  </a:moveTo>
                  <a:cubicBezTo>
                    <a:pt x="4250" y="1266"/>
                    <a:pt x="4031" y="1594"/>
                    <a:pt x="3844" y="1953"/>
                  </a:cubicBezTo>
                  <a:cubicBezTo>
                    <a:pt x="3656" y="2328"/>
                    <a:pt x="3484" y="2734"/>
                    <a:pt x="3344" y="3172"/>
                  </a:cubicBezTo>
                  <a:cubicBezTo>
                    <a:pt x="2844" y="3047"/>
                    <a:pt x="2406" y="2891"/>
                    <a:pt x="2016" y="2703"/>
                  </a:cubicBezTo>
                  <a:cubicBezTo>
                    <a:pt x="2125" y="2578"/>
                    <a:pt x="2219" y="2469"/>
                    <a:pt x="2344" y="2344"/>
                  </a:cubicBezTo>
                  <a:cubicBezTo>
                    <a:pt x="2969" y="1734"/>
                    <a:pt x="3688" y="1281"/>
                    <a:pt x="4484" y="1000"/>
                  </a:cubicBezTo>
                  <a:close/>
                  <a:moveTo>
                    <a:pt x="2344" y="10438"/>
                  </a:moveTo>
                  <a:cubicBezTo>
                    <a:pt x="2219" y="10313"/>
                    <a:pt x="2094" y="10172"/>
                    <a:pt x="1984" y="10031"/>
                  </a:cubicBezTo>
                  <a:cubicBezTo>
                    <a:pt x="2375" y="9844"/>
                    <a:pt x="2828" y="9672"/>
                    <a:pt x="3328" y="9547"/>
                  </a:cubicBezTo>
                  <a:cubicBezTo>
                    <a:pt x="3469" y="10016"/>
                    <a:pt x="3641" y="10438"/>
                    <a:pt x="3844" y="10828"/>
                  </a:cubicBezTo>
                  <a:cubicBezTo>
                    <a:pt x="4031" y="11203"/>
                    <a:pt x="4250" y="11516"/>
                    <a:pt x="4484" y="11781"/>
                  </a:cubicBezTo>
                  <a:cubicBezTo>
                    <a:pt x="3688" y="11516"/>
                    <a:pt x="2969" y="11063"/>
                    <a:pt x="2344" y="10438"/>
                  </a:cubicBezTo>
                  <a:close/>
                  <a:moveTo>
                    <a:pt x="8297" y="11797"/>
                  </a:moveTo>
                  <a:cubicBezTo>
                    <a:pt x="8531" y="11531"/>
                    <a:pt x="8750" y="11203"/>
                    <a:pt x="8938" y="10844"/>
                  </a:cubicBezTo>
                  <a:cubicBezTo>
                    <a:pt x="9141" y="10453"/>
                    <a:pt x="9313" y="10016"/>
                    <a:pt x="9453" y="9563"/>
                  </a:cubicBezTo>
                  <a:cubicBezTo>
                    <a:pt x="9953" y="9688"/>
                    <a:pt x="10406" y="9859"/>
                    <a:pt x="10797" y="10047"/>
                  </a:cubicBezTo>
                  <a:cubicBezTo>
                    <a:pt x="10688" y="10188"/>
                    <a:pt x="10563" y="10313"/>
                    <a:pt x="10438" y="10453"/>
                  </a:cubicBezTo>
                  <a:cubicBezTo>
                    <a:pt x="9828" y="11063"/>
                    <a:pt x="9094" y="11516"/>
                    <a:pt x="8297" y="11797"/>
                  </a:cubicBezTo>
                  <a:close/>
                </a:path>
              </a:pathLst>
            </a:custGeom>
            <a:gradFill>
              <a:gsLst>
                <a:gs pos="21000">
                  <a:srgbClr val="36EAEE">
                    <a:alpha val="0"/>
                  </a:srgbClr>
                </a:gs>
                <a:gs pos="98000">
                  <a:schemeClr val="accent2">
                    <a:alpha val="40000"/>
                  </a:schemeClr>
                </a:gs>
              </a:gsLst>
              <a:lin ang="1674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8E427483-E5DA-9EB9-C8BC-E8D251A496BF}"/>
                </a:ext>
              </a:extLst>
            </p:cNvPr>
            <p:cNvGrpSpPr/>
            <p:nvPr/>
          </p:nvGrpSpPr>
          <p:grpSpPr>
            <a:xfrm>
              <a:off x="43228" y="2341281"/>
              <a:ext cx="1584843" cy="2451975"/>
              <a:chOff x="43228" y="2263226"/>
              <a:chExt cx="1584843" cy="2451975"/>
            </a:xfrm>
          </p:grpSpPr>
          <p:sp>
            <p:nvSpPr>
              <p:cNvPr id="263" name="PA-文本框 75">
                <a:extLst>
                  <a:ext uri="{FF2B5EF4-FFF2-40B4-BE49-F238E27FC236}">
                    <a16:creationId xmlns:a16="http://schemas.microsoft.com/office/drawing/2014/main" id="{4619A660-B856-43C2-5964-108E8DBA24AF}"/>
                  </a:ext>
                </a:extLst>
              </p:cNvPr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66378" y="2263226"/>
                <a:ext cx="1561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接口测试</a:t>
                </a:r>
              </a:p>
            </p:txBody>
          </p:sp>
          <p:cxnSp>
            <p:nvCxnSpPr>
              <p:cNvPr id="264" name="PA-直接连接符 84">
                <a:extLst>
                  <a:ext uri="{FF2B5EF4-FFF2-40B4-BE49-F238E27FC236}">
                    <a16:creationId xmlns:a16="http://schemas.microsoft.com/office/drawing/2014/main" id="{3B88BF02-4F4C-D750-9826-FDD5802B3DA1}"/>
                  </a:ext>
                </a:extLst>
              </p:cNvPr>
              <p:cNvCxnSpPr/>
              <p:nvPr>
                <p:custDataLst>
                  <p:tags r:id="rId12"/>
                </p:custDataLst>
              </p:nvPr>
            </p:nvCxnSpPr>
            <p:spPr>
              <a:xfrm>
                <a:off x="80963" y="2792797"/>
                <a:ext cx="1404000" cy="0"/>
              </a:xfrm>
              <a:prstGeom prst="line">
                <a:avLst/>
              </a:prstGeom>
              <a:ln w="381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5" name="PA-文本框 75">
                <a:extLst>
                  <a:ext uri="{FF2B5EF4-FFF2-40B4-BE49-F238E27FC236}">
                    <a16:creationId xmlns:a16="http://schemas.microsoft.com/office/drawing/2014/main" id="{6C21F543-6B7D-184E-B9BD-50DA970C4C06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04724" y="2978477"/>
                <a:ext cx="1404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功能测试</a:t>
                </a:r>
              </a:p>
            </p:txBody>
          </p:sp>
          <p:sp>
            <p:nvSpPr>
              <p:cNvPr id="266" name="PA-文本框 75">
                <a:extLst>
                  <a:ext uri="{FF2B5EF4-FFF2-40B4-BE49-F238E27FC236}">
                    <a16:creationId xmlns:a16="http://schemas.microsoft.com/office/drawing/2014/main" id="{06483848-D3C6-2129-D44F-A464FE10ADFD}"/>
                  </a:ext>
                </a:extLst>
              </p:cNvPr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50550" y="3707292"/>
                <a:ext cx="1561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自动化测试</a:t>
                </a:r>
              </a:p>
            </p:txBody>
          </p:sp>
          <p:sp>
            <p:nvSpPr>
              <p:cNvPr id="267" name="PA-文本框 75">
                <a:extLst>
                  <a:ext uri="{FF2B5EF4-FFF2-40B4-BE49-F238E27FC236}">
                    <a16:creationId xmlns:a16="http://schemas.microsoft.com/office/drawing/2014/main" id="{2DF1CA19-B5F2-91BA-17EE-0E7DE8BC7B41}"/>
                  </a:ext>
                </a:extLst>
              </p:cNvPr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43228" y="4345869"/>
                <a:ext cx="1561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性能测试</a:t>
                </a:r>
              </a:p>
            </p:txBody>
          </p: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BAE438F8-5F01-CF58-FC4E-23B420B79DDD}"/>
                </a:ext>
              </a:extLst>
            </p:cNvPr>
            <p:cNvGrpSpPr/>
            <p:nvPr/>
          </p:nvGrpSpPr>
          <p:grpSpPr>
            <a:xfrm>
              <a:off x="-21547" y="1538503"/>
              <a:ext cx="1769963" cy="540554"/>
              <a:chOff x="-21547" y="1538503"/>
              <a:chExt cx="1769963" cy="540554"/>
            </a:xfrm>
          </p:grpSpPr>
          <p:cxnSp>
            <p:nvCxnSpPr>
              <p:cNvPr id="261" name="PA-直接连接符 82">
                <a:extLst>
                  <a:ext uri="{FF2B5EF4-FFF2-40B4-BE49-F238E27FC236}">
                    <a16:creationId xmlns:a16="http://schemas.microsoft.com/office/drawing/2014/main" id="{48CD2058-0039-0822-9939-1D676104C93E}"/>
                  </a:ext>
                </a:extLst>
              </p:cNvPr>
              <p:cNvCxnSpPr/>
              <p:nvPr>
                <p:custDataLst>
                  <p:tags r:id="rId9"/>
                </p:custDataLst>
              </p:nvPr>
            </p:nvCxnSpPr>
            <p:spPr>
              <a:xfrm>
                <a:off x="80963" y="2079057"/>
                <a:ext cx="1404000" cy="0"/>
              </a:xfrm>
              <a:prstGeom prst="line">
                <a:avLst/>
              </a:prstGeom>
              <a:ln w="381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2" name="PA-文本框 74">
                <a:extLst>
                  <a:ext uri="{FF2B5EF4-FFF2-40B4-BE49-F238E27FC236}">
                    <a16:creationId xmlns:a16="http://schemas.microsoft.com/office/drawing/2014/main" id="{AD328CB6-933B-720E-4719-A3392D264B35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-21547" y="1538503"/>
                <a:ext cx="1769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单元测试</a:t>
                </a: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DBF75043-AA1A-4F7B-0148-7B46B5897901}"/>
                </a:ext>
              </a:extLst>
            </p:cNvPr>
            <p:cNvGrpSpPr/>
            <p:nvPr/>
          </p:nvGrpSpPr>
          <p:grpSpPr>
            <a:xfrm>
              <a:off x="145863" y="548758"/>
              <a:ext cx="217266" cy="173743"/>
              <a:chOff x="850371" y="808754"/>
              <a:chExt cx="341379" cy="272993"/>
            </a:xfrm>
            <a:solidFill>
              <a:schemeClr val="bg1">
                <a:alpha val="90000"/>
              </a:schemeClr>
            </a:solidFill>
          </p:grpSpPr>
          <p:sp>
            <p:nvSpPr>
              <p:cNvPr id="258" name="PA-矩形 111">
                <a:extLst>
                  <a:ext uri="{FF2B5EF4-FFF2-40B4-BE49-F238E27FC236}">
                    <a16:creationId xmlns:a16="http://schemas.microsoft.com/office/drawing/2014/main" id="{86C7B7AC-2EC0-42DC-08E8-59047F94931C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850371" y="808754"/>
                <a:ext cx="341379" cy="452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59" name="PA-矩形 112">
                <a:extLst>
                  <a:ext uri="{FF2B5EF4-FFF2-40B4-BE49-F238E27FC236}">
                    <a16:creationId xmlns:a16="http://schemas.microsoft.com/office/drawing/2014/main" id="{9797D6AD-EA72-4F6E-0E3C-46AD04820907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850371" y="922624"/>
                <a:ext cx="341379" cy="452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60" name="PA-矩形 113">
                <a:extLst>
                  <a:ext uri="{FF2B5EF4-FFF2-40B4-BE49-F238E27FC236}">
                    <a16:creationId xmlns:a16="http://schemas.microsoft.com/office/drawing/2014/main" id="{C88FE17A-B79E-B9BD-09BB-02D3B66E5684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850371" y="1036495"/>
                <a:ext cx="341379" cy="452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cxnSp>
          <p:nvCxnSpPr>
            <p:cNvPr id="256" name="PA-直接连接符 85">
              <a:extLst>
                <a:ext uri="{FF2B5EF4-FFF2-40B4-BE49-F238E27FC236}">
                  <a16:creationId xmlns:a16="http://schemas.microsoft.com/office/drawing/2014/main" id="{9DE9D790-1353-D035-A3F1-207C60072941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>
            <a:xfrm>
              <a:off x="104724" y="4281584"/>
              <a:ext cx="1404000" cy="0"/>
            </a:xfrm>
            <a:prstGeom prst="line">
              <a:avLst/>
            </a:prstGeom>
            <a:ln w="3810">
              <a:solidFill>
                <a:schemeClr val="bg1">
                  <a:lumMod val="85000"/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PA-直接连接符 85">
              <a:extLst>
                <a:ext uri="{FF2B5EF4-FFF2-40B4-BE49-F238E27FC236}">
                  <a16:creationId xmlns:a16="http://schemas.microsoft.com/office/drawing/2014/main" id="{51BA3F66-7675-BA3B-DC72-6ABF796F0465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>
            <a:xfrm>
              <a:off x="80963" y="3567034"/>
              <a:ext cx="1404000" cy="0"/>
            </a:xfrm>
            <a:prstGeom prst="line">
              <a:avLst/>
            </a:prstGeom>
            <a:ln w="3810">
              <a:solidFill>
                <a:schemeClr val="bg1">
                  <a:lumMod val="85000"/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2" name="设计师康帅作品禁止倒卖8">
            <a:extLst>
              <a:ext uri="{FF2B5EF4-FFF2-40B4-BE49-F238E27FC236}">
                <a16:creationId xmlns:a16="http://schemas.microsoft.com/office/drawing/2014/main" id="{F65B9735-8523-C777-DCDE-216D2E134A20}"/>
              </a:ext>
            </a:extLst>
          </p:cNvPr>
          <p:cNvSpPr txBox="1"/>
          <p:nvPr/>
        </p:nvSpPr>
        <p:spPr>
          <a:xfrm>
            <a:off x="2988119" y="1106656"/>
            <a:ext cx="73098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spc="100" dirty="0">
                <a:solidFill>
                  <a:schemeClr val="bg1"/>
                </a:solidFill>
                <a:effectLst>
                  <a:glow rad="127000">
                    <a:schemeClr val="accent1">
                      <a:alpha val="38000"/>
                    </a:schemeClr>
                  </a:glo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</a:rPr>
              <a:t>接口及测试用例</a:t>
            </a:r>
            <a:endParaRPr lang="zh-CN" altLang="en-US" sz="3600" b="1" spc="100" dirty="0">
              <a:solidFill>
                <a:srgbClr val="FFC000"/>
              </a:solidFill>
              <a:effectLst>
                <a:glow rad="127000">
                  <a:schemeClr val="accent1">
                    <a:alpha val="38000"/>
                  </a:schemeClr>
                </a:glo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</a:endParaRPr>
          </a:p>
        </p:txBody>
      </p:sp>
      <p:pic>
        <p:nvPicPr>
          <p:cNvPr id="284" name="图片 283" descr="绿色的指示牌&#10;&#10;AI 生成的内容可能不正确。">
            <a:extLst>
              <a:ext uri="{FF2B5EF4-FFF2-40B4-BE49-F238E27FC236}">
                <a16:creationId xmlns:a16="http://schemas.microsoft.com/office/drawing/2014/main" id="{F5B2DD6F-54C5-1517-B151-D41A9BDC9FF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78310" y="1651738"/>
            <a:ext cx="9168397" cy="520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846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AE608-0BAA-F190-A720-F93A7A4B9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3">
            <a:extLst>
              <a:ext uri="{FF2B5EF4-FFF2-40B4-BE49-F238E27FC236}">
                <a16:creationId xmlns:a16="http://schemas.microsoft.com/office/drawing/2014/main" id="{B086E747-DFBF-5C59-13EE-E80B4507A216}"/>
              </a:ext>
            </a:extLst>
          </p:cNvPr>
          <p:cNvSpPr/>
          <p:nvPr/>
        </p:nvSpPr>
        <p:spPr>
          <a:xfrm>
            <a:off x="-56322" y="-56152"/>
            <a:ext cx="12304644" cy="964096"/>
          </a:xfrm>
          <a:custGeom>
            <a:avLst/>
            <a:gdLst>
              <a:gd name="connsiteX0" fmla="*/ 77249 w 12304644"/>
              <a:gd name="connsiteY0" fmla="*/ 636105 h 964096"/>
              <a:gd name="connsiteX1" fmla="*/ 538633 w 12304644"/>
              <a:gd name="connsiteY1" fmla="*/ 636105 h 964096"/>
              <a:gd name="connsiteX2" fmla="*/ 618547 w 12304644"/>
              <a:gd name="connsiteY2" fmla="*/ 671456 h 964096"/>
              <a:gd name="connsiteX3" fmla="*/ 852445 w 12304644"/>
              <a:gd name="connsiteY3" fmla="*/ 928745 h 964096"/>
              <a:gd name="connsiteX4" fmla="*/ 932359 w 12304644"/>
              <a:gd name="connsiteY4" fmla="*/ 964096 h 964096"/>
              <a:gd name="connsiteX5" fmla="*/ 11336540 w 12304644"/>
              <a:gd name="connsiteY5" fmla="*/ 964096 h 964096"/>
              <a:gd name="connsiteX6" fmla="*/ 11411724 w 12304644"/>
              <a:gd name="connsiteY6" fmla="*/ 933629 h 964096"/>
              <a:gd name="connsiteX7" fmla="*/ 11676877 w 12304644"/>
              <a:gd name="connsiteY7" fmla="*/ 676511 h 964096"/>
              <a:gd name="connsiteX8" fmla="*/ 11752061 w 12304644"/>
              <a:gd name="connsiteY8" fmla="*/ 646044 h 964096"/>
              <a:gd name="connsiteX9" fmla="*/ 12196644 w 12304644"/>
              <a:gd name="connsiteY9" fmla="*/ 646044 h 964096"/>
              <a:gd name="connsiteX10" fmla="*/ 12304644 w 12304644"/>
              <a:gd name="connsiteY10" fmla="*/ 538044 h 964096"/>
              <a:gd name="connsiteX11" fmla="*/ 12304644 w 12304644"/>
              <a:gd name="connsiteY11" fmla="*/ 108000 h 964096"/>
              <a:gd name="connsiteX12" fmla="*/ 12196644 w 12304644"/>
              <a:gd name="connsiteY12" fmla="*/ 0 h 964096"/>
              <a:gd name="connsiteX13" fmla="*/ 108000 w 12304644"/>
              <a:gd name="connsiteY13" fmla="*/ 0 h 964096"/>
              <a:gd name="connsiteX14" fmla="*/ 0 w 12304644"/>
              <a:gd name="connsiteY14" fmla="*/ 108000 h 964096"/>
              <a:gd name="connsiteX15" fmla="*/ 0 w 12304644"/>
              <a:gd name="connsiteY15" fmla="*/ 532498 h 964096"/>
              <a:gd name="connsiteX16" fmla="*/ 92727 w 12304644"/>
              <a:gd name="connsiteY16" fmla="*/ 639412 h 964096"/>
              <a:gd name="connsiteX17" fmla="*/ 61976 w 12304644"/>
              <a:gd name="connsiteY17" fmla="*/ 635020 h 964096"/>
              <a:gd name="connsiteX18" fmla="*/ 77249 w 12304644"/>
              <a:gd name="connsiteY18" fmla="*/ 636105 h 96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304644" h="964096">
                <a:moveTo>
                  <a:pt x="77249" y="636105"/>
                </a:moveTo>
                <a:lnTo>
                  <a:pt x="538633" y="636105"/>
                </a:lnTo>
                <a:cubicBezTo>
                  <a:pt x="569066" y="636105"/>
                  <a:pt x="598075" y="648938"/>
                  <a:pt x="618547" y="671456"/>
                </a:cubicBezTo>
                <a:lnTo>
                  <a:pt x="852445" y="928745"/>
                </a:lnTo>
                <a:cubicBezTo>
                  <a:pt x="872917" y="951264"/>
                  <a:pt x="901926" y="964096"/>
                  <a:pt x="932359" y="964096"/>
                </a:cubicBezTo>
                <a:lnTo>
                  <a:pt x="11336540" y="964096"/>
                </a:lnTo>
                <a:cubicBezTo>
                  <a:pt x="11364594" y="964096"/>
                  <a:pt x="11391584" y="953158"/>
                  <a:pt x="11411724" y="933629"/>
                </a:cubicBezTo>
                <a:lnTo>
                  <a:pt x="11676877" y="676511"/>
                </a:lnTo>
                <a:cubicBezTo>
                  <a:pt x="11697017" y="656982"/>
                  <a:pt x="11724008" y="646044"/>
                  <a:pt x="11752061" y="646044"/>
                </a:cubicBezTo>
                <a:lnTo>
                  <a:pt x="12196644" y="646044"/>
                </a:lnTo>
                <a:cubicBezTo>
                  <a:pt x="12256260" y="646044"/>
                  <a:pt x="12304644" y="597660"/>
                  <a:pt x="12304644" y="538044"/>
                </a:cubicBezTo>
                <a:lnTo>
                  <a:pt x="12304644" y="108000"/>
                </a:lnTo>
                <a:cubicBezTo>
                  <a:pt x="12304644" y="48384"/>
                  <a:pt x="12256260" y="0"/>
                  <a:pt x="12196644" y="0"/>
                </a:cubicBezTo>
                <a:lnTo>
                  <a:pt x="108000" y="0"/>
                </a:lnTo>
                <a:cubicBezTo>
                  <a:pt x="48384" y="0"/>
                  <a:pt x="0" y="48384"/>
                  <a:pt x="0" y="108000"/>
                </a:cubicBezTo>
                <a:lnTo>
                  <a:pt x="0" y="532498"/>
                </a:lnTo>
                <a:cubicBezTo>
                  <a:pt x="0" y="586263"/>
                  <a:pt x="39502" y="631809"/>
                  <a:pt x="92727" y="639412"/>
                </a:cubicBezTo>
                <a:lnTo>
                  <a:pt x="61976" y="635020"/>
                </a:lnTo>
                <a:cubicBezTo>
                  <a:pt x="67036" y="635742"/>
                  <a:pt x="72138" y="636105"/>
                  <a:pt x="77249" y="636105"/>
                </a:cubicBezTo>
              </a:path>
            </a:pathLst>
          </a:custGeom>
          <a:solidFill>
            <a:srgbClr val="082C06"/>
          </a:solidFill>
          <a:ln w="6350">
            <a:gradFill>
              <a:gsLst>
                <a:gs pos="51300">
                  <a:schemeClr val="accent2">
                    <a:lumMod val="40000"/>
                    <a:lumOff val="60000"/>
                  </a:schemeClr>
                </a:gs>
                <a:gs pos="5000">
                  <a:schemeClr val="accent2">
                    <a:lumMod val="60000"/>
                    <a:lumOff val="40000"/>
                    <a:alpha val="10000"/>
                  </a:schemeClr>
                </a:gs>
                <a:gs pos="98000">
                  <a:schemeClr val="accent2">
                    <a:lumMod val="60000"/>
                    <a:lumOff val="40000"/>
                    <a:alpha val="10000"/>
                  </a:schemeClr>
                </a:gs>
              </a:gsLst>
              <a:lin ang="0" scaled="0"/>
            </a:gradFill>
          </a:ln>
          <a:effectLst>
            <a:glow rad="63500">
              <a:schemeClr val="accent2">
                <a:alpha val="2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 2.0 95 ExtraBold"/>
              <a:cs typeface="+mn-cs"/>
            </a:endParaRPr>
          </a:p>
        </p:txBody>
      </p:sp>
      <p:grpSp>
        <p:nvGrpSpPr>
          <p:cNvPr id="12" name="Group 451">
            <a:extLst>
              <a:ext uri="{FF2B5EF4-FFF2-40B4-BE49-F238E27FC236}">
                <a16:creationId xmlns:a16="http://schemas.microsoft.com/office/drawing/2014/main" id="{46C8E67A-CA81-F163-16E2-DAD3796FC585}"/>
              </a:ext>
            </a:extLst>
          </p:cNvPr>
          <p:cNvGrpSpPr/>
          <p:nvPr/>
        </p:nvGrpSpPr>
        <p:grpSpPr>
          <a:xfrm>
            <a:off x="277775" y="435924"/>
            <a:ext cx="11812602" cy="611726"/>
            <a:chOff x="172697" y="150371"/>
            <a:chExt cx="11812602" cy="611726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E637CAAE-34BB-04C3-8EB6-909540EAB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4222" y="570263"/>
              <a:ext cx="4823557" cy="191834"/>
            </a:xfrm>
            <a:prstGeom prst="rect">
              <a:avLst/>
            </a:prstGeom>
          </p:spPr>
        </p:pic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D5705734-CD0E-28C6-DD21-A6ADE7A368BC}"/>
                </a:ext>
              </a:extLst>
            </p:cNvPr>
            <p:cNvGrpSpPr/>
            <p:nvPr/>
          </p:nvGrpSpPr>
          <p:grpSpPr>
            <a:xfrm>
              <a:off x="11000250" y="336549"/>
              <a:ext cx="522884" cy="268334"/>
              <a:chOff x="11000250" y="273049"/>
              <a:chExt cx="522884" cy="268334"/>
            </a:xfrm>
          </p:grpSpPr>
          <p:sp>
            <p:nvSpPr>
              <p:cNvPr id="56" name="平行四边形 55">
                <a:extLst>
                  <a:ext uri="{FF2B5EF4-FFF2-40B4-BE49-F238E27FC236}">
                    <a16:creationId xmlns:a16="http://schemas.microsoft.com/office/drawing/2014/main" id="{BA165532-CA56-7998-356C-B2895AFDD709}"/>
                  </a:ext>
                </a:extLst>
              </p:cNvPr>
              <p:cNvSpPr/>
              <p:nvPr/>
            </p:nvSpPr>
            <p:spPr>
              <a:xfrm>
                <a:off x="11160124" y="273050"/>
                <a:ext cx="363010" cy="268333"/>
              </a:xfrm>
              <a:prstGeom prst="parallelogram">
                <a:avLst>
                  <a:gd name="adj" fmla="val 97129"/>
                </a:avLst>
              </a:prstGeom>
              <a:solidFill>
                <a:srgbClr val="1DAA16">
                  <a:alpha val="8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57" name="平行四边形 56">
                <a:extLst>
                  <a:ext uri="{FF2B5EF4-FFF2-40B4-BE49-F238E27FC236}">
                    <a16:creationId xmlns:a16="http://schemas.microsoft.com/office/drawing/2014/main" id="{7D8DB4E7-FBA4-4B83-1E40-258E86AA88D1}"/>
                  </a:ext>
                </a:extLst>
              </p:cNvPr>
              <p:cNvSpPr/>
              <p:nvPr/>
            </p:nvSpPr>
            <p:spPr>
              <a:xfrm>
                <a:off x="11000250" y="273049"/>
                <a:ext cx="363010" cy="268333"/>
              </a:xfrm>
              <a:prstGeom prst="parallelogram">
                <a:avLst>
                  <a:gd name="adj" fmla="val 97129"/>
                </a:avLst>
              </a:prstGeom>
              <a:solidFill>
                <a:srgbClr val="64DE50">
                  <a:alpha val="5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91BABCA4-E65F-6869-D9BF-5A5DCD5BF7CA}"/>
                </a:ext>
              </a:extLst>
            </p:cNvPr>
            <p:cNvGrpSpPr/>
            <p:nvPr/>
          </p:nvGrpSpPr>
          <p:grpSpPr>
            <a:xfrm flipH="1">
              <a:off x="668866" y="336549"/>
              <a:ext cx="522884" cy="268334"/>
              <a:chOff x="11000250" y="273049"/>
              <a:chExt cx="522884" cy="268334"/>
            </a:xfrm>
          </p:grpSpPr>
          <p:sp>
            <p:nvSpPr>
              <p:cNvPr id="54" name="平行四边形 53">
                <a:extLst>
                  <a:ext uri="{FF2B5EF4-FFF2-40B4-BE49-F238E27FC236}">
                    <a16:creationId xmlns:a16="http://schemas.microsoft.com/office/drawing/2014/main" id="{EB7F636B-CC8A-D4F2-BB49-D2D8D9166D02}"/>
                  </a:ext>
                </a:extLst>
              </p:cNvPr>
              <p:cNvSpPr/>
              <p:nvPr/>
            </p:nvSpPr>
            <p:spPr>
              <a:xfrm>
                <a:off x="11160124" y="273050"/>
                <a:ext cx="363010" cy="268333"/>
              </a:xfrm>
              <a:prstGeom prst="parallelogram">
                <a:avLst>
                  <a:gd name="adj" fmla="val 97129"/>
                </a:avLst>
              </a:prstGeom>
              <a:solidFill>
                <a:srgbClr val="1DAA16">
                  <a:alpha val="8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55" name="平行四边形 54">
                <a:extLst>
                  <a:ext uri="{FF2B5EF4-FFF2-40B4-BE49-F238E27FC236}">
                    <a16:creationId xmlns:a16="http://schemas.microsoft.com/office/drawing/2014/main" id="{CC603E41-2F28-CFB9-58B6-CBE00A7A6E43}"/>
                  </a:ext>
                </a:extLst>
              </p:cNvPr>
              <p:cNvSpPr/>
              <p:nvPr/>
            </p:nvSpPr>
            <p:spPr>
              <a:xfrm>
                <a:off x="11000250" y="273049"/>
                <a:ext cx="363010" cy="268333"/>
              </a:xfrm>
              <a:prstGeom prst="parallelogram">
                <a:avLst>
                  <a:gd name="adj" fmla="val 97129"/>
                </a:avLst>
              </a:prstGeom>
              <a:solidFill>
                <a:srgbClr val="64DE50">
                  <a:alpha val="5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4C4D55B8-EA2E-FEC9-A72D-E69666B86B99}"/>
                </a:ext>
              </a:extLst>
            </p:cNvPr>
            <p:cNvGrpSpPr/>
            <p:nvPr/>
          </p:nvGrpSpPr>
          <p:grpSpPr>
            <a:xfrm>
              <a:off x="1295532" y="177758"/>
              <a:ext cx="1569635" cy="400110"/>
              <a:chOff x="1163180" y="165726"/>
              <a:chExt cx="1569635" cy="400110"/>
            </a:xfrm>
          </p:grpSpPr>
          <p:sp>
            <p:nvSpPr>
              <p:cNvPr id="52" name="文本框 13">
                <a:extLst>
                  <a:ext uri="{FF2B5EF4-FFF2-40B4-BE49-F238E27FC236}">
                    <a16:creationId xmlns:a16="http://schemas.microsoft.com/office/drawing/2014/main" id="{86286157-01DA-C75E-A507-8811CF030D5D}"/>
                  </a:ext>
                </a:extLst>
              </p:cNvPr>
              <p:cNvSpPr txBox="1"/>
              <p:nvPr/>
            </p:nvSpPr>
            <p:spPr>
              <a:xfrm>
                <a:off x="1386614" y="165726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项目背景</a:t>
                </a:r>
              </a:p>
            </p:txBody>
          </p:sp>
          <p:sp>
            <p:nvSpPr>
              <p:cNvPr id="53" name="iconfont-10050-4705900">
                <a:extLst>
                  <a:ext uri="{FF2B5EF4-FFF2-40B4-BE49-F238E27FC236}">
                    <a16:creationId xmlns:a16="http://schemas.microsoft.com/office/drawing/2014/main" id="{E7A316B9-43ED-44A1-A51B-5E290E66C5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163180" y="290085"/>
                <a:ext cx="194268" cy="194300"/>
              </a:xfrm>
              <a:custGeom>
                <a:avLst/>
                <a:gdLst>
                  <a:gd name="T0" fmla="*/ 12774 w 12774"/>
                  <a:gd name="T1" fmla="*/ 3193 h 12774"/>
                  <a:gd name="T2" fmla="*/ 9581 w 12774"/>
                  <a:gd name="T3" fmla="*/ 0 h 12774"/>
                  <a:gd name="T4" fmla="*/ 6387 w 12774"/>
                  <a:gd name="T5" fmla="*/ 3193 h 12774"/>
                  <a:gd name="T6" fmla="*/ 3193 w 12774"/>
                  <a:gd name="T7" fmla="*/ 0 h 12774"/>
                  <a:gd name="T8" fmla="*/ 0 w 12774"/>
                  <a:gd name="T9" fmla="*/ 3193 h 12774"/>
                  <a:gd name="T10" fmla="*/ 3193 w 12774"/>
                  <a:gd name="T11" fmla="*/ 6387 h 12774"/>
                  <a:gd name="T12" fmla="*/ 0 w 12774"/>
                  <a:gd name="T13" fmla="*/ 9581 h 12774"/>
                  <a:gd name="T14" fmla="*/ 0 w 12774"/>
                  <a:gd name="T15" fmla="*/ 12774 h 12774"/>
                  <a:gd name="T16" fmla="*/ 3193 w 12774"/>
                  <a:gd name="T17" fmla="*/ 12774 h 12774"/>
                  <a:gd name="T18" fmla="*/ 6387 w 12774"/>
                  <a:gd name="T19" fmla="*/ 9581 h 12774"/>
                  <a:gd name="T20" fmla="*/ 9581 w 12774"/>
                  <a:gd name="T21" fmla="*/ 12774 h 12774"/>
                  <a:gd name="T22" fmla="*/ 12774 w 12774"/>
                  <a:gd name="T23" fmla="*/ 9581 h 12774"/>
                  <a:gd name="T24" fmla="*/ 9581 w 12774"/>
                  <a:gd name="T25" fmla="*/ 6387 h 12774"/>
                  <a:gd name="T26" fmla="*/ 12774 w 12774"/>
                  <a:gd name="T27" fmla="*/ 3193 h 12774"/>
                  <a:gd name="T28" fmla="*/ 3273 w 12774"/>
                  <a:gd name="T29" fmla="*/ 5349 h 12774"/>
                  <a:gd name="T30" fmla="*/ 4630 w 12774"/>
                  <a:gd name="T31" fmla="*/ 3992 h 12774"/>
                  <a:gd name="T32" fmla="*/ 4072 w 12774"/>
                  <a:gd name="T33" fmla="*/ 3433 h 12774"/>
                  <a:gd name="T34" fmla="*/ 2714 w 12774"/>
                  <a:gd name="T35" fmla="*/ 4790 h 12774"/>
                  <a:gd name="T36" fmla="*/ 2235 w 12774"/>
                  <a:gd name="T37" fmla="*/ 4311 h 12774"/>
                  <a:gd name="T38" fmla="*/ 3673 w 12774"/>
                  <a:gd name="T39" fmla="*/ 2875 h 12774"/>
                  <a:gd name="T40" fmla="*/ 3033 w 12774"/>
                  <a:gd name="T41" fmla="*/ 2315 h 12774"/>
                  <a:gd name="T42" fmla="*/ 1677 w 12774"/>
                  <a:gd name="T43" fmla="*/ 3753 h 12774"/>
                  <a:gd name="T44" fmla="*/ 1117 w 12774"/>
                  <a:gd name="T45" fmla="*/ 3194 h 12774"/>
                  <a:gd name="T46" fmla="*/ 3193 w 12774"/>
                  <a:gd name="T47" fmla="*/ 1118 h 12774"/>
                  <a:gd name="T48" fmla="*/ 5827 w 12774"/>
                  <a:gd name="T49" fmla="*/ 3752 h 12774"/>
                  <a:gd name="T50" fmla="*/ 3752 w 12774"/>
                  <a:gd name="T51" fmla="*/ 5828 h 12774"/>
                  <a:gd name="T52" fmla="*/ 3273 w 12774"/>
                  <a:gd name="T53" fmla="*/ 5349 h 12774"/>
                  <a:gd name="T54" fmla="*/ 798 w 12774"/>
                  <a:gd name="T55" fmla="*/ 11976 h 12774"/>
                  <a:gd name="T56" fmla="*/ 798 w 12774"/>
                  <a:gd name="T57" fmla="*/ 10379 h 12774"/>
                  <a:gd name="T58" fmla="*/ 2395 w 12774"/>
                  <a:gd name="T59" fmla="*/ 11976 h 12774"/>
                  <a:gd name="T60" fmla="*/ 798 w 12774"/>
                  <a:gd name="T61" fmla="*/ 11976 h 12774"/>
                  <a:gd name="T62" fmla="*/ 3193 w 12774"/>
                  <a:gd name="T63" fmla="*/ 11657 h 12774"/>
                  <a:gd name="T64" fmla="*/ 1117 w 12774"/>
                  <a:gd name="T65" fmla="*/ 9581 h 12774"/>
                  <a:gd name="T66" fmla="*/ 9581 w 12774"/>
                  <a:gd name="T67" fmla="*/ 1117 h 12774"/>
                  <a:gd name="T68" fmla="*/ 11657 w 12774"/>
                  <a:gd name="T69" fmla="*/ 3193 h 12774"/>
                  <a:gd name="T70" fmla="*/ 3193 w 12774"/>
                  <a:gd name="T71" fmla="*/ 11657 h 12774"/>
                  <a:gd name="T72" fmla="*/ 11657 w 12774"/>
                  <a:gd name="T73" fmla="*/ 9581 h 12774"/>
                  <a:gd name="T74" fmla="*/ 9581 w 12774"/>
                  <a:gd name="T75" fmla="*/ 11657 h 12774"/>
                  <a:gd name="T76" fmla="*/ 9022 w 12774"/>
                  <a:gd name="T77" fmla="*/ 11097 h 12774"/>
                  <a:gd name="T78" fmla="*/ 10459 w 12774"/>
                  <a:gd name="T79" fmla="*/ 9661 h 12774"/>
                  <a:gd name="T80" fmla="*/ 9900 w 12774"/>
                  <a:gd name="T81" fmla="*/ 9101 h 12774"/>
                  <a:gd name="T82" fmla="*/ 8463 w 12774"/>
                  <a:gd name="T83" fmla="*/ 10539 h 12774"/>
                  <a:gd name="T84" fmla="*/ 7984 w 12774"/>
                  <a:gd name="T85" fmla="*/ 10060 h 12774"/>
                  <a:gd name="T86" fmla="*/ 9421 w 12774"/>
                  <a:gd name="T87" fmla="*/ 8623 h 12774"/>
                  <a:gd name="T88" fmla="*/ 8782 w 12774"/>
                  <a:gd name="T89" fmla="*/ 8063 h 12774"/>
                  <a:gd name="T90" fmla="*/ 7345 w 12774"/>
                  <a:gd name="T91" fmla="*/ 9501 h 12774"/>
                  <a:gd name="T92" fmla="*/ 6865 w 12774"/>
                  <a:gd name="T93" fmla="*/ 9022 h 12774"/>
                  <a:gd name="T94" fmla="*/ 8942 w 12774"/>
                  <a:gd name="T95" fmla="*/ 6946 h 12774"/>
                  <a:gd name="T96" fmla="*/ 11657 w 12774"/>
                  <a:gd name="T97" fmla="*/ 9581 h 127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774" h="12774">
                    <a:moveTo>
                      <a:pt x="12774" y="3193"/>
                    </a:moveTo>
                    <a:lnTo>
                      <a:pt x="9581" y="0"/>
                    </a:lnTo>
                    <a:lnTo>
                      <a:pt x="6387" y="3193"/>
                    </a:lnTo>
                    <a:lnTo>
                      <a:pt x="3193" y="0"/>
                    </a:lnTo>
                    <a:lnTo>
                      <a:pt x="0" y="3193"/>
                    </a:lnTo>
                    <a:lnTo>
                      <a:pt x="3193" y="6387"/>
                    </a:lnTo>
                    <a:lnTo>
                      <a:pt x="0" y="9581"/>
                    </a:lnTo>
                    <a:lnTo>
                      <a:pt x="0" y="12774"/>
                    </a:lnTo>
                    <a:lnTo>
                      <a:pt x="3193" y="12774"/>
                    </a:lnTo>
                    <a:lnTo>
                      <a:pt x="6387" y="9581"/>
                    </a:lnTo>
                    <a:lnTo>
                      <a:pt x="9581" y="12774"/>
                    </a:lnTo>
                    <a:lnTo>
                      <a:pt x="12774" y="9581"/>
                    </a:lnTo>
                    <a:lnTo>
                      <a:pt x="9581" y="6387"/>
                    </a:lnTo>
                    <a:lnTo>
                      <a:pt x="12774" y="3193"/>
                    </a:lnTo>
                    <a:close/>
                    <a:moveTo>
                      <a:pt x="3273" y="5349"/>
                    </a:moveTo>
                    <a:lnTo>
                      <a:pt x="4630" y="3992"/>
                    </a:lnTo>
                    <a:lnTo>
                      <a:pt x="4072" y="3433"/>
                    </a:lnTo>
                    <a:lnTo>
                      <a:pt x="2714" y="4790"/>
                    </a:lnTo>
                    <a:lnTo>
                      <a:pt x="2235" y="4311"/>
                    </a:lnTo>
                    <a:lnTo>
                      <a:pt x="3673" y="2875"/>
                    </a:lnTo>
                    <a:lnTo>
                      <a:pt x="3033" y="2315"/>
                    </a:lnTo>
                    <a:lnTo>
                      <a:pt x="1677" y="3753"/>
                    </a:lnTo>
                    <a:lnTo>
                      <a:pt x="1117" y="3194"/>
                    </a:lnTo>
                    <a:lnTo>
                      <a:pt x="3193" y="1118"/>
                    </a:lnTo>
                    <a:lnTo>
                      <a:pt x="5827" y="3752"/>
                    </a:lnTo>
                    <a:lnTo>
                      <a:pt x="3752" y="5828"/>
                    </a:lnTo>
                    <a:lnTo>
                      <a:pt x="3273" y="5349"/>
                    </a:lnTo>
                    <a:close/>
                    <a:moveTo>
                      <a:pt x="798" y="11976"/>
                    </a:moveTo>
                    <a:lnTo>
                      <a:pt x="798" y="10379"/>
                    </a:lnTo>
                    <a:lnTo>
                      <a:pt x="2395" y="11976"/>
                    </a:lnTo>
                    <a:lnTo>
                      <a:pt x="798" y="11976"/>
                    </a:lnTo>
                    <a:close/>
                    <a:moveTo>
                      <a:pt x="3193" y="11657"/>
                    </a:moveTo>
                    <a:lnTo>
                      <a:pt x="1117" y="9581"/>
                    </a:lnTo>
                    <a:lnTo>
                      <a:pt x="9581" y="1117"/>
                    </a:lnTo>
                    <a:lnTo>
                      <a:pt x="11657" y="3193"/>
                    </a:lnTo>
                    <a:lnTo>
                      <a:pt x="3193" y="11657"/>
                    </a:lnTo>
                    <a:close/>
                    <a:moveTo>
                      <a:pt x="11657" y="9581"/>
                    </a:moveTo>
                    <a:lnTo>
                      <a:pt x="9581" y="11657"/>
                    </a:lnTo>
                    <a:lnTo>
                      <a:pt x="9022" y="11097"/>
                    </a:lnTo>
                    <a:lnTo>
                      <a:pt x="10459" y="9661"/>
                    </a:lnTo>
                    <a:lnTo>
                      <a:pt x="9900" y="9101"/>
                    </a:lnTo>
                    <a:lnTo>
                      <a:pt x="8463" y="10539"/>
                    </a:lnTo>
                    <a:lnTo>
                      <a:pt x="7984" y="10060"/>
                    </a:lnTo>
                    <a:lnTo>
                      <a:pt x="9421" y="8623"/>
                    </a:lnTo>
                    <a:lnTo>
                      <a:pt x="8782" y="8063"/>
                    </a:lnTo>
                    <a:lnTo>
                      <a:pt x="7345" y="9501"/>
                    </a:lnTo>
                    <a:lnTo>
                      <a:pt x="6865" y="9022"/>
                    </a:lnTo>
                    <a:lnTo>
                      <a:pt x="8942" y="6946"/>
                    </a:lnTo>
                    <a:lnTo>
                      <a:pt x="11657" y="9581"/>
                    </a:lnTo>
                    <a:close/>
                  </a:path>
                </a:pathLst>
              </a:cu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7A03AB22-2CC6-F697-2101-BC55ED00ADD0}"/>
                </a:ext>
              </a:extLst>
            </p:cNvPr>
            <p:cNvGrpSpPr/>
            <p:nvPr/>
          </p:nvGrpSpPr>
          <p:grpSpPr>
            <a:xfrm>
              <a:off x="2931777" y="159232"/>
              <a:ext cx="5225647" cy="400110"/>
              <a:chOff x="2695782" y="147200"/>
              <a:chExt cx="5225647" cy="400110"/>
            </a:xfrm>
          </p:grpSpPr>
          <p:sp>
            <p:nvSpPr>
              <p:cNvPr id="48" name="文本框 14">
                <a:extLst>
                  <a:ext uri="{FF2B5EF4-FFF2-40B4-BE49-F238E27FC236}">
                    <a16:creationId xmlns:a16="http://schemas.microsoft.com/office/drawing/2014/main" id="{89E1048E-B1B3-9515-8B96-AE986B83E551}"/>
                  </a:ext>
                </a:extLst>
              </p:cNvPr>
              <p:cNvSpPr txBox="1"/>
              <p:nvPr/>
            </p:nvSpPr>
            <p:spPr>
              <a:xfrm>
                <a:off x="2982378" y="147200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项目介绍</a:t>
                </a:r>
              </a:p>
            </p:txBody>
          </p:sp>
          <p:sp>
            <p:nvSpPr>
              <p:cNvPr id="49" name="iconfont-11607-6172721">
                <a:extLst>
                  <a:ext uri="{FF2B5EF4-FFF2-40B4-BE49-F238E27FC236}">
                    <a16:creationId xmlns:a16="http://schemas.microsoft.com/office/drawing/2014/main" id="{DBE14B58-DBE6-0CF5-AEFC-6C7AF5F8F0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695782" y="267035"/>
                <a:ext cx="213298" cy="191648"/>
              </a:xfrm>
              <a:custGeom>
                <a:avLst/>
                <a:gdLst>
                  <a:gd name="connsiteX0" fmla="*/ 171888 w 607639"/>
                  <a:gd name="connsiteY0" fmla="*/ 486408 h 545965"/>
                  <a:gd name="connsiteX1" fmla="*/ 171977 w 607639"/>
                  <a:gd name="connsiteY1" fmla="*/ 486408 h 545965"/>
                  <a:gd name="connsiteX2" fmla="*/ 181494 w 607639"/>
                  <a:gd name="connsiteY2" fmla="*/ 495899 h 545965"/>
                  <a:gd name="connsiteX3" fmla="*/ 171977 w 607639"/>
                  <a:gd name="connsiteY3" fmla="*/ 505390 h 545965"/>
                  <a:gd name="connsiteX4" fmla="*/ 162371 w 607639"/>
                  <a:gd name="connsiteY4" fmla="*/ 495899 h 545965"/>
                  <a:gd name="connsiteX5" fmla="*/ 171888 w 607639"/>
                  <a:gd name="connsiteY5" fmla="*/ 486408 h 545965"/>
                  <a:gd name="connsiteX6" fmla="*/ 121136 w 607639"/>
                  <a:gd name="connsiteY6" fmla="*/ 464910 h 545965"/>
                  <a:gd name="connsiteX7" fmla="*/ 120513 w 607639"/>
                  <a:gd name="connsiteY7" fmla="*/ 465532 h 545965"/>
                  <a:gd name="connsiteX8" fmla="*/ 120513 w 607639"/>
                  <a:gd name="connsiteY8" fmla="*/ 526323 h 545965"/>
                  <a:gd name="connsiteX9" fmla="*/ 121136 w 607639"/>
                  <a:gd name="connsiteY9" fmla="*/ 526946 h 545965"/>
                  <a:gd name="connsiteX10" fmla="*/ 222602 w 607639"/>
                  <a:gd name="connsiteY10" fmla="*/ 526946 h 545965"/>
                  <a:gd name="connsiteX11" fmla="*/ 223225 w 607639"/>
                  <a:gd name="connsiteY11" fmla="*/ 526323 h 545965"/>
                  <a:gd name="connsiteX12" fmla="*/ 223225 w 607639"/>
                  <a:gd name="connsiteY12" fmla="*/ 465532 h 545965"/>
                  <a:gd name="connsiteX13" fmla="*/ 222602 w 607639"/>
                  <a:gd name="connsiteY13" fmla="*/ 464910 h 545965"/>
                  <a:gd name="connsiteX14" fmla="*/ 171869 w 607639"/>
                  <a:gd name="connsiteY14" fmla="*/ 464910 h 545965"/>
                  <a:gd name="connsiteX15" fmla="*/ 212990 w 607639"/>
                  <a:gd name="connsiteY15" fmla="*/ 397987 h 545965"/>
                  <a:gd name="connsiteX16" fmla="*/ 181393 w 607639"/>
                  <a:gd name="connsiteY16" fmla="*/ 413451 h 545965"/>
                  <a:gd name="connsiteX17" fmla="*/ 181393 w 607639"/>
                  <a:gd name="connsiteY17" fmla="*/ 445891 h 545965"/>
                  <a:gd name="connsiteX18" fmla="*/ 222602 w 607639"/>
                  <a:gd name="connsiteY18" fmla="*/ 445891 h 545965"/>
                  <a:gd name="connsiteX19" fmla="*/ 242272 w 607639"/>
                  <a:gd name="connsiteY19" fmla="*/ 465532 h 545965"/>
                  <a:gd name="connsiteX20" fmla="*/ 242272 w 607639"/>
                  <a:gd name="connsiteY20" fmla="*/ 526323 h 545965"/>
                  <a:gd name="connsiteX21" fmla="*/ 242272 w 607639"/>
                  <a:gd name="connsiteY21" fmla="*/ 526946 h 545965"/>
                  <a:gd name="connsiteX22" fmla="*/ 253665 w 607639"/>
                  <a:gd name="connsiteY22" fmla="*/ 526946 h 545965"/>
                  <a:gd name="connsiteX23" fmla="*/ 253665 w 607639"/>
                  <a:gd name="connsiteY23" fmla="*/ 419317 h 545965"/>
                  <a:gd name="connsiteX24" fmla="*/ 246278 w 607639"/>
                  <a:gd name="connsiteY24" fmla="*/ 409096 h 545965"/>
                  <a:gd name="connsiteX25" fmla="*/ 213168 w 607639"/>
                  <a:gd name="connsiteY25" fmla="*/ 398075 h 545965"/>
                  <a:gd name="connsiteX26" fmla="*/ 212990 w 607639"/>
                  <a:gd name="connsiteY26" fmla="*/ 397987 h 545965"/>
                  <a:gd name="connsiteX27" fmla="*/ 130749 w 607639"/>
                  <a:gd name="connsiteY27" fmla="*/ 397987 h 545965"/>
                  <a:gd name="connsiteX28" fmla="*/ 130571 w 607639"/>
                  <a:gd name="connsiteY28" fmla="*/ 398075 h 545965"/>
                  <a:gd name="connsiteX29" fmla="*/ 97372 w 607639"/>
                  <a:gd name="connsiteY29" fmla="*/ 409096 h 545965"/>
                  <a:gd name="connsiteX30" fmla="*/ 90073 w 607639"/>
                  <a:gd name="connsiteY30" fmla="*/ 419317 h 545965"/>
                  <a:gd name="connsiteX31" fmla="*/ 90073 w 607639"/>
                  <a:gd name="connsiteY31" fmla="*/ 526946 h 545965"/>
                  <a:gd name="connsiteX32" fmla="*/ 101555 w 607639"/>
                  <a:gd name="connsiteY32" fmla="*/ 526946 h 545965"/>
                  <a:gd name="connsiteX33" fmla="*/ 101466 w 607639"/>
                  <a:gd name="connsiteY33" fmla="*/ 526323 h 545965"/>
                  <a:gd name="connsiteX34" fmla="*/ 101466 w 607639"/>
                  <a:gd name="connsiteY34" fmla="*/ 465532 h 545965"/>
                  <a:gd name="connsiteX35" fmla="*/ 121136 w 607639"/>
                  <a:gd name="connsiteY35" fmla="*/ 445891 h 545965"/>
                  <a:gd name="connsiteX36" fmla="*/ 162346 w 607639"/>
                  <a:gd name="connsiteY36" fmla="*/ 445891 h 545965"/>
                  <a:gd name="connsiteX37" fmla="*/ 162346 w 607639"/>
                  <a:gd name="connsiteY37" fmla="*/ 413451 h 545965"/>
                  <a:gd name="connsiteX38" fmla="*/ 130749 w 607639"/>
                  <a:gd name="connsiteY38" fmla="*/ 397987 h 545965"/>
                  <a:gd name="connsiteX39" fmla="*/ 150953 w 607639"/>
                  <a:gd name="connsiteY39" fmla="*/ 364303 h 545965"/>
                  <a:gd name="connsiteX40" fmla="*/ 150953 w 607639"/>
                  <a:gd name="connsiteY40" fmla="*/ 369813 h 545965"/>
                  <a:gd name="connsiteX41" fmla="*/ 146058 w 607639"/>
                  <a:gd name="connsiteY41" fmla="*/ 386077 h 545965"/>
                  <a:gd name="connsiteX42" fmla="*/ 171869 w 607639"/>
                  <a:gd name="connsiteY42" fmla="*/ 395231 h 545965"/>
                  <a:gd name="connsiteX43" fmla="*/ 197681 w 607639"/>
                  <a:gd name="connsiteY43" fmla="*/ 386077 h 545965"/>
                  <a:gd name="connsiteX44" fmla="*/ 192785 w 607639"/>
                  <a:gd name="connsiteY44" fmla="*/ 369813 h 545965"/>
                  <a:gd name="connsiteX45" fmla="*/ 192785 w 607639"/>
                  <a:gd name="connsiteY45" fmla="*/ 364303 h 545965"/>
                  <a:gd name="connsiteX46" fmla="*/ 171869 w 607639"/>
                  <a:gd name="connsiteY46" fmla="*/ 368835 h 545965"/>
                  <a:gd name="connsiteX47" fmla="*/ 150953 w 607639"/>
                  <a:gd name="connsiteY47" fmla="*/ 364303 h 545965"/>
                  <a:gd name="connsiteX48" fmla="*/ 201597 w 607639"/>
                  <a:gd name="connsiteY48" fmla="*/ 245564 h 545965"/>
                  <a:gd name="connsiteX49" fmla="*/ 112859 w 607639"/>
                  <a:gd name="connsiteY49" fmla="*/ 271960 h 545965"/>
                  <a:gd name="connsiteX50" fmla="*/ 119089 w 607639"/>
                  <a:gd name="connsiteY50" fmla="*/ 321820 h 545965"/>
                  <a:gd name="connsiteX51" fmla="*/ 124963 w 607639"/>
                  <a:gd name="connsiteY51" fmla="*/ 330085 h 545965"/>
                  <a:gd name="connsiteX52" fmla="*/ 157984 w 607639"/>
                  <a:gd name="connsiteY52" fmla="*/ 346616 h 545965"/>
                  <a:gd name="connsiteX53" fmla="*/ 185754 w 607639"/>
                  <a:gd name="connsiteY53" fmla="*/ 346616 h 545965"/>
                  <a:gd name="connsiteX54" fmla="*/ 218775 w 607639"/>
                  <a:gd name="connsiteY54" fmla="*/ 330085 h 545965"/>
                  <a:gd name="connsiteX55" fmla="*/ 224649 w 607639"/>
                  <a:gd name="connsiteY55" fmla="*/ 321820 h 545965"/>
                  <a:gd name="connsiteX56" fmla="*/ 230346 w 607639"/>
                  <a:gd name="connsiteY56" fmla="*/ 276226 h 545965"/>
                  <a:gd name="connsiteX57" fmla="*/ 234262 w 607639"/>
                  <a:gd name="connsiteY57" fmla="*/ 224501 h 545965"/>
                  <a:gd name="connsiteX58" fmla="*/ 213435 w 607639"/>
                  <a:gd name="connsiteY58" fmla="*/ 230455 h 545965"/>
                  <a:gd name="connsiteX59" fmla="*/ 243251 w 607639"/>
                  <a:gd name="connsiteY59" fmla="*/ 262184 h 545965"/>
                  <a:gd name="connsiteX60" fmla="*/ 243518 w 607639"/>
                  <a:gd name="connsiteY60" fmla="*/ 256585 h 545965"/>
                  <a:gd name="connsiteX61" fmla="*/ 234262 w 607639"/>
                  <a:gd name="connsiteY61" fmla="*/ 224501 h 545965"/>
                  <a:gd name="connsiteX62" fmla="*/ 109387 w 607639"/>
                  <a:gd name="connsiteY62" fmla="*/ 224501 h 545965"/>
                  <a:gd name="connsiteX63" fmla="*/ 100309 w 607639"/>
                  <a:gd name="connsiteY63" fmla="*/ 253563 h 545965"/>
                  <a:gd name="connsiteX64" fmla="*/ 102089 w 607639"/>
                  <a:gd name="connsiteY64" fmla="*/ 253296 h 545965"/>
                  <a:gd name="connsiteX65" fmla="*/ 169377 w 607639"/>
                  <a:gd name="connsiteY65" fmla="*/ 241565 h 545965"/>
                  <a:gd name="connsiteX66" fmla="*/ 169288 w 607639"/>
                  <a:gd name="connsiteY66" fmla="*/ 241565 h 545965"/>
                  <a:gd name="connsiteX67" fmla="*/ 313299 w 607639"/>
                  <a:gd name="connsiteY67" fmla="*/ 221657 h 545965"/>
                  <a:gd name="connsiteX68" fmla="*/ 313299 w 607639"/>
                  <a:gd name="connsiteY68" fmla="*/ 304045 h 545965"/>
                  <a:gd name="connsiteX69" fmla="*/ 345074 w 607639"/>
                  <a:gd name="connsiteY69" fmla="*/ 304045 h 545965"/>
                  <a:gd name="connsiteX70" fmla="*/ 345074 w 607639"/>
                  <a:gd name="connsiteY70" fmla="*/ 221657 h 545965"/>
                  <a:gd name="connsiteX71" fmla="*/ 224827 w 607639"/>
                  <a:gd name="connsiteY71" fmla="*/ 187973 h 545965"/>
                  <a:gd name="connsiteX72" fmla="*/ 182461 w 607639"/>
                  <a:gd name="connsiteY72" fmla="*/ 199971 h 545965"/>
                  <a:gd name="connsiteX73" fmla="*/ 181393 w 607639"/>
                  <a:gd name="connsiteY73" fmla="*/ 200238 h 545965"/>
                  <a:gd name="connsiteX74" fmla="*/ 181393 w 607639"/>
                  <a:gd name="connsiteY74" fmla="*/ 219879 h 545965"/>
                  <a:gd name="connsiteX75" fmla="*/ 229990 w 607639"/>
                  <a:gd name="connsiteY75" fmla="*/ 205926 h 545965"/>
                  <a:gd name="connsiteX76" fmla="*/ 230524 w 607639"/>
                  <a:gd name="connsiteY76" fmla="*/ 205392 h 545965"/>
                  <a:gd name="connsiteX77" fmla="*/ 230524 w 607639"/>
                  <a:gd name="connsiteY77" fmla="*/ 205126 h 545965"/>
                  <a:gd name="connsiteX78" fmla="*/ 118911 w 607639"/>
                  <a:gd name="connsiteY78" fmla="*/ 187973 h 545965"/>
                  <a:gd name="connsiteX79" fmla="*/ 113215 w 607639"/>
                  <a:gd name="connsiteY79" fmla="*/ 205126 h 545965"/>
                  <a:gd name="connsiteX80" fmla="*/ 113215 w 607639"/>
                  <a:gd name="connsiteY80" fmla="*/ 205392 h 545965"/>
                  <a:gd name="connsiteX81" fmla="*/ 113749 w 607639"/>
                  <a:gd name="connsiteY81" fmla="*/ 206014 h 545965"/>
                  <a:gd name="connsiteX82" fmla="*/ 162346 w 607639"/>
                  <a:gd name="connsiteY82" fmla="*/ 219879 h 545965"/>
                  <a:gd name="connsiteX83" fmla="*/ 162346 w 607639"/>
                  <a:gd name="connsiteY83" fmla="*/ 200238 h 545965"/>
                  <a:gd name="connsiteX84" fmla="*/ 161277 w 607639"/>
                  <a:gd name="connsiteY84" fmla="*/ 199971 h 545965"/>
                  <a:gd name="connsiteX85" fmla="*/ 166440 w 607639"/>
                  <a:gd name="connsiteY85" fmla="*/ 141313 h 545965"/>
                  <a:gd name="connsiteX86" fmla="*/ 95147 w 607639"/>
                  <a:gd name="connsiteY86" fmla="*/ 161488 h 545965"/>
                  <a:gd name="connsiteX87" fmla="*/ 166440 w 607639"/>
                  <a:gd name="connsiteY87" fmla="*/ 181662 h 545965"/>
                  <a:gd name="connsiteX88" fmla="*/ 177299 w 607639"/>
                  <a:gd name="connsiteY88" fmla="*/ 181662 h 545965"/>
                  <a:gd name="connsiteX89" fmla="*/ 248592 w 607639"/>
                  <a:gd name="connsiteY89" fmla="*/ 161488 h 545965"/>
                  <a:gd name="connsiteX90" fmla="*/ 177299 w 607639"/>
                  <a:gd name="connsiteY90" fmla="*/ 141313 h 545965"/>
                  <a:gd name="connsiteX91" fmla="*/ 166440 w 607639"/>
                  <a:gd name="connsiteY91" fmla="*/ 141313 h 545965"/>
                  <a:gd name="connsiteX92" fmla="*/ 404618 w 607639"/>
                  <a:gd name="connsiteY92" fmla="*/ 140602 h 545965"/>
                  <a:gd name="connsiteX93" fmla="*/ 404618 w 607639"/>
                  <a:gd name="connsiteY93" fmla="*/ 304045 h 545965"/>
                  <a:gd name="connsiteX94" fmla="*/ 436393 w 607639"/>
                  <a:gd name="connsiteY94" fmla="*/ 304045 h 545965"/>
                  <a:gd name="connsiteX95" fmla="*/ 436393 w 607639"/>
                  <a:gd name="connsiteY95" fmla="*/ 140602 h 545965"/>
                  <a:gd name="connsiteX96" fmla="*/ 495937 w 607639"/>
                  <a:gd name="connsiteY96" fmla="*/ 59547 h 545965"/>
                  <a:gd name="connsiteX97" fmla="*/ 495937 w 607639"/>
                  <a:gd name="connsiteY97" fmla="*/ 304045 h 545965"/>
                  <a:gd name="connsiteX98" fmla="*/ 527712 w 607639"/>
                  <a:gd name="connsiteY98" fmla="*/ 304045 h 545965"/>
                  <a:gd name="connsiteX99" fmla="*/ 527712 w 607639"/>
                  <a:gd name="connsiteY99" fmla="*/ 59547 h 545965"/>
                  <a:gd name="connsiteX100" fmla="*/ 192162 w 607639"/>
                  <a:gd name="connsiteY100" fmla="*/ 19019 h 545965"/>
                  <a:gd name="connsiteX101" fmla="*/ 181393 w 607639"/>
                  <a:gd name="connsiteY101" fmla="*/ 29773 h 545965"/>
                  <a:gd name="connsiteX102" fmla="*/ 181393 w 607639"/>
                  <a:gd name="connsiteY102" fmla="*/ 122827 h 545965"/>
                  <a:gd name="connsiteX103" fmla="*/ 182461 w 607639"/>
                  <a:gd name="connsiteY103" fmla="*/ 123093 h 545965"/>
                  <a:gd name="connsiteX104" fmla="*/ 273246 w 607639"/>
                  <a:gd name="connsiteY104" fmla="*/ 148689 h 545965"/>
                  <a:gd name="connsiteX105" fmla="*/ 282770 w 607639"/>
                  <a:gd name="connsiteY105" fmla="*/ 160421 h 545965"/>
                  <a:gd name="connsiteX106" fmla="*/ 282859 w 607639"/>
                  <a:gd name="connsiteY106" fmla="*/ 161488 h 545965"/>
                  <a:gd name="connsiteX107" fmla="*/ 282859 w 607639"/>
                  <a:gd name="connsiteY107" fmla="*/ 222279 h 545965"/>
                  <a:gd name="connsiteX108" fmla="*/ 273335 w 607639"/>
                  <a:gd name="connsiteY108" fmla="*/ 231789 h 545965"/>
                  <a:gd name="connsiteX109" fmla="*/ 263812 w 607639"/>
                  <a:gd name="connsiteY109" fmla="*/ 222279 h 545965"/>
                  <a:gd name="connsiteX110" fmla="*/ 263812 w 607639"/>
                  <a:gd name="connsiteY110" fmla="*/ 176952 h 545965"/>
                  <a:gd name="connsiteX111" fmla="*/ 243073 w 607639"/>
                  <a:gd name="connsiteY111" fmla="*/ 182818 h 545965"/>
                  <a:gd name="connsiteX112" fmla="*/ 248592 w 607639"/>
                  <a:gd name="connsiteY112" fmla="*/ 199082 h 545965"/>
                  <a:gd name="connsiteX113" fmla="*/ 248503 w 607639"/>
                  <a:gd name="connsiteY113" fmla="*/ 211525 h 545965"/>
                  <a:gd name="connsiteX114" fmla="*/ 262566 w 607639"/>
                  <a:gd name="connsiteY114" fmla="*/ 256585 h 545965"/>
                  <a:gd name="connsiteX115" fmla="*/ 246723 w 607639"/>
                  <a:gd name="connsiteY115" fmla="*/ 304045 h 545965"/>
                  <a:gd name="connsiteX116" fmla="*/ 294252 w 607639"/>
                  <a:gd name="connsiteY116" fmla="*/ 304045 h 545965"/>
                  <a:gd name="connsiteX117" fmla="*/ 294252 w 607639"/>
                  <a:gd name="connsiteY117" fmla="*/ 212147 h 545965"/>
                  <a:gd name="connsiteX118" fmla="*/ 303775 w 607639"/>
                  <a:gd name="connsiteY118" fmla="*/ 202637 h 545965"/>
                  <a:gd name="connsiteX119" fmla="*/ 354508 w 607639"/>
                  <a:gd name="connsiteY119" fmla="*/ 202637 h 545965"/>
                  <a:gd name="connsiteX120" fmla="*/ 364032 w 607639"/>
                  <a:gd name="connsiteY120" fmla="*/ 212147 h 545965"/>
                  <a:gd name="connsiteX121" fmla="*/ 364032 w 607639"/>
                  <a:gd name="connsiteY121" fmla="*/ 304045 h 545965"/>
                  <a:gd name="connsiteX122" fmla="*/ 385660 w 607639"/>
                  <a:gd name="connsiteY122" fmla="*/ 304045 h 545965"/>
                  <a:gd name="connsiteX123" fmla="*/ 385660 w 607639"/>
                  <a:gd name="connsiteY123" fmla="*/ 131092 h 545965"/>
                  <a:gd name="connsiteX124" fmla="*/ 395094 w 607639"/>
                  <a:gd name="connsiteY124" fmla="*/ 121582 h 545965"/>
                  <a:gd name="connsiteX125" fmla="*/ 445916 w 607639"/>
                  <a:gd name="connsiteY125" fmla="*/ 121582 h 545965"/>
                  <a:gd name="connsiteX126" fmla="*/ 455351 w 607639"/>
                  <a:gd name="connsiteY126" fmla="*/ 131092 h 545965"/>
                  <a:gd name="connsiteX127" fmla="*/ 455351 w 607639"/>
                  <a:gd name="connsiteY127" fmla="*/ 304045 h 545965"/>
                  <a:gd name="connsiteX128" fmla="*/ 476979 w 607639"/>
                  <a:gd name="connsiteY128" fmla="*/ 304045 h 545965"/>
                  <a:gd name="connsiteX129" fmla="*/ 476979 w 607639"/>
                  <a:gd name="connsiteY129" fmla="*/ 50037 h 545965"/>
                  <a:gd name="connsiteX130" fmla="*/ 486503 w 607639"/>
                  <a:gd name="connsiteY130" fmla="*/ 40527 h 545965"/>
                  <a:gd name="connsiteX131" fmla="*/ 537236 w 607639"/>
                  <a:gd name="connsiteY131" fmla="*/ 40527 h 545965"/>
                  <a:gd name="connsiteX132" fmla="*/ 546759 w 607639"/>
                  <a:gd name="connsiteY132" fmla="*/ 50037 h 545965"/>
                  <a:gd name="connsiteX133" fmla="*/ 546759 w 607639"/>
                  <a:gd name="connsiteY133" fmla="*/ 304045 h 545965"/>
                  <a:gd name="connsiteX134" fmla="*/ 557529 w 607639"/>
                  <a:gd name="connsiteY134" fmla="*/ 304045 h 545965"/>
                  <a:gd name="connsiteX135" fmla="*/ 567053 w 607639"/>
                  <a:gd name="connsiteY135" fmla="*/ 313465 h 545965"/>
                  <a:gd name="connsiteX136" fmla="*/ 557529 w 607639"/>
                  <a:gd name="connsiteY136" fmla="*/ 322975 h 545965"/>
                  <a:gd name="connsiteX137" fmla="*/ 243697 w 607639"/>
                  <a:gd name="connsiteY137" fmla="*/ 322975 h 545965"/>
                  <a:gd name="connsiteX138" fmla="*/ 243518 w 607639"/>
                  <a:gd name="connsiteY138" fmla="*/ 324219 h 545965"/>
                  <a:gd name="connsiteX139" fmla="*/ 231503 w 607639"/>
                  <a:gd name="connsiteY139" fmla="*/ 344572 h 545965"/>
                  <a:gd name="connsiteX140" fmla="*/ 577822 w 607639"/>
                  <a:gd name="connsiteY140" fmla="*/ 344572 h 545965"/>
                  <a:gd name="connsiteX141" fmla="*/ 588592 w 607639"/>
                  <a:gd name="connsiteY141" fmla="*/ 333729 h 545965"/>
                  <a:gd name="connsiteX142" fmla="*/ 588592 w 607639"/>
                  <a:gd name="connsiteY142" fmla="*/ 29773 h 545965"/>
                  <a:gd name="connsiteX143" fmla="*/ 577822 w 607639"/>
                  <a:gd name="connsiteY143" fmla="*/ 19019 h 545965"/>
                  <a:gd name="connsiteX144" fmla="*/ 192162 w 607639"/>
                  <a:gd name="connsiteY144" fmla="*/ 0 h 545965"/>
                  <a:gd name="connsiteX145" fmla="*/ 577822 w 607639"/>
                  <a:gd name="connsiteY145" fmla="*/ 0 h 545965"/>
                  <a:gd name="connsiteX146" fmla="*/ 607639 w 607639"/>
                  <a:gd name="connsiteY146" fmla="*/ 29773 h 545965"/>
                  <a:gd name="connsiteX147" fmla="*/ 607639 w 607639"/>
                  <a:gd name="connsiteY147" fmla="*/ 333729 h 545965"/>
                  <a:gd name="connsiteX148" fmla="*/ 577822 w 607639"/>
                  <a:gd name="connsiteY148" fmla="*/ 363503 h 545965"/>
                  <a:gd name="connsiteX149" fmla="*/ 211833 w 607639"/>
                  <a:gd name="connsiteY149" fmla="*/ 363503 h 545965"/>
                  <a:gd name="connsiteX150" fmla="*/ 211833 w 607639"/>
                  <a:gd name="connsiteY150" fmla="*/ 369813 h 545965"/>
                  <a:gd name="connsiteX151" fmla="*/ 219220 w 607639"/>
                  <a:gd name="connsiteY151" fmla="*/ 380034 h 545965"/>
                  <a:gd name="connsiteX152" fmla="*/ 252330 w 607639"/>
                  <a:gd name="connsiteY152" fmla="*/ 391054 h 545965"/>
                  <a:gd name="connsiteX153" fmla="*/ 272712 w 607639"/>
                  <a:gd name="connsiteY153" fmla="*/ 419317 h 545965"/>
                  <a:gd name="connsiteX154" fmla="*/ 272712 w 607639"/>
                  <a:gd name="connsiteY154" fmla="*/ 526946 h 545965"/>
                  <a:gd name="connsiteX155" fmla="*/ 334215 w 607639"/>
                  <a:gd name="connsiteY155" fmla="*/ 526946 h 545965"/>
                  <a:gd name="connsiteX156" fmla="*/ 343738 w 607639"/>
                  <a:gd name="connsiteY156" fmla="*/ 536455 h 545965"/>
                  <a:gd name="connsiteX157" fmla="*/ 334215 w 607639"/>
                  <a:gd name="connsiteY157" fmla="*/ 545965 h 545965"/>
                  <a:gd name="connsiteX158" fmla="*/ 9524 w 607639"/>
                  <a:gd name="connsiteY158" fmla="*/ 545965 h 545965"/>
                  <a:gd name="connsiteX159" fmla="*/ 0 w 607639"/>
                  <a:gd name="connsiteY159" fmla="*/ 536455 h 545965"/>
                  <a:gd name="connsiteX160" fmla="*/ 9524 w 607639"/>
                  <a:gd name="connsiteY160" fmla="*/ 526946 h 545965"/>
                  <a:gd name="connsiteX161" fmla="*/ 71026 w 607639"/>
                  <a:gd name="connsiteY161" fmla="*/ 526946 h 545965"/>
                  <a:gd name="connsiteX162" fmla="*/ 71026 w 607639"/>
                  <a:gd name="connsiteY162" fmla="*/ 419317 h 545965"/>
                  <a:gd name="connsiteX163" fmla="*/ 91408 w 607639"/>
                  <a:gd name="connsiteY163" fmla="*/ 391054 h 545965"/>
                  <a:gd name="connsiteX164" fmla="*/ 124518 w 607639"/>
                  <a:gd name="connsiteY164" fmla="*/ 380034 h 545965"/>
                  <a:gd name="connsiteX165" fmla="*/ 131906 w 607639"/>
                  <a:gd name="connsiteY165" fmla="*/ 369813 h 545965"/>
                  <a:gd name="connsiteX166" fmla="*/ 131906 w 607639"/>
                  <a:gd name="connsiteY166" fmla="*/ 354882 h 545965"/>
                  <a:gd name="connsiteX167" fmla="*/ 116419 w 607639"/>
                  <a:gd name="connsiteY167" fmla="*/ 347149 h 545965"/>
                  <a:gd name="connsiteX168" fmla="*/ 100220 w 607639"/>
                  <a:gd name="connsiteY168" fmla="*/ 324219 h 545965"/>
                  <a:gd name="connsiteX169" fmla="*/ 97817 w 607639"/>
                  <a:gd name="connsiteY169" fmla="*/ 305111 h 545965"/>
                  <a:gd name="connsiteX170" fmla="*/ 81173 w 607639"/>
                  <a:gd name="connsiteY170" fmla="*/ 256585 h 545965"/>
                  <a:gd name="connsiteX171" fmla="*/ 95147 w 607639"/>
                  <a:gd name="connsiteY171" fmla="*/ 211525 h 545965"/>
                  <a:gd name="connsiteX172" fmla="*/ 95147 w 607639"/>
                  <a:gd name="connsiteY172" fmla="*/ 199082 h 545965"/>
                  <a:gd name="connsiteX173" fmla="*/ 100576 w 607639"/>
                  <a:gd name="connsiteY173" fmla="*/ 182818 h 545965"/>
                  <a:gd name="connsiteX174" fmla="*/ 70492 w 607639"/>
                  <a:gd name="connsiteY174" fmla="*/ 174286 h 545965"/>
                  <a:gd name="connsiteX175" fmla="*/ 60880 w 607639"/>
                  <a:gd name="connsiteY175" fmla="*/ 161488 h 545965"/>
                  <a:gd name="connsiteX176" fmla="*/ 70492 w 607639"/>
                  <a:gd name="connsiteY176" fmla="*/ 148689 h 545965"/>
                  <a:gd name="connsiteX177" fmla="*/ 161277 w 607639"/>
                  <a:gd name="connsiteY177" fmla="*/ 123093 h 545965"/>
                  <a:gd name="connsiteX178" fmla="*/ 162346 w 607639"/>
                  <a:gd name="connsiteY178" fmla="*/ 122827 h 545965"/>
                  <a:gd name="connsiteX179" fmla="*/ 162346 w 607639"/>
                  <a:gd name="connsiteY179" fmla="*/ 29773 h 545965"/>
                  <a:gd name="connsiteX180" fmla="*/ 192162 w 607639"/>
                  <a:gd name="connsiteY180" fmla="*/ 0 h 545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</a:cxnLst>
                <a:rect l="l" t="t" r="r" b="b"/>
                <a:pathLst>
                  <a:path w="607639" h="545965">
                    <a:moveTo>
                      <a:pt x="171888" y="486408"/>
                    </a:moveTo>
                    <a:lnTo>
                      <a:pt x="171977" y="486408"/>
                    </a:lnTo>
                    <a:cubicBezTo>
                      <a:pt x="177225" y="486408"/>
                      <a:pt x="181494" y="490666"/>
                      <a:pt x="181494" y="495899"/>
                    </a:cubicBezTo>
                    <a:cubicBezTo>
                      <a:pt x="181494" y="501132"/>
                      <a:pt x="177225" y="505390"/>
                      <a:pt x="171977" y="505390"/>
                    </a:cubicBezTo>
                    <a:cubicBezTo>
                      <a:pt x="166729" y="505390"/>
                      <a:pt x="162371" y="501132"/>
                      <a:pt x="162371" y="495899"/>
                    </a:cubicBezTo>
                    <a:cubicBezTo>
                      <a:pt x="162371" y="490666"/>
                      <a:pt x="166640" y="486408"/>
                      <a:pt x="171888" y="486408"/>
                    </a:cubicBezTo>
                    <a:close/>
                    <a:moveTo>
                      <a:pt x="121136" y="464910"/>
                    </a:moveTo>
                    <a:cubicBezTo>
                      <a:pt x="120780" y="464910"/>
                      <a:pt x="120513" y="465177"/>
                      <a:pt x="120513" y="465532"/>
                    </a:cubicBezTo>
                    <a:lnTo>
                      <a:pt x="120513" y="526323"/>
                    </a:lnTo>
                    <a:cubicBezTo>
                      <a:pt x="120513" y="526679"/>
                      <a:pt x="120780" y="526946"/>
                      <a:pt x="121136" y="526946"/>
                    </a:cubicBezTo>
                    <a:lnTo>
                      <a:pt x="222602" y="526946"/>
                    </a:lnTo>
                    <a:cubicBezTo>
                      <a:pt x="222958" y="526946"/>
                      <a:pt x="223225" y="526679"/>
                      <a:pt x="223225" y="526323"/>
                    </a:cubicBezTo>
                    <a:lnTo>
                      <a:pt x="223225" y="465532"/>
                    </a:lnTo>
                    <a:cubicBezTo>
                      <a:pt x="223225" y="465177"/>
                      <a:pt x="222958" y="464910"/>
                      <a:pt x="222602" y="464910"/>
                    </a:cubicBezTo>
                    <a:lnTo>
                      <a:pt x="171869" y="464910"/>
                    </a:lnTo>
                    <a:close/>
                    <a:moveTo>
                      <a:pt x="212990" y="397987"/>
                    </a:moveTo>
                    <a:cubicBezTo>
                      <a:pt x="204178" y="406163"/>
                      <a:pt x="193231" y="411585"/>
                      <a:pt x="181393" y="413451"/>
                    </a:cubicBezTo>
                    <a:lnTo>
                      <a:pt x="181393" y="445891"/>
                    </a:lnTo>
                    <a:lnTo>
                      <a:pt x="222602" y="445891"/>
                    </a:lnTo>
                    <a:cubicBezTo>
                      <a:pt x="233461" y="445891"/>
                      <a:pt x="242272" y="454689"/>
                      <a:pt x="242272" y="465532"/>
                    </a:cubicBezTo>
                    <a:lnTo>
                      <a:pt x="242272" y="526323"/>
                    </a:lnTo>
                    <a:cubicBezTo>
                      <a:pt x="242272" y="526501"/>
                      <a:pt x="242272" y="526679"/>
                      <a:pt x="242272" y="526946"/>
                    </a:cubicBezTo>
                    <a:lnTo>
                      <a:pt x="253665" y="526946"/>
                    </a:lnTo>
                    <a:lnTo>
                      <a:pt x="253665" y="419317"/>
                    </a:lnTo>
                    <a:cubicBezTo>
                      <a:pt x="253665" y="414695"/>
                      <a:pt x="250728" y="410518"/>
                      <a:pt x="246278" y="409096"/>
                    </a:cubicBezTo>
                    <a:lnTo>
                      <a:pt x="213168" y="398075"/>
                    </a:lnTo>
                    <a:cubicBezTo>
                      <a:pt x="213079" y="398075"/>
                      <a:pt x="213079" y="397987"/>
                      <a:pt x="212990" y="397987"/>
                    </a:cubicBezTo>
                    <a:close/>
                    <a:moveTo>
                      <a:pt x="130749" y="397987"/>
                    </a:moveTo>
                    <a:cubicBezTo>
                      <a:pt x="130660" y="397987"/>
                      <a:pt x="130571" y="398075"/>
                      <a:pt x="130571" y="398075"/>
                    </a:cubicBezTo>
                    <a:lnTo>
                      <a:pt x="97372" y="409096"/>
                    </a:lnTo>
                    <a:cubicBezTo>
                      <a:pt x="93010" y="410518"/>
                      <a:pt x="90073" y="414695"/>
                      <a:pt x="90073" y="419317"/>
                    </a:cubicBezTo>
                    <a:lnTo>
                      <a:pt x="90073" y="526946"/>
                    </a:lnTo>
                    <a:lnTo>
                      <a:pt x="101555" y="526946"/>
                    </a:lnTo>
                    <a:cubicBezTo>
                      <a:pt x="101466" y="526679"/>
                      <a:pt x="101466" y="526501"/>
                      <a:pt x="101466" y="526323"/>
                    </a:cubicBezTo>
                    <a:lnTo>
                      <a:pt x="101466" y="465532"/>
                    </a:lnTo>
                    <a:cubicBezTo>
                      <a:pt x="101466" y="454689"/>
                      <a:pt x="110277" y="445891"/>
                      <a:pt x="121136" y="445891"/>
                    </a:cubicBezTo>
                    <a:lnTo>
                      <a:pt x="162346" y="445891"/>
                    </a:lnTo>
                    <a:lnTo>
                      <a:pt x="162346" y="413451"/>
                    </a:lnTo>
                    <a:cubicBezTo>
                      <a:pt x="150508" y="411585"/>
                      <a:pt x="139560" y="406163"/>
                      <a:pt x="130749" y="397987"/>
                    </a:cubicBezTo>
                    <a:close/>
                    <a:moveTo>
                      <a:pt x="150953" y="364303"/>
                    </a:moveTo>
                    <a:lnTo>
                      <a:pt x="150953" y="369813"/>
                    </a:lnTo>
                    <a:cubicBezTo>
                      <a:pt x="150953" y="375768"/>
                      <a:pt x="149173" y="381367"/>
                      <a:pt x="146058" y="386077"/>
                    </a:cubicBezTo>
                    <a:cubicBezTo>
                      <a:pt x="153356" y="391943"/>
                      <a:pt x="162435" y="395231"/>
                      <a:pt x="171869" y="395231"/>
                    </a:cubicBezTo>
                    <a:cubicBezTo>
                      <a:pt x="181304" y="395231"/>
                      <a:pt x="190382" y="391943"/>
                      <a:pt x="197681" y="386077"/>
                    </a:cubicBezTo>
                    <a:cubicBezTo>
                      <a:pt x="194566" y="381367"/>
                      <a:pt x="192785" y="375768"/>
                      <a:pt x="192785" y="369813"/>
                    </a:cubicBezTo>
                    <a:lnTo>
                      <a:pt x="192785" y="364303"/>
                    </a:lnTo>
                    <a:cubicBezTo>
                      <a:pt x="186199" y="367324"/>
                      <a:pt x="178990" y="368835"/>
                      <a:pt x="171869" y="368835"/>
                    </a:cubicBezTo>
                    <a:cubicBezTo>
                      <a:pt x="164660" y="368835"/>
                      <a:pt x="157539" y="367324"/>
                      <a:pt x="150953" y="364303"/>
                    </a:cubicBezTo>
                    <a:close/>
                    <a:moveTo>
                      <a:pt x="201597" y="245564"/>
                    </a:moveTo>
                    <a:cubicBezTo>
                      <a:pt x="174806" y="265739"/>
                      <a:pt x="132529" y="270716"/>
                      <a:pt x="112859" y="271960"/>
                    </a:cubicBezTo>
                    <a:lnTo>
                      <a:pt x="119089" y="321820"/>
                    </a:lnTo>
                    <a:cubicBezTo>
                      <a:pt x="119534" y="325375"/>
                      <a:pt x="121670" y="328486"/>
                      <a:pt x="124963" y="330085"/>
                    </a:cubicBezTo>
                    <a:lnTo>
                      <a:pt x="157984" y="346616"/>
                    </a:lnTo>
                    <a:cubicBezTo>
                      <a:pt x="166707" y="350971"/>
                      <a:pt x="177032" y="350971"/>
                      <a:pt x="185754" y="346616"/>
                    </a:cubicBezTo>
                    <a:lnTo>
                      <a:pt x="218775" y="330085"/>
                    </a:lnTo>
                    <a:cubicBezTo>
                      <a:pt x="221979" y="328486"/>
                      <a:pt x="224204" y="325375"/>
                      <a:pt x="224649" y="321820"/>
                    </a:cubicBezTo>
                    <a:lnTo>
                      <a:pt x="230346" y="276226"/>
                    </a:lnTo>
                    <a:close/>
                    <a:moveTo>
                      <a:pt x="234262" y="224501"/>
                    </a:moveTo>
                    <a:lnTo>
                      <a:pt x="213435" y="230455"/>
                    </a:lnTo>
                    <a:lnTo>
                      <a:pt x="243251" y="262184"/>
                    </a:lnTo>
                    <a:cubicBezTo>
                      <a:pt x="243429" y="260318"/>
                      <a:pt x="243518" y="258451"/>
                      <a:pt x="243518" y="256585"/>
                    </a:cubicBezTo>
                    <a:cubicBezTo>
                      <a:pt x="243518" y="245209"/>
                      <a:pt x="240314" y="234277"/>
                      <a:pt x="234262" y="224501"/>
                    </a:cubicBezTo>
                    <a:close/>
                    <a:moveTo>
                      <a:pt x="109387" y="224501"/>
                    </a:moveTo>
                    <a:cubicBezTo>
                      <a:pt x="103869" y="233388"/>
                      <a:pt x="100754" y="243253"/>
                      <a:pt x="100309" y="253563"/>
                    </a:cubicBezTo>
                    <a:cubicBezTo>
                      <a:pt x="100843" y="253385"/>
                      <a:pt x="101466" y="253296"/>
                      <a:pt x="102089" y="253296"/>
                    </a:cubicBezTo>
                    <a:cubicBezTo>
                      <a:pt x="102623" y="253296"/>
                      <a:pt x="139382" y="253119"/>
                      <a:pt x="169377" y="241565"/>
                    </a:cubicBezTo>
                    <a:cubicBezTo>
                      <a:pt x="169288" y="241565"/>
                      <a:pt x="169288" y="241565"/>
                      <a:pt x="169288" y="241565"/>
                    </a:cubicBezTo>
                    <a:close/>
                    <a:moveTo>
                      <a:pt x="313299" y="221657"/>
                    </a:moveTo>
                    <a:lnTo>
                      <a:pt x="313299" y="304045"/>
                    </a:lnTo>
                    <a:lnTo>
                      <a:pt x="345074" y="304045"/>
                    </a:lnTo>
                    <a:lnTo>
                      <a:pt x="345074" y="221657"/>
                    </a:lnTo>
                    <a:close/>
                    <a:moveTo>
                      <a:pt x="224827" y="187973"/>
                    </a:moveTo>
                    <a:lnTo>
                      <a:pt x="182461" y="199971"/>
                    </a:lnTo>
                    <a:cubicBezTo>
                      <a:pt x="182105" y="200060"/>
                      <a:pt x="181749" y="200149"/>
                      <a:pt x="181393" y="200238"/>
                    </a:cubicBezTo>
                    <a:lnTo>
                      <a:pt x="181393" y="219879"/>
                    </a:lnTo>
                    <a:lnTo>
                      <a:pt x="229990" y="205926"/>
                    </a:lnTo>
                    <a:cubicBezTo>
                      <a:pt x="230168" y="205748"/>
                      <a:pt x="230346" y="205570"/>
                      <a:pt x="230524" y="205392"/>
                    </a:cubicBezTo>
                    <a:cubicBezTo>
                      <a:pt x="230524" y="205303"/>
                      <a:pt x="230524" y="205215"/>
                      <a:pt x="230524" y="205126"/>
                    </a:cubicBezTo>
                    <a:close/>
                    <a:moveTo>
                      <a:pt x="118911" y="187973"/>
                    </a:moveTo>
                    <a:lnTo>
                      <a:pt x="113215" y="205126"/>
                    </a:lnTo>
                    <a:cubicBezTo>
                      <a:pt x="113215" y="205215"/>
                      <a:pt x="113215" y="205303"/>
                      <a:pt x="113215" y="205392"/>
                    </a:cubicBezTo>
                    <a:cubicBezTo>
                      <a:pt x="113393" y="205570"/>
                      <a:pt x="113571" y="205748"/>
                      <a:pt x="113749" y="206014"/>
                    </a:cubicBezTo>
                    <a:lnTo>
                      <a:pt x="162346" y="219879"/>
                    </a:lnTo>
                    <a:lnTo>
                      <a:pt x="162346" y="200238"/>
                    </a:lnTo>
                    <a:cubicBezTo>
                      <a:pt x="161990" y="200149"/>
                      <a:pt x="161634" y="200060"/>
                      <a:pt x="161277" y="199971"/>
                    </a:cubicBezTo>
                    <a:close/>
                    <a:moveTo>
                      <a:pt x="166440" y="141313"/>
                    </a:moveTo>
                    <a:lnTo>
                      <a:pt x="95147" y="161488"/>
                    </a:lnTo>
                    <a:lnTo>
                      <a:pt x="166440" y="181662"/>
                    </a:lnTo>
                    <a:cubicBezTo>
                      <a:pt x="170000" y="182640"/>
                      <a:pt x="173738" y="182640"/>
                      <a:pt x="177299" y="181662"/>
                    </a:cubicBezTo>
                    <a:lnTo>
                      <a:pt x="248592" y="161488"/>
                    </a:lnTo>
                    <a:lnTo>
                      <a:pt x="177299" y="141313"/>
                    </a:lnTo>
                    <a:cubicBezTo>
                      <a:pt x="173738" y="140335"/>
                      <a:pt x="170000" y="140335"/>
                      <a:pt x="166440" y="141313"/>
                    </a:cubicBezTo>
                    <a:close/>
                    <a:moveTo>
                      <a:pt x="404618" y="140602"/>
                    </a:moveTo>
                    <a:lnTo>
                      <a:pt x="404618" y="304045"/>
                    </a:lnTo>
                    <a:lnTo>
                      <a:pt x="436393" y="304045"/>
                    </a:lnTo>
                    <a:lnTo>
                      <a:pt x="436393" y="140602"/>
                    </a:lnTo>
                    <a:close/>
                    <a:moveTo>
                      <a:pt x="495937" y="59547"/>
                    </a:moveTo>
                    <a:lnTo>
                      <a:pt x="495937" y="304045"/>
                    </a:lnTo>
                    <a:lnTo>
                      <a:pt x="527712" y="304045"/>
                    </a:lnTo>
                    <a:lnTo>
                      <a:pt x="527712" y="59547"/>
                    </a:lnTo>
                    <a:close/>
                    <a:moveTo>
                      <a:pt x="192162" y="19019"/>
                    </a:moveTo>
                    <a:cubicBezTo>
                      <a:pt x="186199" y="19019"/>
                      <a:pt x="181393" y="23819"/>
                      <a:pt x="181393" y="29773"/>
                    </a:cubicBezTo>
                    <a:lnTo>
                      <a:pt x="181393" y="122827"/>
                    </a:lnTo>
                    <a:cubicBezTo>
                      <a:pt x="181749" y="122915"/>
                      <a:pt x="182105" y="123004"/>
                      <a:pt x="182461" y="123093"/>
                    </a:cubicBezTo>
                    <a:lnTo>
                      <a:pt x="273246" y="148689"/>
                    </a:lnTo>
                    <a:cubicBezTo>
                      <a:pt x="278676" y="150289"/>
                      <a:pt x="282325" y="154911"/>
                      <a:pt x="282770" y="160421"/>
                    </a:cubicBezTo>
                    <a:cubicBezTo>
                      <a:pt x="282859" y="160777"/>
                      <a:pt x="282859" y="161132"/>
                      <a:pt x="282859" y="161488"/>
                    </a:cubicBezTo>
                    <a:lnTo>
                      <a:pt x="282859" y="222279"/>
                    </a:lnTo>
                    <a:cubicBezTo>
                      <a:pt x="282859" y="227522"/>
                      <a:pt x="278587" y="231789"/>
                      <a:pt x="273335" y="231789"/>
                    </a:cubicBezTo>
                    <a:cubicBezTo>
                      <a:pt x="268084" y="231789"/>
                      <a:pt x="263812" y="227522"/>
                      <a:pt x="263812" y="222279"/>
                    </a:cubicBezTo>
                    <a:lnTo>
                      <a:pt x="263812" y="176952"/>
                    </a:lnTo>
                    <a:lnTo>
                      <a:pt x="243073" y="182818"/>
                    </a:lnTo>
                    <a:lnTo>
                      <a:pt x="248592" y="199082"/>
                    </a:lnTo>
                    <a:cubicBezTo>
                      <a:pt x="249927" y="203170"/>
                      <a:pt x="249838" y="207525"/>
                      <a:pt x="248503" y="211525"/>
                    </a:cubicBezTo>
                    <a:cubicBezTo>
                      <a:pt x="257759" y="224945"/>
                      <a:pt x="262566" y="240409"/>
                      <a:pt x="262566" y="256585"/>
                    </a:cubicBezTo>
                    <a:cubicBezTo>
                      <a:pt x="262566" y="273649"/>
                      <a:pt x="257136" y="290002"/>
                      <a:pt x="246723" y="304045"/>
                    </a:cubicBezTo>
                    <a:lnTo>
                      <a:pt x="294252" y="304045"/>
                    </a:lnTo>
                    <a:lnTo>
                      <a:pt x="294252" y="212147"/>
                    </a:lnTo>
                    <a:cubicBezTo>
                      <a:pt x="294252" y="206903"/>
                      <a:pt x="298524" y="202637"/>
                      <a:pt x="303775" y="202637"/>
                    </a:cubicBezTo>
                    <a:lnTo>
                      <a:pt x="354508" y="202637"/>
                    </a:lnTo>
                    <a:cubicBezTo>
                      <a:pt x="359759" y="202637"/>
                      <a:pt x="364032" y="206903"/>
                      <a:pt x="364032" y="212147"/>
                    </a:cubicBezTo>
                    <a:lnTo>
                      <a:pt x="364032" y="304045"/>
                    </a:lnTo>
                    <a:lnTo>
                      <a:pt x="385660" y="304045"/>
                    </a:lnTo>
                    <a:lnTo>
                      <a:pt x="385660" y="131092"/>
                    </a:lnTo>
                    <a:cubicBezTo>
                      <a:pt x="385660" y="125848"/>
                      <a:pt x="389843" y="121582"/>
                      <a:pt x="395094" y="121582"/>
                    </a:cubicBezTo>
                    <a:lnTo>
                      <a:pt x="445916" y="121582"/>
                    </a:lnTo>
                    <a:cubicBezTo>
                      <a:pt x="451168" y="121582"/>
                      <a:pt x="455351" y="125848"/>
                      <a:pt x="455351" y="131092"/>
                    </a:cubicBezTo>
                    <a:lnTo>
                      <a:pt x="455351" y="304045"/>
                    </a:lnTo>
                    <a:lnTo>
                      <a:pt x="476979" y="304045"/>
                    </a:lnTo>
                    <a:lnTo>
                      <a:pt x="476979" y="50037"/>
                    </a:lnTo>
                    <a:cubicBezTo>
                      <a:pt x="476979" y="44793"/>
                      <a:pt x="481252" y="40527"/>
                      <a:pt x="486503" y="40527"/>
                    </a:cubicBezTo>
                    <a:lnTo>
                      <a:pt x="537236" y="40527"/>
                    </a:lnTo>
                    <a:cubicBezTo>
                      <a:pt x="542487" y="40527"/>
                      <a:pt x="546759" y="44793"/>
                      <a:pt x="546759" y="50037"/>
                    </a:cubicBezTo>
                    <a:lnTo>
                      <a:pt x="546759" y="304045"/>
                    </a:lnTo>
                    <a:lnTo>
                      <a:pt x="557529" y="304045"/>
                    </a:lnTo>
                    <a:cubicBezTo>
                      <a:pt x="562780" y="304045"/>
                      <a:pt x="567053" y="308222"/>
                      <a:pt x="567053" y="313465"/>
                    </a:cubicBezTo>
                    <a:cubicBezTo>
                      <a:pt x="567053" y="318709"/>
                      <a:pt x="562780" y="322975"/>
                      <a:pt x="557529" y="322975"/>
                    </a:cubicBezTo>
                    <a:lnTo>
                      <a:pt x="243697" y="322975"/>
                    </a:lnTo>
                    <a:lnTo>
                      <a:pt x="243518" y="324219"/>
                    </a:lnTo>
                    <a:cubicBezTo>
                      <a:pt x="242539" y="332396"/>
                      <a:pt x="238089" y="339773"/>
                      <a:pt x="231503" y="344572"/>
                    </a:cubicBezTo>
                    <a:lnTo>
                      <a:pt x="577822" y="344572"/>
                    </a:lnTo>
                    <a:cubicBezTo>
                      <a:pt x="583786" y="344572"/>
                      <a:pt x="588592" y="339684"/>
                      <a:pt x="588592" y="333729"/>
                    </a:cubicBezTo>
                    <a:lnTo>
                      <a:pt x="588592" y="29773"/>
                    </a:lnTo>
                    <a:cubicBezTo>
                      <a:pt x="588592" y="23819"/>
                      <a:pt x="583786" y="19019"/>
                      <a:pt x="577822" y="19019"/>
                    </a:cubicBezTo>
                    <a:close/>
                    <a:moveTo>
                      <a:pt x="192162" y="0"/>
                    </a:moveTo>
                    <a:lnTo>
                      <a:pt x="577822" y="0"/>
                    </a:lnTo>
                    <a:cubicBezTo>
                      <a:pt x="594199" y="0"/>
                      <a:pt x="607639" y="13331"/>
                      <a:pt x="607639" y="29773"/>
                    </a:cubicBezTo>
                    <a:lnTo>
                      <a:pt x="607639" y="333729"/>
                    </a:lnTo>
                    <a:cubicBezTo>
                      <a:pt x="607639" y="350171"/>
                      <a:pt x="594199" y="363503"/>
                      <a:pt x="577822" y="363503"/>
                    </a:cubicBezTo>
                    <a:lnTo>
                      <a:pt x="211833" y="363503"/>
                    </a:lnTo>
                    <a:lnTo>
                      <a:pt x="211833" y="369813"/>
                    </a:lnTo>
                    <a:cubicBezTo>
                      <a:pt x="211833" y="374434"/>
                      <a:pt x="214770" y="378612"/>
                      <a:pt x="219220" y="380034"/>
                    </a:cubicBezTo>
                    <a:lnTo>
                      <a:pt x="252330" y="391054"/>
                    </a:lnTo>
                    <a:cubicBezTo>
                      <a:pt x="264524" y="395143"/>
                      <a:pt x="272712" y="406519"/>
                      <a:pt x="272712" y="419317"/>
                    </a:cubicBezTo>
                    <a:lnTo>
                      <a:pt x="272712" y="526946"/>
                    </a:lnTo>
                    <a:lnTo>
                      <a:pt x="334215" y="526946"/>
                    </a:lnTo>
                    <a:cubicBezTo>
                      <a:pt x="339466" y="526946"/>
                      <a:pt x="343738" y="531212"/>
                      <a:pt x="343738" y="536455"/>
                    </a:cubicBezTo>
                    <a:cubicBezTo>
                      <a:pt x="343738" y="541699"/>
                      <a:pt x="339466" y="545965"/>
                      <a:pt x="334215" y="545965"/>
                    </a:cubicBezTo>
                    <a:lnTo>
                      <a:pt x="9524" y="545965"/>
                    </a:lnTo>
                    <a:cubicBezTo>
                      <a:pt x="4272" y="545965"/>
                      <a:pt x="0" y="541699"/>
                      <a:pt x="0" y="536455"/>
                    </a:cubicBezTo>
                    <a:cubicBezTo>
                      <a:pt x="0" y="531212"/>
                      <a:pt x="4272" y="526946"/>
                      <a:pt x="9524" y="526946"/>
                    </a:cubicBezTo>
                    <a:lnTo>
                      <a:pt x="71026" y="526946"/>
                    </a:lnTo>
                    <a:lnTo>
                      <a:pt x="71026" y="419317"/>
                    </a:lnTo>
                    <a:cubicBezTo>
                      <a:pt x="71026" y="406430"/>
                      <a:pt x="79215" y="395143"/>
                      <a:pt x="91408" y="391054"/>
                    </a:cubicBezTo>
                    <a:lnTo>
                      <a:pt x="124518" y="380034"/>
                    </a:lnTo>
                    <a:cubicBezTo>
                      <a:pt x="128969" y="378612"/>
                      <a:pt x="131906" y="374434"/>
                      <a:pt x="131906" y="369813"/>
                    </a:cubicBezTo>
                    <a:lnTo>
                      <a:pt x="131906" y="354882"/>
                    </a:lnTo>
                    <a:lnTo>
                      <a:pt x="116419" y="347149"/>
                    </a:lnTo>
                    <a:cubicBezTo>
                      <a:pt x="107518" y="342617"/>
                      <a:pt x="101466" y="334085"/>
                      <a:pt x="100220" y="324219"/>
                    </a:cubicBezTo>
                    <a:lnTo>
                      <a:pt x="97817" y="305111"/>
                    </a:lnTo>
                    <a:cubicBezTo>
                      <a:pt x="86869" y="290891"/>
                      <a:pt x="81173" y="274093"/>
                      <a:pt x="81173" y="256585"/>
                    </a:cubicBezTo>
                    <a:cubicBezTo>
                      <a:pt x="81173" y="240409"/>
                      <a:pt x="85979" y="224945"/>
                      <a:pt x="95147" y="211525"/>
                    </a:cubicBezTo>
                    <a:cubicBezTo>
                      <a:pt x="93811" y="207525"/>
                      <a:pt x="93811" y="203170"/>
                      <a:pt x="95147" y="199082"/>
                    </a:cubicBezTo>
                    <a:lnTo>
                      <a:pt x="100576" y="182818"/>
                    </a:lnTo>
                    <a:lnTo>
                      <a:pt x="70492" y="174286"/>
                    </a:lnTo>
                    <a:cubicBezTo>
                      <a:pt x="64707" y="172686"/>
                      <a:pt x="60880" y="167531"/>
                      <a:pt x="60880" y="161488"/>
                    </a:cubicBezTo>
                    <a:cubicBezTo>
                      <a:pt x="60880" y="155444"/>
                      <a:pt x="64707" y="150378"/>
                      <a:pt x="70492" y="148689"/>
                    </a:cubicBezTo>
                    <a:lnTo>
                      <a:pt x="161277" y="123093"/>
                    </a:lnTo>
                    <a:cubicBezTo>
                      <a:pt x="161634" y="123004"/>
                      <a:pt x="161990" y="122915"/>
                      <a:pt x="162346" y="122827"/>
                    </a:cubicBezTo>
                    <a:lnTo>
                      <a:pt x="162346" y="29773"/>
                    </a:lnTo>
                    <a:cubicBezTo>
                      <a:pt x="162346" y="13331"/>
                      <a:pt x="175696" y="0"/>
                      <a:pt x="192162" y="0"/>
                    </a:cubicBezTo>
                    <a:close/>
                  </a:path>
                </a:pathLst>
              </a:cu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alpha val="70000"/>
                    </a:prstClr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51" name="iconfont-11607-6172721">
                <a:extLst>
                  <a:ext uri="{FF2B5EF4-FFF2-40B4-BE49-F238E27FC236}">
                    <a16:creationId xmlns:a16="http://schemas.microsoft.com/office/drawing/2014/main" id="{610986B8-C442-4C99-7913-0ABA8A6B5E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708131" y="279672"/>
                <a:ext cx="213298" cy="191648"/>
              </a:xfrm>
              <a:custGeom>
                <a:avLst/>
                <a:gdLst>
                  <a:gd name="connsiteX0" fmla="*/ 171888 w 607639"/>
                  <a:gd name="connsiteY0" fmla="*/ 486408 h 545965"/>
                  <a:gd name="connsiteX1" fmla="*/ 171977 w 607639"/>
                  <a:gd name="connsiteY1" fmla="*/ 486408 h 545965"/>
                  <a:gd name="connsiteX2" fmla="*/ 181494 w 607639"/>
                  <a:gd name="connsiteY2" fmla="*/ 495899 h 545965"/>
                  <a:gd name="connsiteX3" fmla="*/ 171977 w 607639"/>
                  <a:gd name="connsiteY3" fmla="*/ 505390 h 545965"/>
                  <a:gd name="connsiteX4" fmla="*/ 162371 w 607639"/>
                  <a:gd name="connsiteY4" fmla="*/ 495899 h 545965"/>
                  <a:gd name="connsiteX5" fmla="*/ 171888 w 607639"/>
                  <a:gd name="connsiteY5" fmla="*/ 486408 h 545965"/>
                  <a:gd name="connsiteX6" fmla="*/ 121136 w 607639"/>
                  <a:gd name="connsiteY6" fmla="*/ 464910 h 545965"/>
                  <a:gd name="connsiteX7" fmla="*/ 120513 w 607639"/>
                  <a:gd name="connsiteY7" fmla="*/ 465532 h 545965"/>
                  <a:gd name="connsiteX8" fmla="*/ 120513 w 607639"/>
                  <a:gd name="connsiteY8" fmla="*/ 526323 h 545965"/>
                  <a:gd name="connsiteX9" fmla="*/ 121136 w 607639"/>
                  <a:gd name="connsiteY9" fmla="*/ 526946 h 545965"/>
                  <a:gd name="connsiteX10" fmla="*/ 222602 w 607639"/>
                  <a:gd name="connsiteY10" fmla="*/ 526946 h 545965"/>
                  <a:gd name="connsiteX11" fmla="*/ 223225 w 607639"/>
                  <a:gd name="connsiteY11" fmla="*/ 526323 h 545965"/>
                  <a:gd name="connsiteX12" fmla="*/ 223225 w 607639"/>
                  <a:gd name="connsiteY12" fmla="*/ 465532 h 545965"/>
                  <a:gd name="connsiteX13" fmla="*/ 222602 w 607639"/>
                  <a:gd name="connsiteY13" fmla="*/ 464910 h 545965"/>
                  <a:gd name="connsiteX14" fmla="*/ 171869 w 607639"/>
                  <a:gd name="connsiteY14" fmla="*/ 464910 h 545965"/>
                  <a:gd name="connsiteX15" fmla="*/ 212990 w 607639"/>
                  <a:gd name="connsiteY15" fmla="*/ 397987 h 545965"/>
                  <a:gd name="connsiteX16" fmla="*/ 181393 w 607639"/>
                  <a:gd name="connsiteY16" fmla="*/ 413451 h 545965"/>
                  <a:gd name="connsiteX17" fmla="*/ 181393 w 607639"/>
                  <a:gd name="connsiteY17" fmla="*/ 445891 h 545965"/>
                  <a:gd name="connsiteX18" fmla="*/ 222602 w 607639"/>
                  <a:gd name="connsiteY18" fmla="*/ 445891 h 545965"/>
                  <a:gd name="connsiteX19" fmla="*/ 242272 w 607639"/>
                  <a:gd name="connsiteY19" fmla="*/ 465532 h 545965"/>
                  <a:gd name="connsiteX20" fmla="*/ 242272 w 607639"/>
                  <a:gd name="connsiteY20" fmla="*/ 526323 h 545965"/>
                  <a:gd name="connsiteX21" fmla="*/ 242272 w 607639"/>
                  <a:gd name="connsiteY21" fmla="*/ 526946 h 545965"/>
                  <a:gd name="connsiteX22" fmla="*/ 253665 w 607639"/>
                  <a:gd name="connsiteY22" fmla="*/ 526946 h 545965"/>
                  <a:gd name="connsiteX23" fmla="*/ 253665 w 607639"/>
                  <a:gd name="connsiteY23" fmla="*/ 419317 h 545965"/>
                  <a:gd name="connsiteX24" fmla="*/ 246278 w 607639"/>
                  <a:gd name="connsiteY24" fmla="*/ 409096 h 545965"/>
                  <a:gd name="connsiteX25" fmla="*/ 213168 w 607639"/>
                  <a:gd name="connsiteY25" fmla="*/ 398075 h 545965"/>
                  <a:gd name="connsiteX26" fmla="*/ 212990 w 607639"/>
                  <a:gd name="connsiteY26" fmla="*/ 397987 h 545965"/>
                  <a:gd name="connsiteX27" fmla="*/ 130749 w 607639"/>
                  <a:gd name="connsiteY27" fmla="*/ 397987 h 545965"/>
                  <a:gd name="connsiteX28" fmla="*/ 130571 w 607639"/>
                  <a:gd name="connsiteY28" fmla="*/ 398075 h 545965"/>
                  <a:gd name="connsiteX29" fmla="*/ 97372 w 607639"/>
                  <a:gd name="connsiteY29" fmla="*/ 409096 h 545965"/>
                  <a:gd name="connsiteX30" fmla="*/ 90073 w 607639"/>
                  <a:gd name="connsiteY30" fmla="*/ 419317 h 545965"/>
                  <a:gd name="connsiteX31" fmla="*/ 90073 w 607639"/>
                  <a:gd name="connsiteY31" fmla="*/ 526946 h 545965"/>
                  <a:gd name="connsiteX32" fmla="*/ 101555 w 607639"/>
                  <a:gd name="connsiteY32" fmla="*/ 526946 h 545965"/>
                  <a:gd name="connsiteX33" fmla="*/ 101466 w 607639"/>
                  <a:gd name="connsiteY33" fmla="*/ 526323 h 545965"/>
                  <a:gd name="connsiteX34" fmla="*/ 101466 w 607639"/>
                  <a:gd name="connsiteY34" fmla="*/ 465532 h 545965"/>
                  <a:gd name="connsiteX35" fmla="*/ 121136 w 607639"/>
                  <a:gd name="connsiteY35" fmla="*/ 445891 h 545965"/>
                  <a:gd name="connsiteX36" fmla="*/ 162346 w 607639"/>
                  <a:gd name="connsiteY36" fmla="*/ 445891 h 545965"/>
                  <a:gd name="connsiteX37" fmla="*/ 162346 w 607639"/>
                  <a:gd name="connsiteY37" fmla="*/ 413451 h 545965"/>
                  <a:gd name="connsiteX38" fmla="*/ 130749 w 607639"/>
                  <a:gd name="connsiteY38" fmla="*/ 397987 h 545965"/>
                  <a:gd name="connsiteX39" fmla="*/ 150953 w 607639"/>
                  <a:gd name="connsiteY39" fmla="*/ 364303 h 545965"/>
                  <a:gd name="connsiteX40" fmla="*/ 150953 w 607639"/>
                  <a:gd name="connsiteY40" fmla="*/ 369813 h 545965"/>
                  <a:gd name="connsiteX41" fmla="*/ 146058 w 607639"/>
                  <a:gd name="connsiteY41" fmla="*/ 386077 h 545965"/>
                  <a:gd name="connsiteX42" fmla="*/ 171869 w 607639"/>
                  <a:gd name="connsiteY42" fmla="*/ 395231 h 545965"/>
                  <a:gd name="connsiteX43" fmla="*/ 197681 w 607639"/>
                  <a:gd name="connsiteY43" fmla="*/ 386077 h 545965"/>
                  <a:gd name="connsiteX44" fmla="*/ 192785 w 607639"/>
                  <a:gd name="connsiteY44" fmla="*/ 369813 h 545965"/>
                  <a:gd name="connsiteX45" fmla="*/ 192785 w 607639"/>
                  <a:gd name="connsiteY45" fmla="*/ 364303 h 545965"/>
                  <a:gd name="connsiteX46" fmla="*/ 171869 w 607639"/>
                  <a:gd name="connsiteY46" fmla="*/ 368835 h 545965"/>
                  <a:gd name="connsiteX47" fmla="*/ 150953 w 607639"/>
                  <a:gd name="connsiteY47" fmla="*/ 364303 h 545965"/>
                  <a:gd name="connsiteX48" fmla="*/ 201597 w 607639"/>
                  <a:gd name="connsiteY48" fmla="*/ 245564 h 545965"/>
                  <a:gd name="connsiteX49" fmla="*/ 112859 w 607639"/>
                  <a:gd name="connsiteY49" fmla="*/ 271960 h 545965"/>
                  <a:gd name="connsiteX50" fmla="*/ 119089 w 607639"/>
                  <a:gd name="connsiteY50" fmla="*/ 321820 h 545965"/>
                  <a:gd name="connsiteX51" fmla="*/ 124963 w 607639"/>
                  <a:gd name="connsiteY51" fmla="*/ 330085 h 545965"/>
                  <a:gd name="connsiteX52" fmla="*/ 157984 w 607639"/>
                  <a:gd name="connsiteY52" fmla="*/ 346616 h 545965"/>
                  <a:gd name="connsiteX53" fmla="*/ 185754 w 607639"/>
                  <a:gd name="connsiteY53" fmla="*/ 346616 h 545965"/>
                  <a:gd name="connsiteX54" fmla="*/ 218775 w 607639"/>
                  <a:gd name="connsiteY54" fmla="*/ 330085 h 545965"/>
                  <a:gd name="connsiteX55" fmla="*/ 224649 w 607639"/>
                  <a:gd name="connsiteY55" fmla="*/ 321820 h 545965"/>
                  <a:gd name="connsiteX56" fmla="*/ 230346 w 607639"/>
                  <a:gd name="connsiteY56" fmla="*/ 276226 h 545965"/>
                  <a:gd name="connsiteX57" fmla="*/ 234262 w 607639"/>
                  <a:gd name="connsiteY57" fmla="*/ 224501 h 545965"/>
                  <a:gd name="connsiteX58" fmla="*/ 213435 w 607639"/>
                  <a:gd name="connsiteY58" fmla="*/ 230455 h 545965"/>
                  <a:gd name="connsiteX59" fmla="*/ 243251 w 607639"/>
                  <a:gd name="connsiteY59" fmla="*/ 262184 h 545965"/>
                  <a:gd name="connsiteX60" fmla="*/ 243518 w 607639"/>
                  <a:gd name="connsiteY60" fmla="*/ 256585 h 545965"/>
                  <a:gd name="connsiteX61" fmla="*/ 234262 w 607639"/>
                  <a:gd name="connsiteY61" fmla="*/ 224501 h 545965"/>
                  <a:gd name="connsiteX62" fmla="*/ 109387 w 607639"/>
                  <a:gd name="connsiteY62" fmla="*/ 224501 h 545965"/>
                  <a:gd name="connsiteX63" fmla="*/ 100309 w 607639"/>
                  <a:gd name="connsiteY63" fmla="*/ 253563 h 545965"/>
                  <a:gd name="connsiteX64" fmla="*/ 102089 w 607639"/>
                  <a:gd name="connsiteY64" fmla="*/ 253296 h 545965"/>
                  <a:gd name="connsiteX65" fmla="*/ 169377 w 607639"/>
                  <a:gd name="connsiteY65" fmla="*/ 241565 h 545965"/>
                  <a:gd name="connsiteX66" fmla="*/ 169288 w 607639"/>
                  <a:gd name="connsiteY66" fmla="*/ 241565 h 545965"/>
                  <a:gd name="connsiteX67" fmla="*/ 313299 w 607639"/>
                  <a:gd name="connsiteY67" fmla="*/ 221657 h 545965"/>
                  <a:gd name="connsiteX68" fmla="*/ 313299 w 607639"/>
                  <a:gd name="connsiteY68" fmla="*/ 304045 h 545965"/>
                  <a:gd name="connsiteX69" fmla="*/ 345074 w 607639"/>
                  <a:gd name="connsiteY69" fmla="*/ 304045 h 545965"/>
                  <a:gd name="connsiteX70" fmla="*/ 345074 w 607639"/>
                  <a:gd name="connsiteY70" fmla="*/ 221657 h 545965"/>
                  <a:gd name="connsiteX71" fmla="*/ 224827 w 607639"/>
                  <a:gd name="connsiteY71" fmla="*/ 187973 h 545965"/>
                  <a:gd name="connsiteX72" fmla="*/ 182461 w 607639"/>
                  <a:gd name="connsiteY72" fmla="*/ 199971 h 545965"/>
                  <a:gd name="connsiteX73" fmla="*/ 181393 w 607639"/>
                  <a:gd name="connsiteY73" fmla="*/ 200238 h 545965"/>
                  <a:gd name="connsiteX74" fmla="*/ 181393 w 607639"/>
                  <a:gd name="connsiteY74" fmla="*/ 219879 h 545965"/>
                  <a:gd name="connsiteX75" fmla="*/ 229990 w 607639"/>
                  <a:gd name="connsiteY75" fmla="*/ 205926 h 545965"/>
                  <a:gd name="connsiteX76" fmla="*/ 230524 w 607639"/>
                  <a:gd name="connsiteY76" fmla="*/ 205392 h 545965"/>
                  <a:gd name="connsiteX77" fmla="*/ 230524 w 607639"/>
                  <a:gd name="connsiteY77" fmla="*/ 205126 h 545965"/>
                  <a:gd name="connsiteX78" fmla="*/ 118911 w 607639"/>
                  <a:gd name="connsiteY78" fmla="*/ 187973 h 545965"/>
                  <a:gd name="connsiteX79" fmla="*/ 113215 w 607639"/>
                  <a:gd name="connsiteY79" fmla="*/ 205126 h 545965"/>
                  <a:gd name="connsiteX80" fmla="*/ 113215 w 607639"/>
                  <a:gd name="connsiteY80" fmla="*/ 205392 h 545965"/>
                  <a:gd name="connsiteX81" fmla="*/ 113749 w 607639"/>
                  <a:gd name="connsiteY81" fmla="*/ 206014 h 545965"/>
                  <a:gd name="connsiteX82" fmla="*/ 162346 w 607639"/>
                  <a:gd name="connsiteY82" fmla="*/ 219879 h 545965"/>
                  <a:gd name="connsiteX83" fmla="*/ 162346 w 607639"/>
                  <a:gd name="connsiteY83" fmla="*/ 200238 h 545965"/>
                  <a:gd name="connsiteX84" fmla="*/ 161277 w 607639"/>
                  <a:gd name="connsiteY84" fmla="*/ 199971 h 545965"/>
                  <a:gd name="connsiteX85" fmla="*/ 166440 w 607639"/>
                  <a:gd name="connsiteY85" fmla="*/ 141313 h 545965"/>
                  <a:gd name="connsiteX86" fmla="*/ 95147 w 607639"/>
                  <a:gd name="connsiteY86" fmla="*/ 161488 h 545965"/>
                  <a:gd name="connsiteX87" fmla="*/ 166440 w 607639"/>
                  <a:gd name="connsiteY87" fmla="*/ 181662 h 545965"/>
                  <a:gd name="connsiteX88" fmla="*/ 177299 w 607639"/>
                  <a:gd name="connsiteY88" fmla="*/ 181662 h 545965"/>
                  <a:gd name="connsiteX89" fmla="*/ 248592 w 607639"/>
                  <a:gd name="connsiteY89" fmla="*/ 161488 h 545965"/>
                  <a:gd name="connsiteX90" fmla="*/ 177299 w 607639"/>
                  <a:gd name="connsiteY90" fmla="*/ 141313 h 545965"/>
                  <a:gd name="connsiteX91" fmla="*/ 166440 w 607639"/>
                  <a:gd name="connsiteY91" fmla="*/ 141313 h 545965"/>
                  <a:gd name="connsiteX92" fmla="*/ 404618 w 607639"/>
                  <a:gd name="connsiteY92" fmla="*/ 140602 h 545965"/>
                  <a:gd name="connsiteX93" fmla="*/ 404618 w 607639"/>
                  <a:gd name="connsiteY93" fmla="*/ 304045 h 545965"/>
                  <a:gd name="connsiteX94" fmla="*/ 436393 w 607639"/>
                  <a:gd name="connsiteY94" fmla="*/ 304045 h 545965"/>
                  <a:gd name="connsiteX95" fmla="*/ 436393 w 607639"/>
                  <a:gd name="connsiteY95" fmla="*/ 140602 h 545965"/>
                  <a:gd name="connsiteX96" fmla="*/ 495937 w 607639"/>
                  <a:gd name="connsiteY96" fmla="*/ 59547 h 545965"/>
                  <a:gd name="connsiteX97" fmla="*/ 495937 w 607639"/>
                  <a:gd name="connsiteY97" fmla="*/ 304045 h 545965"/>
                  <a:gd name="connsiteX98" fmla="*/ 527712 w 607639"/>
                  <a:gd name="connsiteY98" fmla="*/ 304045 h 545965"/>
                  <a:gd name="connsiteX99" fmla="*/ 527712 w 607639"/>
                  <a:gd name="connsiteY99" fmla="*/ 59547 h 545965"/>
                  <a:gd name="connsiteX100" fmla="*/ 192162 w 607639"/>
                  <a:gd name="connsiteY100" fmla="*/ 19019 h 545965"/>
                  <a:gd name="connsiteX101" fmla="*/ 181393 w 607639"/>
                  <a:gd name="connsiteY101" fmla="*/ 29773 h 545965"/>
                  <a:gd name="connsiteX102" fmla="*/ 181393 w 607639"/>
                  <a:gd name="connsiteY102" fmla="*/ 122827 h 545965"/>
                  <a:gd name="connsiteX103" fmla="*/ 182461 w 607639"/>
                  <a:gd name="connsiteY103" fmla="*/ 123093 h 545965"/>
                  <a:gd name="connsiteX104" fmla="*/ 273246 w 607639"/>
                  <a:gd name="connsiteY104" fmla="*/ 148689 h 545965"/>
                  <a:gd name="connsiteX105" fmla="*/ 282770 w 607639"/>
                  <a:gd name="connsiteY105" fmla="*/ 160421 h 545965"/>
                  <a:gd name="connsiteX106" fmla="*/ 282859 w 607639"/>
                  <a:gd name="connsiteY106" fmla="*/ 161488 h 545965"/>
                  <a:gd name="connsiteX107" fmla="*/ 282859 w 607639"/>
                  <a:gd name="connsiteY107" fmla="*/ 222279 h 545965"/>
                  <a:gd name="connsiteX108" fmla="*/ 273335 w 607639"/>
                  <a:gd name="connsiteY108" fmla="*/ 231789 h 545965"/>
                  <a:gd name="connsiteX109" fmla="*/ 263812 w 607639"/>
                  <a:gd name="connsiteY109" fmla="*/ 222279 h 545965"/>
                  <a:gd name="connsiteX110" fmla="*/ 263812 w 607639"/>
                  <a:gd name="connsiteY110" fmla="*/ 176952 h 545965"/>
                  <a:gd name="connsiteX111" fmla="*/ 243073 w 607639"/>
                  <a:gd name="connsiteY111" fmla="*/ 182818 h 545965"/>
                  <a:gd name="connsiteX112" fmla="*/ 248592 w 607639"/>
                  <a:gd name="connsiteY112" fmla="*/ 199082 h 545965"/>
                  <a:gd name="connsiteX113" fmla="*/ 248503 w 607639"/>
                  <a:gd name="connsiteY113" fmla="*/ 211525 h 545965"/>
                  <a:gd name="connsiteX114" fmla="*/ 262566 w 607639"/>
                  <a:gd name="connsiteY114" fmla="*/ 256585 h 545965"/>
                  <a:gd name="connsiteX115" fmla="*/ 246723 w 607639"/>
                  <a:gd name="connsiteY115" fmla="*/ 304045 h 545965"/>
                  <a:gd name="connsiteX116" fmla="*/ 294252 w 607639"/>
                  <a:gd name="connsiteY116" fmla="*/ 304045 h 545965"/>
                  <a:gd name="connsiteX117" fmla="*/ 294252 w 607639"/>
                  <a:gd name="connsiteY117" fmla="*/ 212147 h 545965"/>
                  <a:gd name="connsiteX118" fmla="*/ 303775 w 607639"/>
                  <a:gd name="connsiteY118" fmla="*/ 202637 h 545965"/>
                  <a:gd name="connsiteX119" fmla="*/ 354508 w 607639"/>
                  <a:gd name="connsiteY119" fmla="*/ 202637 h 545965"/>
                  <a:gd name="connsiteX120" fmla="*/ 364032 w 607639"/>
                  <a:gd name="connsiteY120" fmla="*/ 212147 h 545965"/>
                  <a:gd name="connsiteX121" fmla="*/ 364032 w 607639"/>
                  <a:gd name="connsiteY121" fmla="*/ 304045 h 545965"/>
                  <a:gd name="connsiteX122" fmla="*/ 385660 w 607639"/>
                  <a:gd name="connsiteY122" fmla="*/ 304045 h 545965"/>
                  <a:gd name="connsiteX123" fmla="*/ 385660 w 607639"/>
                  <a:gd name="connsiteY123" fmla="*/ 131092 h 545965"/>
                  <a:gd name="connsiteX124" fmla="*/ 395094 w 607639"/>
                  <a:gd name="connsiteY124" fmla="*/ 121582 h 545965"/>
                  <a:gd name="connsiteX125" fmla="*/ 445916 w 607639"/>
                  <a:gd name="connsiteY125" fmla="*/ 121582 h 545965"/>
                  <a:gd name="connsiteX126" fmla="*/ 455351 w 607639"/>
                  <a:gd name="connsiteY126" fmla="*/ 131092 h 545965"/>
                  <a:gd name="connsiteX127" fmla="*/ 455351 w 607639"/>
                  <a:gd name="connsiteY127" fmla="*/ 304045 h 545965"/>
                  <a:gd name="connsiteX128" fmla="*/ 476979 w 607639"/>
                  <a:gd name="connsiteY128" fmla="*/ 304045 h 545965"/>
                  <a:gd name="connsiteX129" fmla="*/ 476979 w 607639"/>
                  <a:gd name="connsiteY129" fmla="*/ 50037 h 545965"/>
                  <a:gd name="connsiteX130" fmla="*/ 486503 w 607639"/>
                  <a:gd name="connsiteY130" fmla="*/ 40527 h 545965"/>
                  <a:gd name="connsiteX131" fmla="*/ 537236 w 607639"/>
                  <a:gd name="connsiteY131" fmla="*/ 40527 h 545965"/>
                  <a:gd name="connsiteX132" fmla="*/ 546759 w 607639"/>
                  <a:gd name="connsiteY132" fmla="*/ 50037 h 545965"/>
                  <a:gd name="connsiteX133" fmla="*/ 546759 w 607639"/>
                  <a:gd name="connsiteY133" fmla="*/ 304045 h 545965"/>
                  <a:gd name="connsiteX134" fmla="*/ 557529 w 607639"/>
                  <a:gd name="connsiteY134" fmla="*/ 304045 h 545965"/>
                  <a:gd name="connsiteX135" fmla="*/ 567053 w 607639"/>
                  <a:gd name="connsiteY135" fmla="*/ 313465 h 545965"/>
                  <a:gd name="connsiteX136" fmla="*/ 557529 w 607639"/>
                  <a:gd name="connsiteY136" fmla="*/ 322975 h 545965"/>
                  <a:gd name="connsiteX137" fmla="*/ 243697 w 607639"/>
                  <a:gd name="connsiteY137" fmla="*/ 322975 h 545965"/>
                  <a:gd name="connsiteX138" fmla="*/ 243518 w 607639"/>
                  <a:gd name="connsiteY138" fmla="*/ 324219 h 545965"/>
                  <a:gd name="connsiteX139" fmla="*/ 231503 w 607639"/>
                  <a:gd name="connsiteY139" fmla="*/ 344572 h 545965"/>
                  <a:gd name="connsiteX140" fmla="*/ 577822 w 607639"/>
                  <a:gd name="connsiteY140" fmla="*/ 344572 h 545965"/>
                  <a:gd name="connsiteX141" fmla="*/ 588592 w 607639"/>
                  <a:gd name="connsiteY141" fmla="*/ 333729 h 545965"/>
                  <a:gd name="connsiteX142" fmla="*/ 588592 w 607639"/>
                  <a:gd name="connsiteY142" fmla="*/ 29773 h 545965"/>
                  <a:gd name="connsiteX143" fmla="*/ 577822 w 607639"/>
                  <a:gd name="connsiteY143" fmla="*/ 19019 h 545965"/>
                  <a:gd name="connsiteX144" fmla="*/ 192162 w 607639"/>
                  <a:gd name="connsiteY144" fmla="*/ 0 h 545965"/>
                  <a:gd name="connsiteX145" fmla="*/ 577822 w 607639"/>
                  <a:gd name="connsiteY145" fmla="*/ 0 h 545965"/>
                  <a:gd name="connsiteX146" fmla="*/ 607639 w 607639"/>
                  <a:gd name="connsiteY146" fmla="*/ 29773 h 545965"/>
                  <a:gd name="connsiteX147" fmla="*/ 607639 w 607639"/>
                  <a:gd name="connsiteY147" fmla="*/ 333729 h 545965"/>
                  <a:gd name="connsiteX148" fmla="*/ 577822 w 607639"/>
                  <a:gd name="connsiteY148" fmla="*/ 363503 h 545965"/>
                  <a:gd name="connsiteX149" fmla="*/ 211833 w 607639"/>
                  <a:gd name="connsiteY149" fmla="*/ 363503 h 545965"/>
                  <a:gd name="connsiteX150" fmla="*/ 211833 w 607639"/>
                  <a:gd name="connsiteY150" fmla="*/ 369813 h 545965"/>
                  <a:gd name="connsiteX151" fmla="*/ 219220 w 607639"/>
                  <a:gd name="connsiteY151" fmla="*/ 380034 h 545965"/>
                  <a:gd name="connsiteX152" fmla="*/ 252330 w 607639"/>
                  <a:gd name="connsiteY152" fmla="*/ 391054 h 545965"/>
                  <a:gd name="connsiteX153" fmla="*/ 272712 w 607639"/>
                  <a:gd name="connsiteY153" fmla="*/ 419317 h 545965"/>
                  <a:gd name="connsiteX154" fmla="*/ 272712 w 607639"/>
                  <a:gd name="connsiteY154" fmla="*/ 526946 h 545965"/>
                  <a:gd name="connsiteX155" fmla="*/ 334215 w 607639"/>
                  <a:gd name="connsiteY155" fmla="*/ 526946 h 545965"/>
                  <a:gd name="connsiteX156" fmla="*/ 343738 w 607639"/>
                  <a:gd name="connsiteY156" fmla="*/ 536455 h 545965"/>
                  <a:gd name="connsiteX157" fmla="*/ 334215 w 607639"/>
                  <a:gd name="connsiteY157" fmla="*/ 545965 h 545965"/>
                  <a:gd name="connsiteX158" fmla="*/ 9524 w 607639"/>
                  <a:gd name="connsiteY158" fmla="*/ 545965 h 545965"/>
                  <a:gd name="connsiteX159" fmla="*/ 0 w 607639"/>
                  <a:gd name="connsiteY159" fmla="*/ 536455 h 545965"/>
                  <a:gd name="connsiteX160" fmla="*/ 9524 w 607639"/>
                  <a:gd name="connsiteY160" fmla="*/ 526946 h 545965"/>
                  <a:gd name="connsiteX161" fmla="*/ 71026 w 607639"/>
                  <a:gd name="connsiteY161" fmla="*/ 526946 h 545965"/>
                  <a:gd name="connsiteX162" fmla="*/ 71026 w 607639"/>
                  <a:gd name="connsiteY162" fmla="*/ 419317 h 545965"/>
                  <a:gd name="connsiteX163" fmla="*/ 91408 w 607639"/>
                  <a:gd name="connsiteY163" fmla="*/ 391054 h 545965"/>
                  <a:gd name="connsiteX164" fmla="*/ 124518 w 607639"/>
                  <a:gd name="connsiteY164" fmla="*/ 380034 h 545965"/>
                  <a:gd name="connsiteX165" fmla="*/ 131906 w 607639"/>
                  <a:gd name="connsiteY165" fmla="*/ 369813 h 545965"/>
                  <a:gd name="connsiteX166" fmla="*/ 131906 w 607639"/>
                  <a:gd name="connsiteY166" fmla="*/ 354882 h 545965"/>
                  <a:gd name="connsiteX167" fmla="*/ 116419 w 607639"/>
                  <a:gd name="connsiteY167" fmla="*/ 347149 h 545965"/>
                  <a:gd name="connsiteX168" fmla="*/ 100220 w 607639"/>
                  <a:gd name="connsiteY168" fmla="*/ 324219 h 545965"/>
                  <a:gd name="connsiteX169" fmla="*/ 97817 w 607639"/>
                  <a:gd name="connsiteY169" fmla="*/ 305111 h 545965"/>
                  <a:gd name="connsiteX170" fmla="*/ 81173 w 607639"/>
                  <a:gd name="connsiteY170" fmla="*/ 256585 h 545965"/>
                  <a:gd name="connsiteX171" fmla="*/ 95147 w 607639"/>
                  <a:gd name="connsiteY171" fmla="*/ 211525 h 545965"/>
                  <a:gd name="connsiteX172" fmla="*/ 95147 w 607639"/>
                  <a:gd name="connsiteY172" fmla="*/ 199082 h 545965"/>
                  <a:gd name="connsiteX173" fmla="*/ 100576 w 607639"/>
                  <a:gd name="connsiteY173" fmla="*/ 182818 h 545965"/>
                  <a:gd name="connsiteX174" fmla="*/ 70492 w 607639"/>
                  <a:gd name="connsiteY174" fmla="*/ 174286 h 545965"/>
                  <a:gd name="connsiteX175" fmla="*/ 60880 w 607639"/>
                  <a:gd name="connsiteY175" fmla="*/ 161488 h 545965"/>
                  <a:gd name="connsiteX176" fmla="*/ 70492 w 607639"/>
                  <a:gd name="connsiteY176" fmla="*/ 148689 h 545965"/>
                  <a:gd name="connsiteX177" fmla="*/ 161277 w 607639"/>
                  <a:gd name="connsiteY177" fmla="*/ 123093 h 545965"/>
                  <a:gd name="connsiteX178" fmla="*/ 162346 w 607639"/>
                  <a:gd name="connsiteY178" fmla="*/ 122827 h 545965"/>
                  <a:gd name="connsiteX179" fmla="*/ 162346 w 607639"/>
                  <a:gd name="connsiteY179" fmla="*/ 29773 h 545965"/>
                  <a:gd name="connsiteX180" fmla="*/ 192162 w 607639"/>
                  <a:gd name="connsiteY180" fmla="*/ 0 h 545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</a:cxnLst>
                <a:rect l="l" t="t" r="r" b="b"/>
                <a:pathLst>
                  <a:path w="607639" h="545965">
                    <a:moveTo>
                      <a:pt x="171888" y="486408"/>
                    </a:moveTo>
                    <a:lnTo>
                      <a:pt x="171977" y="486408"/>
                    </a:lnTo>
                    <a:cubicBezTo>
                      <a:pt x="177225" y="486408"/>
                      <a:pt x="181494" y="490666"/>
                      <a:pt x="181494" y="495899"/>
                    </a:cubicBezTo>
                    <a:cubicBezTo>
                      <a:pt x="181494" y="501132"/>
                      <a:pt x="177225" y="505390"/>
                      <a:pt x="171977" y="505390"/>
                    </a:cubicBezTo>
                    <a:cubicBezTo>
                      <a:pt x="166729" y="505390"/>
                      <a:pt x="162371" y="501132"/>
                      <a:pt x="162371" y="495899"/>
                    </a:cubicBezTo>
                    <a:cubicBezTo>
                      <a:pt x="162371" y="490666"/>
                      <a:pt x="166640" y="486408"/>
                      <a:pt x="171888" y="486408"/>
                    </a:cubicBezTo>
                    <a:close/>
                    <a:moveTo>
                      <a:pt x="121136" y="464910"/>
                    </a:moveTo>
                    <a:cubicBezTo>
                      <a:pt x="120780" y="464910"/>
                      <a:pt x="120513" y="465177"/>
                      <a:pt x="120513" y="465532"/>
                    </a:cubicBezTo>
                    <a:lnTo>
                      <a:pt x="120513" y="526323"/>
                    </a:lnTo>
                    <a:cubicBezTo>
                      <a:pt x="120513" y="526679"/>
                      <a:pt x="120780" y="526946"/>
                      <a:pt x="121136" y="526946"/>
                    </a:cubicBezTo>
                    <a:lnTo>
                      <a:pt x="222602" y="526946"/>
                    </a:lnTo>
                    <a:cubicBezTo>
                      <a:pt x="222958" y="526946"/>
                      <a:pt x="223225" y="526679"/>
                      <a:pt x="223225" y="526323"/>
                    </a:cubicBezTo>
                    <a:lnTo>
                      <a:pt x="223225" y="465532"/>
                    </a:lnTo>
                    <a:cubicBezTo>
                      <a:pt x="223225" y="465177"/>
                      <a:pt x="222958" y="464910"/>
                      <a:pt x="222602" y="464910"/>
                    </a:cubicBezTo>
                    <a:lnTo>
                      <a:pt x="171869" y="464910"/>
                    </a:lnTo>
                    <a:close/>
                    <a:moveTo>
                      <a:pt x="212990" y="397987"/>
                    </a:moveTo>
                    <a:cubicBezTo>
                      <a:pt x="204178" y="406163"/>
                      <a:pt x="193231" y="411585"/>
                      <a:pt x="181393" y="413451"/>
                    </a:cubicBezTo>
                    <a:lnTo>
                      <a:pt x="181393" y="445891"/>
                    </a:lnTo>
                    <a:lnTo>
                      <a:pt x="222602" y="445891"/>
                    </a:lnTo>
                    <a:cubicBezTo>
                      <a:pt x="233461" y="445891"/>
                      <a:pt x="242272" y="454689"/>
                      <a:pt x="242272" y="465532"/>
                    </a:cubicBezTo>
                    <a:lnTo>
                      <a:pt x="242272" y="526323"/>
                    </a:lnTo>
                    <a:cubicBezTo>
                      <a:pt x="242272" y="526501"/>
                      <a:pt x="242272" y="526679"/>
                      <a:pt x="242272" y="526946"/>
                    </a:cubicBezTo>
                    <a:lnTo>
                      <a:pt x="253665" y="526946"/>
                    </a:lnTo>
                    <a:lnTo>
                      <a:pt x="253665" y="419317"/>
                    </a:lnTo>
                    <a:cubicBezTo>
                      <a:pt x="253665" y="414695"/>
                      <a:pt x="250728" y="410518"/>
                      <a:pt x="246278" y="409096"/>
                    </a:cubicBezTo>
                    <a:lnTo>
                      <a:pt x="213168" y="398075"/>
                    </a:lnTo>
                    <a:cubicBezTo>
                      <a:pt x="213079" y="398075"/>
                      <a:pt x="213079" y="397987"/>
                      <a:pt x="212990" y="397987"/>
                    </a:cubicBezTo>
                    <a:close/>
                    <a:moveTo>
                      <a:pt x="130749" y="397987"/>
                    </a:moveTo>
                    <a:cubicBezTo>
                      <a:pt x="130660" y="397987"/>
                      <a:pt x="130571" y="398075"/>
                      <a:pt x="130571" y="398075"/>
                    </a:cubicBezTo>
                    <a:lnTo>
                      <a:pt x="97372" y="409096"/>
                    </a:lnTo>
                    <a:cubicBezTo>
                      <a:pt x="93010" y="410518"/>
                      <a:pt x="90073" y="414695"/>
                      <a:pt x="90073" y="419317"/>
                    </a:cubicBezTo>
                    <a:lnTo>
                      <a:pt x="90073" y="526946"/>
                    </a:lnTo>
                    <a:lnTo>
                      <a:pt x="101555" y="526946"/>
                    </a:lnTo>
                    <a:cubicBezTo>
                      <a:pt x="101466" y="526679"/>
                      <a:pt x="101466" y="526501"/>
                      <a:pt x="101466" y="526323"/>
                    </a:cubicBezTo>
                    <a:lnTo>
                      <a:pt x="101466" y="465532"/>
                    </a:lnTo>
                    <a:cubicBezTo>
                      <a:pt x="101466" y="454689"/>
                      <a:pt x="110277" y="445891"/>
                      <a:pt x="121136" y="445891"/>
                    </a:cubicBezTo>
                    <a:lnTo>
                      <a:pt x="162346" y="445891"/>
                    </a:lnTo>
                    <a:lnTo>
                      <a:pt x="162346" y="413451"/>
                    </a:lnTo>
                    <a:cubicBezTo>
                      <a:pt x="150508" y="411585"/>
                      <a:pt x="139560" y="406163"/>
                      <a:pt x="130749" y="397987"/>
                    </a:cubicBezTo>
                    <a:close/>
                    <a:moveTo>
                      <a:pt x="150953" y="364303"/>
                    </a:moveTo>
                    <a:lnTo>
                      <a:pt x="150953" y="369813"/>
                    </a:lnTo>
                    <a:cubicBezTo>
                      <a:pt x="150953" y="375768"/>
                      <a:pt x="149173" y="381367"/>
                      <a:pt x="146058" y="386077"/>
                    </a:cubicBezTo>
                    <a:cubicBezTo>
                      <a:pt x="153356" y="391943"/>
                      <a:pt x="162435" y="395231"/>
                      <a:pt x="171869" y="395231"/>
                    </a:cubicBezTo>
                    <a:cubicBezTo>
                      <a:pt x="181304" y="395231"/>
                      <a:pt x="190382" y="391943"/>
                      <a:pt x="197681" y="386077"/>
                    </a:cubicBezTo>
                    <a:cubicBezTo>
                      <a:pt x="194566" y="381367"/>
                      <a:pt x="192785" y="375768"/>
                      <a:pt x="192785" y="369813"/>
                    </a:cubicBezTo>
                    <a:lnTo>
                      <a:pt x="192785" y="364303"/>
                    </a:lnTo>
                    <a:cubicBezTo>
                      <a:pt x="186199" y="367324"/>
                      <a:pt x="178990" y="368835"/>
                      <a:pt x="171869" y="368835"/>
                    </a:cubicBezTo>
                    <a:cubicBezTo>
                      <a:pt x="164660" y="368835"/>
                      <a:pt x="157539" y="367324"/>
                      <a:pt x="150953" y="364303"/>
                    </a:cubicBezTo>
                    <a:close/>
                    <a:moveTo>
                      <a:pt x="201597" y="245564"/>
                    </a:moveTo>
                    <a:cubicBezTo>
                      <a:pt x="174806" y="265739"/>
                      <a:pt x="132529" y="270716"/>
                      <a:pt x="112859" y="271960"/>
                    </a:cubicBezTo>
                    <a:lnTo>
                      <a:pt x="119089" y="321820"/>
                    </a:lnTo>
                    <a:cubicBezTo>
                      <a:pt x="119534" y="325375"/>
                      <a:pt x="121670" y="328486"/>
                      <a:pt x="124963" y="330085"/>
                    </a:cubicBezTo>
                    <a:lnTo>
                      <a:pt x="157984" y="346616"/>
                    </a:lnTo>
                    <a:cubicBezTo>
                      <a:pt x="166707" y="350971"/>
                      <a:pt x="177032" y="350971"/>
                      <a:pt x="185754" y="346616"/>
                    </a:cubicBezTo>
                    <a:lnTo>
                      <a:pt x="218775" y="330085"/>
                    </a:lnTo>
                    <a:cubicBezTo>
                      <a:pt x="221979" y="328486"/>
                      <a:pt x="224204" y="325375"/>
                      <a:pt x="224649" y="321820"/>
                    </a:cubicBezTo>
                    <a:lnTo>
                      <a:pt x="230346" y="276226"/>
                    </a:lnTo>
                    <a:close/>
                    <a:moveTo>
                      <a:pt x="234262" y="224501"/>
                    </a:moveTo>
                    <a:lnTo>
                      <a:pt x="213435" y="230455"/>
                    </a:lnTo>
                    <a:lnTo>
                      <a:pt x="243251" y="262184"/>
                    </a:lnTo>
                    <a:cubicBezTo>
                      <a:pt x="243429" y="260318"/>
                      <a:pt x="243518" y="258451"/>
                      <a:pt x="243518" y="256585"/>
                    </a:cubicBezTo>
                    <a:cubicBezTo>
                      <a:pt x="243518" y="245209"/>
                      <a:pt x="240314" y="234277"/>
                      <a:pt x="234262" y="224501"/>
                    </a:cubicBezTo>
                    <a:close/>
                    <a:moveTo>
                      <a:pt x="109387" y="224501"/>
                    </a:moveTo>
                    <a:cubicBezTo>
                      <a:pt x="103869" y="233388"/>
                      <a:pt x="100754" y="243253"/>
                      <a:pt x="100309" y="253563"/>
                    </a:cubicBezTo>
                    <a:cubicBezTo>
                      <a:pt x="100843" y="253385"/>
                      <a:pt x="101466" y="253296"/>
                      <a:pt x="102089" y="253296"/>
                    </a:cubicBezTo>
                    <a:cubicBezTo>
                      <a:pt x="102623" y="253296"/>
                      <a:pt x="139382" y="253119"/>
                      <a:pt x="169377" y="241565"/>
                    </a:cubicBezTo>
                    <a:cubicBezTo>
                      <a:pt x="169288" y="241565"/>
                      <a:pt x="169288" y="241565"/>
                      <a:pt x="169288" y="241565"/>
                    </a:cubicBezTo>
                    <a:close/>
                    <a:moveTo>
                      <a:pt x="313299" y="221657"/>
                    </a:moveTo>
                    <a:lnTo>
                      <a:pt x="313299" y="304045"/>
                    </a:lnTo>
                    <a:lnTo>
                      <a:pt x="345074" y="304045"/>
                    </a:lnTo>
                    <a:lnTo>
                      <a:pt x="345074" y="221657"/>
                    </a:lnTo>
                    <a:close/>
                    <a:moveTo>
                      <a:pt x="224827" y="187973"/>
                    </a:moveTo>
                    <a:lnTo>
                      <a:pt x="182461" y="199971"/>
                    </a:lnTo>
                    <a:cubicBezTo>
                      <a:pt x="182105" y="200060"/>
                      <a:pt x="181749" y="200149"/>
                      <a:pt x="181393" y="200238"/>
                    </a:cubicBezTo>
                    <a:lnTo>
                      <a:pt x="181393" y="219879"/>
                    </a:lnTo>
                    <a:lnTo>
                      <a:pt x="229990" y="205926"/>
                    </a:lnTo>
                    <a:cubicBezTo>
                      <a:pt x="230168" y="205748"/>
                      <a:pt x="230346" y="205570"/>
                      <a:pt x="230524" y="205392"/>
                    </a:cubicBezTo>
                    <a:cubicBezTo>
                      <a:pt x="230524" y="205303"/>
                      <a:pt x="230524" y="205215"/>
                      <a:pt x="230524" y="205126"/>
                    </a:cubicBezTo>
                    <a:close/>
                    <a:moveTo>
                      <a:pt x="118911" y="187973"/>
                    </a:moveTo>
                    <a:lnTo>
                      <a:pt x="113215" y="205126"/>
                    </a:lnTo>
                    <a:cubicBezTo>
                      <a:pt x="113215" y="205215"/>
                      <a:pt x="113215" y="205303"/>
                      <a:pt x="113215" y="205392"/>
                    </a:cubicBezTo>
                    <a:cubicBezTo>
                      <a:pt x="113393" y="205570"/>
                      <a:pt x="113571" y="205748"/>
                      <a:pt x="113749" y="206014"/>
                    </a:cubicBezTo>
                    <a:lnTo>
                      <a:pt x="162346" y="219879"/>
                    </a:lnTo>
                    <a:lnTo>
                      <a:pt x="162346" y="200238"/>
                    </a:lnTo>
                    <a:cubicBezTo>
                      <a:pt x="161990" y="200149"/>
                      <a:pt x="161634" y="200060"/>
                      <a:pt x="161277" y="199971"/>
                    </a:cubicBezTo>
                    <a:close/>
                    <a:moveTo>
                      <a:pt x="166440" y="141313"/>
                    </a:moveTo>
                    <a:lnTo>
                      <a:pt x="95147" y="161488"/>
                    </a:lnTo>
                    <a:lnTo>
                      <a:pt x="166440" y="181662"/>
                    </a:lnTo>
                    <a:cubicBezTo>
                      <a:pt x="170000" y="182640"/>
                      <a:pt x="173738" y="182640"/>
                      <a:pt x="177299" y="181662"/>
                    </a:cubicBezTo>
                    <a:lnTo>
                      <a:pt x="248592" y="161488"/>
                    </a:lnTo>
                    <a:lnTo>
                      <a:pt x="177299" y="141313"/>
                    </a:lnTo>
                    <a:cubicBezTo>
                      <a:pt x="173738" y="140335"/>
                      <a:pt x="170000" y="140335"/>
                      <a:pt x="166440" y="141313"/>
                    </a:cubicBezTo>
                    <a:close/>
                    <a:moveTo>
                      <a:pt x="404618" y="140602"/>
                    </a:moveTo>
                    <a:lnTo>
                      <a:pt x="404618" y="304045"/>
                    </a:lnTo>
                    <a:lnTo>
                      <a:pt x="436393" y="304045"/>
                    </a:lnTo>
                    <a:lnTo>
                      <a:pt x="436393" y="140602"/>
                    </a:lnTo>
                    <a:close/>
                    <a:moveTo>
                      <a:pt x="495937" y="59547"/>
                    </a:moveTo>
                    <a:lnTo>
                      <a:pt x="495937" y="304045"/>
                    </a:lnTo>
                    <a:lnTo>
                      <a:pt x="527712" y="304045"/>
                    </a:lnTo>
                    <a:lnTo>
                      <a:pt x="527712" y="59547"/>
                    </a:lnTo>
                    <a:close/>
                    <a:moveTo>
                      <a:pt x="192162" y="19019"/>
                    </a:moveTo>
                    <a:cubicBezTo>
                      <a:pt x="186199" y="19019"/>
                      <a:pt x="181393" y="23819"/>
                      <a:pt x="181393" y="29773"/>
                    </a:cubicBezTo>
                    <a:lnTo>
                      <a:pt x="181393" y="122827"/>
                    </a:lnTo>
                    <a:cubicBezTo>
                      <a:pt x="181749" y="122915"/>
                      <a:pt x="182105" y="123004"/>
                      <a:pt x="182461" y="123093"/>
                    </a:cubicBezTo>
                    <a:lnTo>
                      <a:pt x="273246" y="148689"/>
                    </a:lnTo>
                    <a:cubicBezTo>
                      <a:pt x="278676" y="150289"/>
                      <a:pt x="282325" y="154911"/>
                      <a:pt x="282770" y="160421"/>
                    </a:cubicBezTo>
                    <a:cubicBezTo>
                      <a:pt x="282859" y="160777"/>
                      <a:pt x="282859" y="161132"/>
                      <a:pt x="282859" y="161488"/>
                    </a:cubicBezTo>
                    <a:lnTo>
                      <a:pt x="282859" y="222279"/>
                    </a:lnTo>
                    <a:cubicBezTo>
                      <a:pt x="282859" y="227522"/>
                      <a:pt x="278587" y="231789"/>
                      <a:pt x="273335" y="231789"/>
                    </a:cubicBezTo>
                    <a:cubicBezTo>
                      <a:pt x="268084" y="231789"/>
                      <a:pt x="263812" y="227522"/>
                      <a:pt x="263812" y="222279"/>
                    </a:cubicBezTo>
                    <a:lnTo>
                      <a:pt x="263812" y="176952"/>
                    </a:lnTo>
                    <a:lnTo>
                      <a:pt x="243073" y="182818"/>
                    </a:lnTo>
                    <a:lnTo>
                      <a:pt x="248592" y="199082"/>
                    </a:lnTo>
                    <a:cubicBezTo>
                      <a:pt x="249927" y="203170"/>
                      <a:pt x="249838" y="207525"/>
                      <a:pt x="248503" y="211525"/>
                    </a:cubicBezTo>
                    <a:cubicBezTo>
                      <a:pt x="257759" y="224945"/>
                      <a:pt x="262566" y="240409"/>
                      <a:pt x="262566" y="256585"/>
                    </a:cubicBezTo>
                    <a:cubicBezTo>
                      <a:pt x="262566" y="273649"/>
                      <a:pt x="257136" y="290002"/>
                      <a:pt x="246723" y="304045"/>
                    </a:cubicBezTo>
                    <a:lnTo>
                      <a:pt x="294252" y="304045"/>
                    </a:lnTo>
                    <a:lnTo>
                      <a:pt x="294252" y="212147"/>
                    </a:lnTo>
                    <a:cubicBezTo>
                      <a:pt x="294252" y="206903"/>
                      <a:pt x="298524" y="202637"/>
                      <a:pt x="303775" y="202637"/>
                    </a:cubicBezTo>
                    <a:lnTo>
                      <a:pt x="354508" y="202637"/>
                    </a:lnTo>
                    <a:cubicBezTo>
                      <a:pt x="359759" y="202637"/>
                      <a:pt x="364032" y="206903"/>
                      <a:pt x="364032" y="212147"/>
                    </a:cubicBezTo>
                    <a:lnTo>
                      <a:pt x="364032" y="304045"/>
                    </a:lnTo>
                    <a:lnTo>
                      <a:pt x="385660" y="304045"/>
                    </a:lnTo>
                    <a:lnTo>
                      <a:pt x="385660" y="131092"/>
                    </a:lnTo>
                    <a:cubicBezTo>
                      <a:pt x="385660" y="125848"/>
                      <a:pt x="389843" y="121582"/>
                      <a:pt x="395094" y="121582"/>
                    </a:cubicBezTo>
                    <a:lnTo>
                      <a:pt x="445916" y="121582"/>
                    </a:lnTo>
                    <a:cubicBezTo>
                      <a:pt x="451168" y="121582"/>
                      <a:pt x="455351" y="125848"/>
                      <a:pt x="455351" y="131092"/>
                    </a:cubicBezTo>
                    <a:lnTo>
                      <a:pt x="455351" y="304045"/>
                    </a:lnTo>
                    <a:lnTo>
                      <a:pt x="476979" y="304045"/>
                    </a:lnTo>
                    <a:lnTo>
                      <a:pt x="476979" y="50037"/>
                    </a:lnTo>
                    <a:cubicBezTo>
                      <a:pt x="476979" y="44793"/>
                      <a:pt x="481252" y="40527"/>
                      <a:pt x="486503" y="40527"/>
                    </a:cubicBezTo>
                    <a:lnTo>
                      <a:pt x="537236" y="40527"/>
                    </a:lnTo>
                    <a:cubicBezTo>
                      <a:pt x="542487" y="40527"/>
                      <a:pt x="546759" y="44793"/>
                      <a:pt x="546759" y="50037"/>
                    </a:cubicBezTo>
                    <a:lnTo>
                      <a:pt x="546759" y="304045"/>
                    </a:lnTo>
                    <a:lnTo>
                      <a:pt x="557529" y="304045"/>
                    </a:lnTo>
                    <a:cubicBezTo>
                      <a:pt x="562780" y="304045"/>
                      <a:pt x="567053" y="308222"/>
                      <a:pt x="567053" y="313465"/>
                    </a:cubicBezTo>
                    <a:cubicBezTo>
                      <a:pt x="567053" y="318709"/>
                      <a:pt x="562780" y="322975"/>
                      <a:pt x="557529" y="322975"/>
                    </a:cubicBezTo>
                    <a:lnTo>
                      <a:pt x="243697" y="322975"/>
                    </a:lnTo>
                    <a:lnTo>
                      <a:pt x="243518" y="324219"/>
                    </a:lnTo>
                    <a:cubicBezTo>
                      <a:pt x="242539" y="332396"/>
                      <a:pt x="238089" y="339773"/>
                      <a:pt x="231503" y="344572"/>
                    </a:cubicBezTo>
                    <a:lnTo>
                      <a:pt x="577822" y="344572"/>
                    </a:lnTo>
                    <a:cubicBezTo>
                      <a:pt x="583786" y="344572"/>
                      <a:pt x="588592" y="339684"/>
                      <a:pt x="588592" y="333729"/>
                    </a:cubicBezTo>
                    <a:lnTo>
                      <a:pt x="588592" y="29773"/>
                    </a:lnTo>
                    <a:cubicBezTo>
                      <a:pt x="588592" y="23819"/>
                      <a:pt x="583786" y="19019"/>
                      <a:pt x="577822" y="19019"/>
                    </a:cubicBezTo>
                    <a:close/>
                    <a:moveTo>
                      <a:pt x="192162" y="0"/>
                    </a:moveTo>
                    <a:lnTo>
                      <a:pt x="577822" y="0"/>
                    </a:lnTo>
                    <a:cubicBezTo>
                      <a:pt x="594199" y="0"/>
                      <a:pt x="607639" y="13331"/>
                      <a:pt x="607639" y="29773"/>
                    </a:cubicBezTo>
                    <a:lnTo>
                      <a:pt x="607639" y="333729"/>
                    </a:lnTo>
                    <a:cubicBezTo>
                      <a:pt x="607639" y="350171"/>
                      <a:pt x="594199" y="363503"/>
                      <a:pt x="577822" y="363503"/>
                    </a:cubicBezTo>
                    <a:lnTo>
                      <a:pt x="211833" y="363503"/>
                    </a:lnTo>
                    <a:lnTo>
                      <a:pt x="211833" y="369813"/>
                    </a:lnTo>
                    <a:cubicBezTo>
                      <a:pt x="211833" y="374434"/>
                      <a:pt x="214770" y="378612"/>
                      <a:pt x="219220" y="380034"/>
                    </a:cubicBezTo>
                    <a:lnTo>
                      <a:pt x="252330" y="391054"/>
                    </a:lnTo>
                    <a:cubicBezTo>
                      <a:pt x="264524" y="395143"/>
                      <a:pt x="272712" y="406519"/>
                      <a:pt x="272712" y="419317"/>
                    </a:cubicBezTo>
                    <a:lnTo>
                      <a:pt x="272712" y="526946"/>
                    </a:lnTo>
                    <a:lnTo>
                      <a:pt x="334215" y="526946"/>
                    </a:lnTo>
                    <a:cubicBezTo>
                      <a:pt x="339466" y="526946"/>
                      <a:pt x="343738" y="531212"/>
                      <a:pt x="343738" y="536455"/>
                    </a:cubicBezTo>
                    <a:cubicBezTo>
                      <a:pt x="343738" y="541699"/>
                      <a:pt x="339466" y="545965"/>
                      <a:pt x="334215" y="545965"/>
                    </a:cubicBezTo>
                    <a:lnTo>
                      <a:pt x="9524" y="545965"/>
                    </a:lnTo>
                    <a:cubicBezTo>
                      <a:pt x="4272" y="545965"/>
                      <a:pt x="0" y="541699"/>
                      <a:pt x="0" y="536455"/>
                    </a:cubicBezTo>
                    <a:cubicBezTo>
                      <a:pt x="0" y="531212"/>
                      <a:pt x="4272" y="526946"/>
                      <a:pt x="9524" y="526946"/>
                    </a:cubicBezTo>
                    <a:lnTo>
                      <a:pt x="71026" y="526946"/>
                    </a:lnTo>
                    <a:lnTo>
                      <a:pt x="71026" y="419317"/>
                    </a:lnTo>
                    <a:cubicBezTo>
                      <a:pt x="71026" y="406430"/>
                      <a:pt x="79215" y="395143"/>
                      <a:pt x="91408" y="391054"/>
                    </a:cubicBezTo>
                    <a:lnTo>
                      <a:pt x="124518" y="380034"/>
                    </a:lnTo>
                    <a:cubicBezTo>
                      <a:pt x="128969" y="378612"/>
                      <a:pt x="131906" y="374434"/>
                      <a:pt x="131906" y="369813"/>
                    </a:cubicBezTo>
                    <a:lnTo>
                      <a:pt x="131906" y="354882"/>
                    </a:lnTo>
                    <a:lnTo>
                      <a:pt x="116419" y="347149"/>
                    </a:lnTo>
                    <a:cubicBezTo>
                      <a:pt x="107518" y="342617"/>
                      <a:pt x="101466" y="334085"/>
                      <a:pt x="100220" y="324219"/>
                    </a:cubicBezTo>
                    <a:lnTo>
                      <a:pt x="97817" y="305111"/>
                    </a:lnTo>
                    <a:cubicBezTo>
                      <a:pt x="86869" y="290891"/>
                      <a:pt x="81173" y="274093"/>
                      <a:pt x="81173" y="256585"/>
                    </a:cubicBezTo>
                    <a:cubicBezTo>
                      <a:pt x="81173" y="240409"/>
                      <a:pt x="85979" y="224945"/>
                      <a:pt x="95147" y="211525"/>
                    </a:cubicBezTo>
                    <a:cubicBezTo>
                      <a:pt x="93811" y="207525"/>
                      <a:pt x="93811" y="203170"/>
                      <a:pt x="95147" y="199082"/>
                    </a:cubicBezTo>
                    <a:lnTo>
                      <a:pt x="100576" y="182818"/>
                    </a:lnTo>
                    <a:lnTo>
                      <a:pt x="70492" y="174286"/>
                    </a:lnTo>
                    <a:cubicBezTo>
                      <a:pt x="64707" y="172686"/>
                      <a:pt x="60880" y="167531"/>
                      <a:pt x="60880" y="161488"/>
                    </a:cubicBezTo>
                    <a:cubicBezTo>
                      <a:pt x="60880" y="155444"/>
                      <a:pt x="64707" y="150378"/>
                      <a:pt x="70492" y="148689"/>
                    </a:cubicBezTo>
                    <a:lnTo>
                      <a:pt x="161277" y="123093"/>
                    </a:lnTo>
                    <a:cubicBezTo>
                      <a:pt x="161634" y="123004"/>
                      <a:pt x="161990" y="122915"/>
                      <a:pt x="162346" y="122827"/>
                    </a:cubicBezTo>
                    <a:lnTo>
                      <a:pt x="162346" y="29773"/>
                    </a:lnTo>
                    <a:cubicBezTo>
                      <a:pt x="162346" y="13331"/>
                      <a:pt x="175696" y="0"/>
                      <a:pt x="192162" y="0"/>
                    </a:cubicBezTo>
                    <a:close/>
                  </a:path>
                </a:pathLst>
              </a:cu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alpha val="70000"/>
                    </a:prstClr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47E294ED-87BE-77C4-A153-099BEC8FB005}"/>
                </a:ext>
              </a:extLst>
            </p:cNvPr>
            <p:cNvGrpSpPr/>
            <p:nvPr/>
          </p:nvGrpSpPr>
          <p:grpSpPr>
            <a:xfrm>
              <a:off x="4639504" y="152734"/>
              <a:ext cx="6440683" cy="413844"/>
              <a:chOff x="4278242" y="140702"/>
              <a:chExt cx="6440683" cy="413844"/>
            </a:xfrm>
          </p:grpSpPr>
          <p:sp>
            <p:nvSpPr>
              <p:cNvPr id="41" name="文本框 15">
                <a:extLst>
                  <a:ext uri="{FF2B5EF4-FFF2-40B4-BE49-F238E27FC236}">
                    <a16:creationId xmlns:a16="http://schemas.microsoft.com/office/drawing/2014/main" id="{B9F4ACF2-F05C-2D78-DCB7-77F44D082829}"/>
                  </a:ext>
                </a:extLst>
              </p:cNvPr>
              <p:cNvSpPr txBox="1"/>
              <p:nvPr/>
            </p:nvSpPr>
            <p:spPr>
              <a:xfrm>
                <a:off x="4587634" y="152661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项目实施</a:t>
                </a:r>
              </a:p>
            </p:txBody>
          </p:sp>
          <p:sp>
            <p:nvSpPr>
              <p:cNvPr id="42" name="stars_273718">
                <a:extLst>
                  <a:ext uri="{FF2B5EF4-FFF2-40B4-BE49-F238E27FC236}">
                    <a16:creationId xmlns:a16="http://schemas.microsoft.com/office/drawing/2014/main" id="{A451C2DB-D585-42D3-1ACE-440B77291E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78242" y="246249"/>
                <a:ext cx="216505" cy="216000"/>
              </a:xfrm>
              <a:custGeom>
                <a:avLst/>
                <a:gdLst>
                  <a:gd name="connsiteX0" fmla="*/ 435684 w 607336"/>
                  <a:gd name="connsiteY0" fmla="*/ 463990 h 605919"/>
                  <a:gd name="connsiteX1" fmla="*/ 421104 w 607336"/>
                  <a:gd name="connsiteY1" fmla="*/ 493187 h 605919"/>
                  <a:gd name="connsiteX2" fmla="*/ 409311 w 607336"/>
                  <a:gd name="connsiteY2" fmla="*/ 500417 h 605919"/>
                  <a:gd name="connsiteX3" fmla="*/ 388325 w 607336"/>
                  <a:gd name="connsiteY3" fmla="*/ 500417 h 605919"/>
                  <a:gd name="connsiteX4" fmla="*/ 405411 w 607336"/>
                  <a:gd name="connsiteY4" fmla="*/ 517472 h 605919"/>
                  <a:gd name="connsiteX5" fmla="*/ 409033 w 607336"/>
                  <a:gd name="connsiteY5" fmla="*/ 529429 h 605919"/>
                  <a:gd name="connsiteX6" fmla="*/ 402625 w 607336"/>
                  <a:gd name="connsiteY6" fmla="*/ 561499 h 605919"/>
                  <a:gd name="connsiteX7" fmla="*/ 427790 w 607336"/>
                  <a:gd name="connsiteY7" fmla="*/ 542591 h 605919"/>
                  <a:gd name="connsiteX8" fmla="*/ 435684 w 607336"/>
                  <a:gd name="connsiteY8" fmla="*/ 539995 h 605919"/>
                  <a:gd name="connsiteX9" fmla="*/ 443670 w 607336"/>
                  <a:gd name="connsiteY9" fmla="*/ 542591 h 605919"/>
                  <a:gd name="connsiteX10" fmla="*/ 468835 w 607336"/>
                  <a:gd name="connsiteY10" fmla="*/ 561499 h 605919"/>
                  <a:gd name="connsiteX11" fmla="*/ 462427 w 607336"/>
                  <a:gd name="connsiteY11" fmla="*/ 529429 h 605919"/>
                  <a:gd name="connsiteX12" fmla="*/ 466049 w 607336"/>
                  <a:gd name="connsiteY12" fmla="*/ 517472 h 605919"/>
                  <a:gd name="connsiteX13" fmla="*/ 483042 w 607336"/>
                  <a:gd name="connsiteY13" fmla="*/ 500417 h 605919"/>
                  <a:gd name="connsiteX14" fmla="*/ 462149 w 607336"/>
                  <a:gd name="connsiteY14" fmla="*/ 500417 h 605919"/>
                  <a:gd name="connsiteX15" fmla="*/ 450356 w 607336"/>
                  <a:gd name="connsiteY15" fmla="*/ 493187 h 605919"/>
                  <a:gd name="connsiteX16" fmla="*/ 171614 w 607336"/>
                  <a:gd name="connsiteY16" fmla="*/ 463990 h 605919"/>
                  <a:gd name="connsiteX17" fmla="*/ 157040 w 607336"/>
                  <a:gd name="connsiteY17" fmla="*/ 493187 h 605919"/>
                  <a:gd name="connsiteX18" fmla="*/ 145252 w 607336"/>
                  <a:gd name="connsiteY18" fmla="*/ 500417 h 605919"/>
                  <a:gd name="connsiteX19" fmla="*/ 124273 w 607336"/>
                  <a:gd name="connsiteY19" fmla="*/ 500417 h 605919"/>
                  <a:gd name="connsiteX20" fmla="*/ 141353 w 607336"/>
                  <a:gd name="connsiteY20" fmla="*/ 517472 h 605919"/>
                  <a:gd name="connsiteX21" fmla="*/ 144973 w 607336"/>
                  <a:gd name="connsiteY21" fmla="*/ 529429 h 605919"/>
                  <a:gd name="connsiteX22" fmla="*/ 138568 w 607336"/>
                  <a:gd name="connsiteY22" fmla="*/ 561499 h 605919"/>
                  <a:gd name="connsiteX23" fmla="*/ 163724 w 607336"/>
                  <a:gd name="connsiteY23" fmla="*/ 542591 h 605919"/>
                  <a:gd name="connsiteX24" fmla="*/ 171614 w 607336"/>
                  <a:gd name="connsiteY24" fmla="*/ 539995 h 605919"/>
                  <a:gd name="connsiteX25" fmla="*/ 179504 w 607336"/>
                  <a:gd name="connsiteY25" fmla="*/ 542591 h 605919"/>
                  <a:gd name="connsiteX26" fmla="*/ 204660 w 607336"/>
                  <a:gd name="connsiteY26" fmla="*/ 561499 h 605919"/>
                  <a:gd name="connsiteX27" fmla="*/ 198255 w 607336"/>
                  <a:gd name="connsiteY27" fmla="*/ 529429 h 605919"/>
                  <a:gd name="connsiteX28" fmla="*/ 201875 w 607336"/>
                  <a:gd name="connsiteY28" fmla="*/ 517472 h 605919"/>
                  <a:gd name="connsiteX29" fmla="*/ 218955 w 607336"/>
                  <a:gd name="connsiteY29" fmla="*/ 500417 h 605919"/>
                  <a:gd name="connsiteX30" fmla="*/ 197976 w 607336"/>
                  <a:gd name="connsiteY30" fmla="*/ 500417 h 605919"/>
                  <a:gd name="connsiteX31" fmla="*/ 186187 w 607336"/>
                  <a:gd name="connsiteY31" fmla="*/ 493187 h 605919"/>
                  <a:gd name="connsiteX32" fmla="*/ 435695 w 607336"/>
                  <a:gd name="connsiteY32" fmla="*/ 421910 h 605919"/>
                  <a:gd name="connsiteX33" fmla="*/ 447570 w 607336"/>
                  <a:gd name="connsiteY33" fmla="*/ 428583 h 605919"/>
                  <a:gd name="connsiteX34" fmla="*/ 470321 w 607336"/>
                  <a:gd name="connsiteY34" fmla="*/ 474094 h 605919"/>
                  <a:gd name="connsiteX35" fmla="*/ 514986 w 607336"/>
                  <a:gd name="connsiteY35" fmla="*/ 474094 h 605919"/>
                  <a:gd name="connsiteX36" fmla="*/ 527151 w 607336"/>
                  <a:gd name="connsiteY36" fmla="*/ 482250 h 605919"/>
                  <a:gd name="connsiteX37" fmla="*/ 524272 w 607336"/>
                  <a:gd name="connsiteY37" fmla="*/ 496617 h 605919"/>
                  <a:gd name="connsiteX38" fmla="*/ 489635 w 607336"/>
                  <a:gd name="connsiteY38" fmla="*/ 531190 h 605919"/>
                  <a:gd name="connsiteX39" fmla="*/ 501429 w 607336"/>
                  <a:gd name="connsiteY39" fmla="*/ 590140 h 605919"/>
                  <a:gd name="connsiteX40" fmla="*/ 495579 w 607336"/>
                  <a:gd name="connsiteY40" fmla="*/ 603858 h 605919"/>
                  <a:gd name="connsiteX41" fmla="*/ 488521 w 607336"/>
                  <a:gd name="connsiteY41" fmla="*/ 605897 h 605919"/>
                  <a:gd name="connsiteX42" fmla="*/ 480628 w 607336"/>
                  <a:gd name="connsiteY42" fmla="*/ 603302 h 605919"/>
                  <a:gd name="connsiteX43" fmla="*/ 435684 w 607336"/>
                  <a:gd name="connsiteY43" fmla="*/ 569656 h 605919"/>
                  <a:gd name="connsiteX44" fmla="*/ 390832 w 607336"/>
                  <a:gd name="connsiteY44" fmla="*/ 603302 h 605919"/>
                  <a:gd name="connsiteX45" fmla="*/ 375881 w 607336"/>
                  <a:gd name="connsiteY45" fmla="*/ 603858 h 605919"/>
                  <a:gd name="connsiteX46" fmla="*/ 369938 w 607336"/>
                  <a:gd name="connsiteY46" fmla="*/ 590140 h 605919"/>
                  <a:gd name="connsiteX47" fmla="*/ 381732 w 607336"/>
                  <a:gd name="connsiteY47" fmla="*/ 531190 h 605919"/>
                  <a:gd name="connsiteX48" fmla="*/ 347095 w 607336"/>
                  <a:gd name="connsiteY48" fmla="*/ 496617 h 605919"/>
                  <a:gd name="connsiteX49" fmla="*/ 344309 w 607336"/>
                  <a:gd name="connsiteY49" fmla="*/ 482250 h 605919"/>
                  <a:gd name="connsiteX50" fmla="*/ 356474 w 607336"/>
                  <a:gd name="connsiteY50" fmla="*/ 474094 h 605919"/>
                  <a:gd name="connsiteX51" fmla="*/ 401139 w 607336"/>
                  <a:gd name="connsiteY51" fmla="*/ 474094 h 605919"/>
                  <a:gd name="connsiteX52" fmla="*/ 423890 w 607336"/>
                  <a:gd name="connsiteY52" fmla="*/ 428583 h 605919"/>
                  <a:gd name="connsiteX53" fmla="*/ 435695 w 607336"/>
                  <a:gd name="connsiteY53" fmla="*/ 421910 h 605919"/>
                  <a:gd name="connsiteX54" fmla="*/ 171614 w 607336"/>
                  <a:gd name="connsiteY54" fmla="*/ 421910 h 605919"/>
                  <a:gd name="connsiteX55" fmla="*/ 183403 w 607336"/>
                  <a:gd name="connsiteY55" fmla="*/ 428583 h 605919"/>
                  <a:gd name="connsiteX56" fmla="*/ 206145 w 607336"/>
                  <a:gd name="connsiteY56" fmla="*/ 474094 h 605919"/>
                  <a:gd name="connsiteX57" fmla="*/ 250794 w 607336"/>
                  <a:gd name="connsiteY57" fmla="*/ 474094 h 605919"/>
                  <a:gd name="connsiteX58" fmla="*/ 262954 w 607336"/>
                  <a:gd name="connsiteY58" fmla="*/ 482250 h 605919"/>
                  <a:gd name="connsiteX59" fmla="*/ 260169 w 607336"/>
                  <a:gd name="connsiteY59" fmla="*/ 496617 h 605919"/>
                  <a:gd name="connsiteX60" fmla="*/ 225545 w 607336"/>
                  <a:gd name="connsiteY60" fmla="*/ 531190 h 605919"/>
                  <a:gd name="connsiteX61" fmla="*/ 237334 w 607336"/>
                  <a:gd name="connsiteY61" fmla="*/ 590140 h 605919"/>
                  <a:gd name="connsiteX62" fmla="*/ 231393 w 607336"/>
                  <a:gd name="connsiteY62" fmla="*/ 603858 h 605919"/>
                  <a:gd name="connsiteX63" fmla="*/ 224431 w 607336"/>
                  <a:gd name="connsiteY63" fmla="*/ 605897 h 605919"/>
                  <a:gd name="connsiteX64" fmla="*/ 216541 w 607336"/>
                  <a:gd name="connsiteY64" fmla="*/ 603302 h 605919"/>
                  <a:gd name="connsiteX65" fmla="*/ 171614 w 607336"/>
                  <a:gd name="connsiteY65" fmla="*/ 569656 h 605919"/>
                  <a:gd name="connsiteX66" fmla="*/ 126687 w 607336"/>
                  <a:gd name="connsiteY66" fmla="*/ 603302 h 605919"/>
                  <a:gd name="connsiteX67" fmla="*/ 111742 w 607336"/>
                  <a:gd name="connsiteY67" fmla="*/ 603858 h 605919"/>
                  <a:gd name="connsiteX68" fmla="*/ 105894 w 607336"/>
                  <a:gd name="connsiteY68" fmla="*/ 590140 h 605919"/>
                  <a:gd name="connsiteX69" fmla="*/ 117683 w 607336"/>
                  <a:gd name="connsiteY69" fmla="*/ 531190 h 605919"/>
                  <a:gd name="connsiteX70" fmla="*/ 83059 w 607336"/>
                  <a:gd name="connsiteY70" fmla="*/ 496617 h 605919"/>
                  <a:gd name="connsiteX71" fmla="*/ 80181 w 607336"/>
                  <a:gd name="connsiteY71" fmla="*/ 482250 h 605919"/>
                  <a:gd name="connsiteX72" fmla="*/ 92434 w 607336"/>
                  <a:gd name="connsiteY72" fmla="*/ 474094 h 605919"/>
                  <a:gd name="connsiteX73" fmla="*/ 137083 w 607336"/>
                  <a:gd name="connsiteY73" fmla="*/ 474094 h 605919"/>
                  <a:gd name="connsiteX74" fmla="*/ 159825 w 607336"/>
                  <a:gd name="connsiteY74" fmla="*/ 428583 h 605919"/>
                  <a:gd name="connsiteX75" fmla="*/ 171614 w 607336"/>
                  <a:gd name="connsiteY75" fmla="*/ 421910 h 605919"/>
                  <a:gd name="connsiteX76" fmla="*/ 514950 w 607336"/>
                  <a:gd name="connsiteY76" fmla="*/ 226678 h 605919"/>
                  <a:gd name="connsiteX77" fmla="*/ 500278 w 607336"/>
                  <a:gd name="connsiteY77" fmla="*/ 255875 h 605919"/>
                  <a:gd name="connsiteX78" fmla="*/ 488485 w 607336"/>
                  <a:gd name="connsiteY78" fmla="*/ 263105 h 605919"/>
                  <a:gd name="connsiteX79" fmla="*/ 467592 w 607336"/>
                  <a:gd name="connsiteY79" fmla="*/ 263105 h 605919"/>
                  <a:gd name="connsiteX80" fmla="*/ 484678 w 607336"/>
                  <a:gd name="connsiteY80" fmla="*/ 280160 h 605919"/>
                  <a:gd name="connsiteX81" fmla="*/ 488207 w 607336"/>
                  <a:gd name="connsiteY81" fmla="*/ 292117 h 605919"/>
                  <a:gd name="connsiteX82" fmla="*/ 481799 w 607336"/>
                  <a:gd name="connsiteY82" fmla="*/ 324187 h 605919"/>
                  <a:gd name="connsiteX83" fmla="*/ 506964 w 607336"/>
                  <a:gd name="connsiteY83" fmla="*/ 305279 h 605919"/>
                  <a:gd name="connsiteX84" fmla="*/ 514950 w 607336"/>
                  <a:gd name="connsiteY84" fmla="*/ 302683 h 605919"/>
                  <a:gd name="connsiteX85" fmla="*/ 522844 w 607336"/>
                  <a:gd name="connsiteY85" fmla="*/ 305279 h 605919"/>
                  <a:gd name="connsiteX86" fmla="*/ 548009 w 607336"/>
                  <a:gd name="connsiteY86" fmla="*/ 324187 h 605919"/>
                  <a:gd name="connsiteX87" fmla="*/ 541601 w 607336"/>
                  <a:gd name="connsiteY87" fmla="*/ 292117 h 605919"/>
                  <a:gd name="connsiteX88" fmla="*/ 545223 w 607336"/>
                  <a:gd name="connsiteY88" fmla="*/ 280160 h 605919"/>
                  <a:gd name="connsiteX89" fmla="*/ 562309 w 607336"/>
                  <a:gd name="connsiteY89" fmla="*/ 263105 h 605919"/>
                  <a:gd name="connsiteX90" fmla="*/ 541323 w 607336"/>
                  <a:gd name="connsiteY90" fmla="*/ 263105 h 605919"/>
                  <a:gd name="connsiteX91" fmla="*/ 529530 w 607336"/>
                  <a:gd name="connsiteY91" fmla="*/ 255875 h 605919"/>
                  <a:gd name="connsiteX92" fmla="*/ 92440 w 607336"/>
                  <a:gd name="connsiteY92" fmla="*/ 226678 h 605919"/>
                  <a:gd name="connsiteX93" fmla="*/ 77774 w 607336"/>
                  <a:gd name="connsiteY93" fmla="*/ 255875 h 605919"/>
                  <a:gd name="connsiteX94" fmla="*/ 65985 w 607336"/>
                  <a:gd name="connsiteY94" fmla="*/ 263105 h 605919"/>
                  <a:gd name="connsiteX95" fmla="*/ 45099 w 607336"/>
                  <a:gd name="connsiteY95" fmla="*/ 263105 h 605919"/>
                  <a:gd name="connsiteX96" fmla="*/ 62086 w 607336"/>
                  <a:gd name="connsiteY96" fmla="*/ 280160 h 605919"/>
                  <a:gd name="connsiteX97" fmla="*/ 65706 w 607336"/>
                  <a:gd name="connsiteY97" fmla="*/ 292024 h 605919"/>
                  <a:gd name="connsiteX98" fmla="*/ 59301 w 607336"/>
                  <a:gd name="connsiteY98" fmla="*/ 324187 h 605919"/>
                  <a:gd name="connsiteX99" fmla="*/ 84457 w 607336"/>
                  <a:gd name="connsiteY99" fmla="*/ 305279 h 605919"/>
                  <a:gd name="connsiteX100" fmla="*/ 92440 w 607336"/>
                  <a:gd name="connsiteY100" fmla="*/ 302683 h 605919"/>
                  <a:gd name="connsiteX101" fmla="*/ 100330 w 607336"/>
                  <a:gd name="connsiteY101" fmla="*/ 305279 h 605919"/>
                  <a:gd name="connsiteX102" fmla="*/ 125486 w 607336"/>
                  <a:gd name="connsiteY102" fmla="*/ 324187 h 605919"/>
                  <a:gd name="connsiteX103" fmla="*/ 119081 w 607336"/>
                  <a:gd name="connsiteY103" fmla="*/ 292117 h 605919"/>
                  <a:gd name="connsiteX104" fmla="*/ 122701 w 607336"/>
                  <a:gd name="connsiteY104" fmla="*/ 280160 h 605919"/>
                  <a:gd name="connsiteX105" fmla="*/ 139781 w 607336"/>
                  <a:gd name="connsiteY105" fmla="*/ 263105 h 605919"/>
                  <a:gd name="connsiteX106" fmla="*/ 118802 w 607336"/>
                  <a:gd name="connsiteY106" fmla="*/ 263105 h 605919"/>
                  <a:gd name="connsiteX107" fmla="*/ 107013 w 607336"/>
                  <a:gd name="connsiteY107" fmla="*/ 255875 h 605919"/>
                  <a:gd name="connsiteX108" fmla="*/ 514938 w 607336"/>
                  <a:gd name="connsiteY108" fmla="*/ 184598 h 605919"/>
                  <a:gd name="connsiteX109" fmla="*/ 526744 w 607336"/>
                  <a:gd name="connsiteY109" fmla="*/ 191271 h 605919"/>
                  <a:gd name="connsiteX110" fmla="*/ 549495 w 607336"/>
                  <a:gd name="connsiteY110" fmla="*/ 236782 h 605919"/>
                  <a:gd name="connsiteX111" fmla="*/ 594160 w 607336"/>
                  <a:gd name="connsiteY111" fmla="*/ 236782 h 605919"/>
                  <a:gd name="connsiteX112" fmla="*/ 606325 w 607336"/>
                  <a:gd name="connsiteY112" fmla="*/ 244938 h 605919"/>
                  <a:gd name="connsiteX113" fmla="*/ 603539 w 607336"/>
                  <a:gd name="connsiteY113" fmla="*/ 259305 h 605919"/>
                  <a:gd name="connsiteX114" fmla="*/ 568902 w 607336"/>
                  <a:gd name="connsiteY114" fmla="*/ 293878 h 605919"/>
                  <a:gd name="connsiteX115" fmla="*/ 580696 w 607336"/>
                  <a:gd name="connsiteY115" fmla="*/ 352828 h 605919"/>
                  <a:gd name="connsiteX116" fmla="*/ 574753 w 607336"/>
                  <a:gd name="connsiteY116" fmla="*/ 366546 h 605919"/>
                  <a:gd name="connsiteX117" fmla="*/ 567788 w 607336"/>
                  <a:gd name="connsiteY117" fmla="*/ 368585 h 605919"/>
                  <a:gd name="connsiteX118" fmla="*/ 559802 w 607336"/>
                  <a:gd name="connsiteY118" fmla="*/ 365990 h 605919"/>
                  <a:gd name="connsiteX119" fmla="*/ 514950 w 607336"/>
                  <a:gd name="connsiteY119" fmla="*/ 332344 h 605919"/>
                  <a:gd name="connsiteX120" fmla="*/ 470006 w 607336"/>
                  <a:gd name="connsiteY120" fmla="*/ 365990 h 605919"/>
                  <a:gd name="connsiteX121" fmla="*/ 455055 w 607336"/>
                  <a:gd name="connsiteY121" fmla="*/ 366546 h 605919"/>
                  <a:gd name="connsiteX122" fmla="*/ 449205 w 607336"/>
                  <a:gd name="connsiteY122" fmla="*/ 352828 h 605919"/>
                  <a:gd name="connsiteX123" fmla="*/ 460999 w 607336"/>
                  <a:gd name="connsiteY123" fmla="*/ 293878 h 605919"/>
                  <a:gd name="connsiteX124" fmla="*/ 426362 w 607336"/>
                  <a:gd name="connsiteY124" fmla="*/ 259305 h 605919"/>
                  <a:gd name="connsiteX125" fmla="*/ 423483 w 607336"/>
                  <a:gd name="connsiteY125" fmla="*/ 244938 h 605919"/>
                  <a:gd name="connsiteX126" fmla="*/ 435648 w 607336"/>
                  <a:gd name="connsiteY126" fmla="*/ 236782 h 605919"/>
                  <a:gd name="connsiteX127" fmla="*/ 480313 w 607336"/>
                  <a:gd name="connsiteY127" fmla="*/ 236782 h 605919"/>
                  <a:gd name="connsiteX128" fmla="*/ 503064 w 607336"/>
                  <a:gd name="connsiteY128" fmla="*/ 191271 h 605919"/>
                  <a:gd name="connsiteX129" fmla="*/ 514938 w 607336"/>
                  <a:gd name="connsiteY129" fmla="*/ 184598 h 605919"/>
                  <a:gd name="connsiteX130" fmla="*/ 92394 w 607336"/>
                  <a:gd name="connsiteY130" fmla="*/ 184598 h 605919"/>
                  <a:gd name="connsiteX131" fmla="*/ 104229 w 607336"/>
                  <a:gd name="connsiteY131" fmla="*/ 191271 h 605919"/>
                  <a:gd name="connsiteX132" fmla="*/ 126971 w 607336"/>
                  <a:gd name="connsiteY132" fmla="*/ 236782 h 605919"/>
                  <a:gd name="connsiteX133" fmla="*/ 171620 w 607336"/>
                  <a:gd name="connsiteY133" fmla="*/ 236782 h 605919"/>
                  <a:gd name="connsiteX134" fmla="*/ 183780 w 607336"/>
                  <a:gd name="connsiteY134" fmla="*/ 244938 h 605919"/>
                  <a:gd name="connsiteX135" fmla="*/ 180902 w 607336"/>
                  <a:gd name="connsiteY135" fmla="*/ 259305 h 605919"/>
                  <a:gd name="connsiteX136" fmla="*/ 146371 w 607336"/>
                  <a:gd name="connsiteY136" fmla="*/ 293878 h 605919"/>
                  <a:gd name="connsiteX137" fmla="*/ 158160 w 607336"/>
                  <a:gd name="connsiteY137" fmla="*/ 352828 h 605919"/>
                  <a:gd name="connsiteX138" fmla="*/ 152219 w 607336"/>
                  <a:gd name="connsiteY138" fmla="*/ 366546 h 605919"/>
                  <a:gd name="connsiteX139" fmla="*/ 145257 w 607336"/>
                  <a:gd name="connsiteY139" fmla="*/ 368585 h 605919"/>
                  <a:gd name="connsiteX140" fmla="*/ 137274 w 607336"/>
                  <a:gd name="connsiteY140" fmla="*/ 365990 h 605919"/>
                  <a:gd name="connsiteX141" fmla="*/ 92440 w 607336"/>
                  <a:gd name="connsiteY141" fmla="*/ 332344 h 605919"/>
                  <a:gd name="connsiteX142" fmla="*/ 47513 w 607336"/>
                  <a:gd name="connsiteY142" fmla="*/ 365990 h 605919"/>
                  <a:gd name="connsiteX143" fmla="*/ 32568 w 607336"/>
                  <a:gd name="connsiteY143" fmla="*/ 366546 h 605919"/>
                  <a:gd name="connsiteX144" fmla="*/ 26627 w 607336"/>
                  <a:gd name="connsiteY144" fmla="*/ 352828 h 605919"/>
                  <a:gd name="connsiteX145" fmla="*/ 38509 w 607336"/>
                  <a:gd name="connsiteY145" fmla="*/ 293878 h 605919"/>
                  <a:gd name="connsiteX146" fmla="*/ 3885 w 607336"/>
                  <a:gd name="connsiteY146" fmla="*/ 259305 h 605919"/>
                  <a:gd name="connsiteX147" fmla="*/ 1007 w 607336"/>
                  <a:gd name="connsiteY147" fmla="*/ 244938 h 605919"/>
                  <a:gd name="connsiteX148" fmla="*/ 13167 w 607336"/>
                  <a:gd name="connsiteY148" fmla="*/ 236782 h 605919"/>
                  <a:gd name="connsiteX149" fmla="*/ 57816 w 607336"/>
                  <a:gd name="connsiteY149" fmla="*/ 236782 h 605919"/>
                  <a:gd name="connsiteX150" fmla="*/ 80558 w 607336"/>
                  <a:gd name="connsiteY150" fmla="*/ 191271 h 605919"/>
                  <a:gd name="connsiteX151" fmla="*/ 92394 w 607336"/>
                  <a:gd name="connsiteY151" fmla="*/ 184598 h 605919"/>
                  <a:gd name="connsiteX152" fmla="*/ 303666 w 607336"/>
                  <a:gd name="connsiteY152" fmla="*/ 42096 h 605919"/>
                  <a:gd name="connsiteX153" fmla="*/ 289089 w 607336"/>
                  <a:gd name="connsiteY153" fmla="*/ 71304 h 605919"/>
                  <a:gd name="connsiteX154" fmla="*/ 277297 w 607336"/>
                  <a:gd name="connsiteY154" fmla="*/ 78537 h 605919"/>
                  <a:gd name="connsiteX155" fmla="*/ 256313 w 607336"/>
                  <a:gd name="connsiteY155" fmla="*/ 78537 h 605919"/>
                  <a:gd name="connsiteX156" fmla="*/ 273397 w 607336"/>
                  <a:gd name="connsiteY156" fmla="*/ 95598 h 605919"/>
                  <a:gd name="connsiteX157" fmla="*/ 277018 w 607336"/>
                  <a:gd name="connsiteY157" fmla="*/ 107467 h 605919"/>
                  <a:gd name="connsiteX158" fmla="*/ 270612 w 607336"/>
                  <a:gd name="connsiteY158" fmla="*/ 139642 h 605919"/>
                  <a:gd name="connsiteX159" fmla="*/ 295774 w 607336"/>
                  <a:gd name="connsiteY159" fmla="*/ 120726 h 605919"/>
                  <a:gd name="connsiteX160" fmla="*/ 303666 w 607336"/>
                  <a:gd name="connsiteY160" fmla="*/ 118130 h 605919"/>
                  <a:gd name="connsiteX161" fmla="*/ 311651 w 607336"/>
                  <a:gd name="connsiteY161" fmla="*/ 120726 h 605919"/>
                  <a:gd name="connsiteX162" fmla="*/ 336813 w 607336"/>
                  <a:gd name="connsiteY162" fmla="*/ 139642 h 605919"/>
                  <a:gd name="connsiteX163" fmla="*/ 330407 w 607336"/>
                  <a:gd name="connsiteY163" fmla="*/ 107467 h 605919"/>
                  <a:gd name="connsiteX164" fmla="*/ 333935 w 607336"/>
                  <a:gd name="connsiteY164" fmla="*/ 95598 h 605919"/>
                  <a:gd name="connsiteX165" fmla="*/ 351019 w 607336"/>
                  <a:gd name="connsiteY165" fmla="*/ 78537 h 605919"/>
                  <a:gd name="connsiteX166" fmla="*/ 330128 w 607336"/>
                  <a:gd name="connsiteY166" fmla="*/ 78537 h 605919"/>
                  <a:gd name="connsiteX167" fmla="*/ 318336 w 607336"/>
                  <a:gd name="connsiteY167" fmla="*/ 71304 h 605919"/>
                  <a:gd name="connsiteX168" fmla="*/ 303666 w 607336"/>
                  <a:gd name="connsiteY168" fmla="*/ 0 h 605919"/>
                  <a:gd name="connsiteX169" fmla="*/ 315458 w 607336"/>
                  <a:gd name="connsiteY169" fmla="*/ 6676 h 605919"/>
                  <a:gd name="connsiteX170" fmla="*/ 338206 w 607336"/>
                  <a:gd name="connsiteY170" fmla="*/ 52203 h 605919"/>
                  <a:gd name="connsiteX171" fmla="*/ 382866 w 607336"/>
                  <a:gd name="connsiteY171" fmla="*/ 52203 h 605919"/>
                  <a:gd name="connsiteX172" fmla="*/ 395122 w 607336"/>
                  <a:gd name="connsiteY172" fmla="*/ 60363 h 605919"/>
                  <a:gd name="connsiteX173" fmla="*/ 392244 w 607336"/>
                  <a:gd name="connsiteY173" fmla="*/ 74735 h 605919"/>
                  <a:gd name="connsiteX174" fmla="*/ 357611 w 607336"/>
                  <a:gd name="connsiteY174" fmla="*/ 109229 h 605919"/>
                  <a:gd name="connsiteX175" fmla="*/ 369403 w 607336"/>
                  <a:gd name="connsiteY175" fmla="*/ 168294 h 605919"/>
                  <a:gd name="connsiteX176" fmla="*/ 363461 w 607336"/>
                  <a:gd name="connsiteY176" fmla="*/ 182017 h 605919"/>
                  <a:gd name="connsiteX177" fmla="*/ 356497 w 607336"/>
                  <a:gd name="connsiteY177" fmla="*/ 184057 h 605919"/>
                  <a:gd name="connsiteX178" fmla="*/ 348605 w 607336"/>
                  <a:gd name="connsiteY178" fmla="*/ 181368 h 605919"/>
                  <a:gd name="connsiteX179" fmla="*/ 303666 w 607336"/>
                  <a:gd name="connsiteY179" fmla="*/ 147802 h 605919"/>
                  <a:gd name="connsiteX180" fmla="*/ 258820 w 607336"/>
                  <a:gd name="connsiteY180" fmla="*/ 181368 h 605919"/>
                  <a:gd name="connsiteX181" fmla="*/ 243871 w 607336"/>
                  <a:gd name="connsiteY181" fmla="*/ 182017 h 605919"/>
                  <a:gd name="connsiteX182" fmla="*/ 237929 w 607336"/>
                  <a:gd name="connsiteY182" fmla="*/ 168294 h 605919"/>
                  <a:gd name="connsiteX183" fmla="*/ 249721 w 607336"/>
                  <a:gd name="connsiteY183" fmla="*/ 109229 h 605919"/>
                  <a:gd name="connsiteX184" fmla="*/ 215088 w 607336"/>
                  <a:gd name="connsiteY184" fmla="*/ 74735 h 605919"/>
                  <a:gd name="connsiteX185" fmla="*/ 212210 w 607336"/>
                  <a:gd name="connsiteY185" fmla="*/ 60363 h 605919"/>
                  <a:gd name="connsiteX186" fmla="*/ 224466 w 607336"/>
                  <a:gd name="connsiteY186" fmla="*/ 52203 h 605919"/>
                  <a:gd name="connsiteX187" fmla="*/ 269126 w 607336"/>
                  <a:gd name="connsiteY187" fmla="*/ 52203 h 605919"/>
                  <a:gd name="connsiteX188" fmla="*/ 291874 w 607336"/>
                  <a:gd name="connsiteY188" fmla="*/ 6676 h 605919"/>
                  <a:gd name="connsiteX189" fmla="*/ 303666 w 607336"/>
                  <a:gd name="connsiteY189" fmla="*/ 0 h 605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</a:cxnLst>
                <a:rect l="l" t="t" r="r" b="b"/>
                <a:pathLst>
                  <a:path w="607336" h="605919">
                    <a:moveTo>
                      <a:pt x="435684" y="463990"/>
                    </a:moveTo>
                    <a:lnTo>
                      <a:pt x="421104" y="493187"/>
                    </a:lnTo>
                    <a:cubicBezTo>
                      <a:pt x="418876" y="497637"/>
                      <a:pt x="414326" y="500417"/>
                      <a:pt x="409311" y="500417"/>
                    </a:cubicBezTo>
                    <a:lnTo>
                      <a:pt x="388325" y="500417"/>
                    </a:lnTo>
                    <a:lnTo>
                      <a:pt x="405411" y="517472"/>
                    </a:lnTo>
                    <a:cubicBezTo>
                      <a:pt x="408568" y="520623"/>
                      <a:pt x="409961" y="525072"/>
                      <a:pt x="409033" y="529429"/>
                    </a:cubicBezTo>
                    <a:lnTo>
                      <a:pt x="402625" y="561499"/>
                    </a:lnTo>
                    <a:lnTo>
                      <a:pt x="427790" y="542591"/>
                    </a:lnTo>
                    <a:cubicBezTo>
                      <a:pt x="430112" y="540830"/>
                      <a:pt x="432991" y="539995"/>
                      <a:pt x="435684" y="539995"/>
                    </a:cubicBezTo>
                    <a:cubicBezTo>
                      <a:pt x="438469" y="539995"/>
                      <a:pt x="441255" y="540830"/>
                      <a:pt x="443670" y="542591"/>
                    </a:cubicBezTo>
                    <a:lnTo>
                      <a:pt x="468835" y="561499"/>
                    </a:lnTo>
                    <a:lnTo>
                      <a:pt x="462427" y="529429"/>
                    </a:lnTo>
                    <a:cubicBezTo>
                      <a:pt x="461499" y="525072"/>
                      <a:pt x="462892" y="520623"/>
                      <a:pt x="466049" y="517472"/>
                    </a:cubicBezTo>
                    <a:lnTo>
                      <a:pt x="483042" y="500417"/>
                    </a:lnTo>
                    <a:lnTo>
                      <a:pt x="462149" y="500417"/>
                    </a:lnTo>
                    <a:cubicBezTo>
                      <a:pt x="457134" y="500417"/>
                      <a:pt x="452584" y="497637"/>
                      <a:pt x="450356" y="493187"/>
                    </a:cubicBezTo>
                    <a:close/>
                    <a:moveTo>
                      <a:pt x="171614" y="463990"/>
                    </a:moveTo>
                    <a:lnTo>
                      <a:pt x="157040" y="493187"/>
                    </a:lnTo>
                    <a:cubicBezTo>
                      <a:pt x="154813" y="497637"/>
                      <a:pt x="150171" y="500417"/>
                      <a:pt x="145252" y="500417"/>
                    </a:cubicBezTo>
                    <a:lnTo>
                      <a:pt x="124273" y="500417"/>
                    </a:lnTo>
                    <a:lnTo>
                      <a:pt x="141353" y="517472"/>
                    </a:lnTo>
                    <a:cubicBezTo>
                      <a:pt x="144416" y="520623"/>
                      <a:pt x="145809" y="525072"/>
                      <a:pt x="144973" y="529429"/>
                    </a:cubicBezTo>
                    <a:lnTo>
                      <a:pt x="138568" y="561499"/>
                    </a:lnTo>
                    <a:lnTo>
                      <a:pt x="163724" y="542591"/>
                    </a:lnTo>
                    <a:cubicBezTo>
                      <a:pt x="166044" y="540830"/>
                      <a:pt x="168829" y="539995"/>
                      <a:pt x="171614" y="539995"/>
                    </a:cubicBezTo>
                    <a:cubicBezTo>
                      <a:pt x="174399" y="539995"/>
                      <a:pt x="177183" y="540830"/>
                      <a:pt x="179504" y="542591"/>
                    </a:cubicBezTo>
                    <a:lnTo>
                      <a:pt x="204660" y="561499"/>
                    </a:lnTo>
                    <a:lnTo>
                      <a:pt x="198255" y="529429"/>
                    </a:lnTo>
                    <a:cubicBezTo>
                      <a:pt x="197419" y="525072"/>
                      <a:pt x="198812" y="520623"/>
                      <a:pt x="201875" y="517472"/>
                    </a:cubicBezTo>
                    <a:lnTo>
                      <a:pt x="218955" y="500417"/>
                    </a:lnTo>
                    <a:lnTo>
                      <a:pt x="197976" y="500417"/>
                    </a:lnTo>
                    <a:cubicBezTo>
                      <a:pt x="193057" y="500417"/>
                      <a:pt x="188415" y="497637"/>
                      <a:pt x="186187" y="493187"/>
                    </a:cubicBezTo>
                    <a:close/>
                    <a:moveTo>
                      <a:pt x="435695" y="421910"/>
                    </a:moveTo>
                    <a:cubicBezTo>
                      <a:pt x="440490" y="421910"/>
                      <a:pt x="445295" y="424134"/>
                      <a:pt x="447570" y="428583"/>
                    </a:cubicBezTo>
                    <a:lnTo>
                      <a:pt x="470321" y="474094"/>
                    </a:lnTo>
                    <a:lnTo>
                      <a:pt x="514986" y="474094"/>
                    </a:lnTo>
                    <a:cubicBezTo>
                      <a:pt x="520279" y="474094"/>
                      <a:pt x="525108" y="477245"/>
                      <a:pt x="527151" y="482250"/>
                    </a:cubicBezTo>
                    <a:cubicBezTo>
                      <a:pt x="529194" y="487163"/>
                      <a:pt x="528080" y="492817"/>
                      <a:pt x="524272" y="496617"/>
                    </a:cubicBezTo>
                    <a:lnTo>
                      <a:pt x="489635" y="531190"/>
                    </a:lnTo>
                    <a:lnTo>
                      <a:pt x="501429" y="590140"/>
                    </a:lnTo>
                    <a:cubicBezTo>
                      <a:pt x="502543" y="595516"/>
                      <a:pt x="500222" y="600985"/>
                      <a:pt x="495579" y="603858"/>
                    </a:cubicBezTo>
                    <a:cubicBezTo>
                      <a:pt x="493443" y="605248"/>
                      <a:pt x="491028" y="605897"/>
                      <a:pt x="488521" y="605897"/>
                    </a:cubicBezTo>
                    <a:cubicBezTo>
                      <a:pt x="485735" y="605897"/>
                      <a:pt x="482950" y="604970"/>
                      <a:pt x="480628" y="603302"/>
                    </a:cubicBezTo>
                    <a:lnTo>
                      <a:pt x="435684" y="569656"/>
                    </a:lnTo>
                    <a:lnTo>
                      <a:pt x="390832" y="603302"/>
                    </a:lnTo>
                    <a:cubicBezTo>
                      <a:pt x="386375" y="606546"/>
                      <a:pt x="380524" y="606824"/>
                      <a:pt x="375881" y="603858"/>
                    </a:cubicBezTo>
                    <a:cubicBezTo>
                      <a:pt x="371238" y="600985"/>
                      <a:pt x="368917" y="595516"/>
                      <a:pt x="369938" y="590140"/>
                    </a:cubicBezTo>
                    <a:lnTo>
                      <a:pt x="381732" y="531190"/>
                    </a:lnTo>
                    <a:lnTo>
                      <a:pt x="347095" y="496617"/>
                    </a:lnTo>
                    <a:cubicBezTo>
                      <a:pt x="343380" y="492817"/>
                      <a:pt x="342266" y="487163"/>
                      <a:pt x="344309" y="482250"/>
                    </a:cubicBezTo>
                    <a:cubicBezTo>
                      <a:pt x="346352" y="477245"/>
                      <a:pt x="351181" y="474094"/>
                      <a:pt x="356474" y="474094"/>
                    </a:cubicBezTo>
                    <a:lnTo>
                      <a:pt x="401139" y="474094"/>
                    </a:lnTo>
                    <a:lnTo>
                      <a:pt x="423890" y="428583"/>
                    </a:lnTo>
                    <a:cubicBezTo>
                      <a:pt x="426119" y="424134"/>
                      <a:pt x="430901" y="421910"/>
                      <a:pt x="435695" y="421910"/>
                    </a:cubicBezTo>
                    <a:close/>
                    <a:moveTo>
                      <a:pt x="171614" y="421910"/>
                    </a:moveTo>
                    <a:cubicBezTo>
                      <a:pt x="176395" y="421910"/>
                      <a:pt x="181175" y="424134"/>
                      <a:pt x="183403" y="428583"/>
                    </a:cubicBezTo>
                    <a:lnTo>
                      <a:pt x="206145" y="474094"/>
                    </a:lnTo>
                    <a:lnTo>
                      <a:pt x="250794" y="474094"/>
                    </a:lnTo>
                    <a:cubicBezTo>
                      <a:pt x="256178" y="474094"/>
                      <a:pt x="261005" y="477245"/>
                      <a:pt x="262954" y="482250"/>
                    </a:cubicBezTo>
                    <a:cubicBezTo>
                      <a:pt x="264996" y="487163"/>
                      <a:pt x="263882" y="492817"/>
                      <a:pt x="260169" y="496617"/>
                    </a:cubicBezTo>
                    <a:lnTo>
                      <a:pt x="225545" y="531190"/>
                    </a:lnTo>
                    <a:lnTo>
                      <a:pt x="237334" y="590140"/>
                    </a:lnTo>
                    <a:cubicBezTo>
                      <a:pt x="238448" y="595516"/>
                      <a:pt x="236035" y="600985"/>
                      <a:pt x="231393" y="603858"/>
                    </a:cubicBezTo>
                    <a:cubicBezTo>
                      <a:pt x="229351" y="605248"/>
                      <a:pt x="226845" y="605897"/>
                      <a:pt x="224431" y="605897"/>
                    </a:cubicBezTo>
                    <a:cubicBezTo>
                      <a:pt x="221647" y="605897"/>
                      <a:pt x="218862" y="604970"/>
                      <a:pt x="216541" y="603302"/>
                    </a:cubicBezTo>
                    <a:lnTo>
                      <a:pt x="171614" y="569656"/>
                    </a:lnTo>
                    <a:lnTo>
                      <a:pt x="126687" y="603302"/>
                    </a:lnTo>
                    <a:cubicBezTo>
                      <a:pt x="122324" y="606546"/>
                      <a:pt x="116383" y="606824"/>
                      <a:pt x="111742" y="603858"/>
                    </a:cubicBezTo>
                    <a:cubicBezTo>
                      <a:pt x="107100" y="600985"/>
                      <a:pt x="104780" y="595516"/>
                      <a:pt x="105894" y="590140"/>
                    </a:cubicBezTo>
                    <a:lnTo>
                      <a:pt x="117683" y="531190"/>
                    </a:lnTo>
                    <a:lnTo>
                      <a:pt x="83059" y="496617"/>
                    </a:lnTo>
                    <a:cubicBezTo>
                      <a:pt x="79253" y="492817"/>
                      <a:pt x="78139" y="487163"/>
                      <a:pt x="80181" y="482250"/>
                    </a:cubicBezTo>
                    <a:cubicBezTo>
                      <a:pt x="82223" y="477245"/>
                      <a:pt x="87050" y="474094"/>
                      <a:pt x="92434" y="474094"/>
                    </a:cubicBezTo>
                    <a:lnTo>
                      <a:pt x="137083" y="474094"/>
                    </a:lnTo>
                    <a:lnTo>
                      <a:pt x="159825" y="428583"/>
                    </a:lnTo>
                    <a:cubicBezTo>
                      <a:pt x="162053" y="424134"/>
                      <a:pt x="166834" y="421910"/>
                      <a:pt x="171614" y="421910"/>
                    </a:cubicBezTo>
                    <a:close/>
                    <a:moveTo>
                      <a:pt x="514950" y="226678"/>
                    </a:moveTo>
                    <a:lnTo>
                      <a:pt x="500278" y="255875"/>
                    </a:lnTo>
                    <a:cubicBezTo>
                      <a:pt x="498050" y="260325"/>
                      <a:pt x="493500" y="263105"/>
                      <a:pt x="488485" y="263105"/>
                    </a:cubicBezTo>
                    <a:lnTo>
                      <a:pt x="467592" y="263105"/>
                    </a:lnTo>
                    <a:lnTo>
                      <a:pt x="484678" y="280160"/>
                    </a:lnTo>
                    <a:cubicBezTo>
                      <a:pt x="487742" y="283311"/>
                      <a:pt x="489135" y="287760"/>
                      <a:pt x="488207" y="292117"/>
                    </a:cubicBezTo>
                    <a:lnTo>
                      <a:pt x="481799" y="324187"/>
                    </a:lnTo>
                    <a:lnTo>
                      <a:pt x="506964" y="305279"/>
                    </a:lnTo>
                    <a:cubicBezTo>
                      <a:pt x="509379" y="303518"/>
                      <a:pt x="512165" y="302683"/>
                      <a:pt x="514950" y="302683"/>
                    </a:cubicBezTo>
                    <a:cubicBezTo>
                      <a:pt x="517736" y="302683"/>
                      <a:pt x="520522" y="303518"/>
                      <a:pt x="522844" y="305279"/>
                    </a:cubicBezTo>
                    <a:lnTo>
                      <a:pt x="548009" y="324187"/>
                    </a:lnTo>
                    <a:lnTo>
                      <a:pt x="541601" y="292117"/>
                    </a:lnTo>
                    <a:cubicBezTo>
                      <a:pt x="540766" y="287760"/>
                      <a:pt x="542066" y="283311"/>
                      <a:pt x="545223" y="280160"/>
                    </a:cubicBezTo>
                    <a:lnTo>
                      <a:pt x="562309" y="263105"/>
                    </a:lnTo>
                    <a:lnTo>
                      <a:pt x="541323" y="263105"/>
                    </a:lnTo>
                    <a:cubicBezTo>
                      <a:pt x="536308" y="263105"/>
                      <a:pt x="531758" y="260325"/>
                      <a:pt x="529530" y="255875"/>
                    </a:cubicBezTo>
                    <a:close/>
                    <a:moveTo>
                      <a:pt x="92440" y="226678"/>
                    </a:moveTo>
                    <a:lnTo>
                      <a:pt x="77774" y="255875"/>
                    </a:lnTo>
                    <a:cubicBezTo>
                      <a:pt x="75546" y="260325"/>
                      <a:pt x="70997" y="263105"/>
                      <a:pt x="65985" y="263105"/>
                    </a:cubicBezTo>
                    <a:lnTo>
                      <a:pt x="45099" y="263105"/>
                    </a:lnTo>
                    <a:lnTo>
                      <a:pt x="62086" y="280160"/>
                    </a:lnTo>
                    <a:cubicBezTo>
                      <a:pt x="65242" y="283219"/>
                      <a:pt x="66635" y="287760"/>
                      <a:pt x="65706" y="292024"/>
                    </a:cubicBezTo>
                    <a:lnTo>
                      <a:pt x="59301" y="324187"/>
                    </a:lnTo>
                    <a:lnTo>
                      <a:pt x="84457" y="305279"/>
                    </a:lnTo>
                    <a:cubicBezTo>
                      <a:pt x="86870" y="303518"/>
                      <a:pt x="89655" y="302683"/>
                      <a:pt x="92440" y="302683"/>
                    </a:cubicBezTo>
                    <a:cubicBezTo>
                      <a:pt x="95225" y="302683"/>
                      <a:pt x="98009" y="303518"/>
                      <a:pt x="100330" y="305279"/>
                    </a:cubicBezTo>
                    <a:lnTo>
                      <a:pt x="125486" y="324187"/>
                    </a:lnTo>
                    <a:lnTo>
                      <a:pt x="119081" y="292117"/>
                    </a:lnTo>
                    <a:cubicBezTo>
                      <a:pt x="118245" y="287760"/>
                      <a:pt x="119545" y="283311"/>
                      <a:pt x="122701" y="280160"/>
                    </a:cubicBezTo>
                    <a:lnTo>
                      <a:pt x="139781" y="263105"/>
                    </a:lnTo>
                    <a:lnTo>
                      <a:pt x="118802" y="263105"/>
                    </a:lnTo>
                    <a:cubicBezTo>
                      <a:pt x="113790" y="263105"/>
                      <a:pt x="109241" y="260325"/>
                      <a:pt x="107013" y="255875"/>
                    </a:cubicBezTo>
                    <a:close/>
                    <a:moveTo>
                      <a:pt x="514938" y="184598"/>
                    </a:moveTo>
                    <a:cubicBezTo>
                      <a:pt x="519732" y="184598"/>
                      <a:pt x="524515" y="186822"/>
                      <a:pt x="526744" y="191271"/>
                    </a:cubicBezTo>
                    <a:lnTo>
                      <a:pt x="549495" y="236782"/>
                    </a:lnTo>
                    <a:lnTo>
                      <a:pt x="594160" y="236782"/>
                    </a:lnTo>
                    <a:cubicBezTo>
                      <a:pt x="599453" y="236782"/>
                      <a:pt x="604282" y="239933"/>
                      <a:pt x="606325" y="244938"/>
                    </a:cubicBezTo>
                    <a:cubicBezTo>
                      <a:pt x="608368" y="249851"/>
                      <a:pt x="607254" y="255505"/>
                      <a:pt x="603539" y="259305"/>
                    </a:cubicBezTo>
                    <a:lnTo>
                      <a:pt x="568902" y="293878"/>
                    </a:lnTo>
                    <a:lnTo>
                      <a:pt x="580696" y="352828"/>
                    </a:lnTo>
                    <a:cubicBezTo>
                      <a:pt x="581717" y="358204"/>
                      <a:pt x="579396" y="363673"/>
                      <a:pt x="574753" y="366546"/>
                    </a:cubicBezTo>
                    <a:cubicBezTo>
                      <a:pt x="572617" y="367936"/>
                      <a:pt x="570202" y="368585"/>
                      <a:pt x="567788" y="368585"/>
                    </a:cubicBezTo>
                    <a:cubicBezTo>
                      <a:pt x="565002" y="368585"/>
                      <a:pt x="562216" y="367658"/>
                      <a:pt x="559802" y="365990"/>
                    </a:cubicBezTo>
                    <a:lnTo>
                      <a:pt x="514950" y="332344"/>
                    </a:lnTo>
                    <a:lnTo>
                      <a:pt x="470006" y="365990"/>
                    </a:lnTo>
                    <a:cubicBezTo>
                      <a:pt x="465642" y="369234"/>
                      <a:pt x="459698" y="369512"/>
                      <a:pt x="455055" y="366546"/>
                    </a:cubicBezTo>
                    <a:cubicBezTo>
                      <a:pt x="450412" y="363673"/>
                      <a:pt x="448091" y="358204"/>
                      <a:pt x="449205" y="352828"/>
                    </a:cubicBezTo>
                    <a:lnTo>
                      <a:pt x="460999" y="293878"/>
                    </a:lnTo>
                    <a:lnTo>
                      <a:pt x="426362" y="259305"/>
                    </a:lnTo>
                    <a:cubicBezTo>
                      <a:pt x="422554" y="255505"/>
                      <a:pt x="421440" y="249851"/>
                      <a:pt x="423483" y="244938"/>
                    </a:cubicBezTo>
                    <a:cubicBezTo>
                      <a:pt x="425526" y="239933"/>
                      <a:pt x="430355" y="236782"/>
                      <a:pt x="435648" y="236782"/>
                    </a:cubicBezTo>
                    <a:lnTo>
                      <a:pt x="480313" y="236782"/>
                    </a:lnTo>
                    <a:lnTo>
                      <a:pt x="503064" y="191271"/>
                    </a:lnTo>
                    <a:cubicBezTo>
                      <a:pt x="505339" y="186822"/>
                      <a:pt x="510145" y="184598"/>
                      <a:pt x="514938" y="184598"/>
                    </a:cubicBezTo>
                    <a:close/>
                    <a:moveTo>
                      <a:pt x="92394" y="184598"/>
                    </a:moveTo>
                    <a:cubicBezTo>
                      <a:pt x="97174" y="184598"/>
                      <a:pt x="101955" y="186822"/>
                      <a:pt x="104229" y="191271"/>
                    </a:cubicBezTo>
                    <a:lnTo>
                      <a:pt x="126971" y="236782"/>
                    </a:lnTo>
                    <a:lnTo>
                      <a:pt x="171620" y="236782"/>
                    </a:lnTo>
                    <a:cubicBezTo>
                      <a:pt x="176911" y="236782"/>
                      <a:pt x="181738" y="239933"/>
                      <a:pt x="183780" y="244938"/>
                    </a:cubicBezTo>
                    <a:cubicBezTo>
                      <a:pt x="185822" y="249851"/>
                      <a:pt x="184708" y="255505"/>
                      <a:pt x="180902" y="259305"/>
                    </a:cubicBezTo>
                    <a:lnTo>
                      <a:pt x="146371" y="293878"/>
                    </a:lnTo>
                    <a:lnTo>
                      <a:pt x="158160" y="352828"/>
                    </a:lnTo>
                    <a:cubicBezTo>
                      <a:pt x="159181" y="358204"/>
                      <a:pt x="156861" y="363673"/>
                      <a:pt x="152219" y="366546"/>
                    </a:cubicBezTo>
                    <a:cubicBezTo>
                      <a:pt x="150084" y="367936"/>
                      <a:pt x="147671" y="368585"/>
                      <a:pt x="145257" y="368585"/>
                    </a:cubicBezTo>
                    <a:cubicBezTo>
                      <a:pt x="142473" y="368585"/>
                      <a:pt x="139688" y="367658"/>
                      <a:pt x="137274" y="365990"/>
                    </a:cubicBezTo>
                    <a:lnTo>
                      <a:pt x="92440" y="332344"/>
                    </a:lnTo>
                    <a:lnTo>
                      <a:pt x="47513" y="365990"/>
                    </a:lnTo>
                    <a:cubicBezTo>
                      <a:pt x="43150" y="369234"/>
                      <a:pt x="37209" y="369512"/>
                      <a:pt x="32568" y="366546"/>
                    </a:cubicBezTo>
                    <a:cubicBezTo>
                      <a:pt x="27926" y="363673"/>
                      <a:pt x="25606" y="358204"/>
                      <a:pt x="26627" y="352828"/>
                    </a:cubicBezTo>
                    <a:lnTo>
                      <a:pt x="38509" y="293878"/>
                    </a:lnTo>
                    <a:lnTo>
                      <a:pt x="3885" y="259305"/>
                    </a:lnTo>
                    <a:cubicBezTo>
                      <a:pt x="79" y="255505"/>
                      <a:pt x="-1035" y="249851"/>
                      <a:pt x="1007" y="244938"/>
                    </a:cubicBezTo>
                    <a:cubicBezTo>
                      <a:pt x="3049" y="239933"/>
                      <a:pt x="7876" y="236782"/>
                      <a:pt x="13167" y="236782"/>
                    </a:cubicBezTo>
                    <a:lnTo>
                      <a:pt x="57816" y="236782"/>
                    </a:lnTo>
                    <a:lnTo>
                      <a:pt x="80558" y="191271"/>
                    </a:lnTo>
                    <a:cubicBezTo>
                      <a:pt x="82833" y="186822"/>
                      <a:pt x="87613" y="184598"/>
                      <a:pt x="92394" y="184598"/>
                    </a:cubicBezTo>
                    <a:close/>
                    <a:moveTo>
                      <a:pt x="303666" y="42096"/>
                    </a:moveTo>
                    <a:lnTo>
                      <a:pt x="289089" y="71304"/>
                    </a:lnTo>
                    <a:cubicBezTo>
                      <a:pt x="286860" y="75755"/>
                      <a:pt x="282311" y="78537"/>
                      <a:pt x="277297" y="78537"/>
                    </a:cubicBezTo>
                    <a:lnTo>
                      <a:pt x="256313" y="78537"/>
                    </a:lnTo>
                    <a:lnTo>
                      <a:pt x="273397" y="95598"/>
                    </a:lnTo>
                    <a:cubicBezTo>
                      <a:pt x="276554" y="98658"/>
                      <a:pt x="277854" y="103201"/>
                      <a:pt x="277018" y="107467"/>
                    </a:cubicBezTo>
                    <a:lnTo>
                      <a:pt x="270612" y="139642"/>
                    </a:lnTo>
                    <a:lnTo>
                      <a:pt x="295774" y="120726"/>
                    </a:lnTo>
                    <a:cubicBezTo>
                      <a:pt x="298095" y="118965"/>
                      <a:pt x="300881" y="118130"/>
                      <a:pt x="303666" y="118130"/>
                    </a:cubicBezTo>
                    <a:cubicBezTo>
                      <a:pt x="306451" y="118130"/>
                      <a:pt x="309237" y="118965"/>
                      <a:pt x="311651" y="120726"/>
                    </a:cubicBezTo>
                    <a:lnTo>
                      <a:pt x="336813" y="139642"/>
                    </a:lnTo>
                    <a:lnTo>
                      <a:pt x="330407" y="107467"/>
                    </a:lnTo>
                    <a:cubicBezTo>
                      <a:pt x="329478" y="103201"/>
                      <a:pt x="330871" y="98751"/>
                      <a:pt x="333935" y="95598"/>
                    </a:cubicBezTo>
                    <a:lnTo>
                      <a:pt x="351019" y="78537"/>
                    </a:lnTo>
                    <a:lnTo>
                      <a:pt x="330128" y="78537"/>
                    </a:lnTo>
                    <a:cubicBezTo>
                      <a:pt x="325114" y="78537"/>
                      <a:pt x="320565" y="75755"/>
                      <a:pt x="318336" y="71304"/>
                    </a:cubicBezTo>
                    <a:close/>
                    <a:moveTo>
                      <a:pt x="303666" y="0"/>
                    </a:moveTo>
                    <a:cubicBezTo>
                      <a:pt x="308448" y="0"/>
                      <a:pt x="313229" y="2225"/>
                      <a:pt x="315458" y="6676"/>
                    </a:cubicBezTo>
                    <a:lnTo>
                      <a:pt x="338206" y="52203"/>
                    </a:lnTo>
                    <a:lnTo>
                      <a:pt x="382866" y="52203"/>
                    </a:lnTo>
                    <a:cubicBezTo>
                      <a:pt x="388251" y="52203"/>
                      <a:pt x="393080" y="55356"/>
                      <a:pt x="395122" y="60363"/>
                    </a:cubicBezTo>
                    <a:cubicBezTo>
                      <a:pt x="397165" y="65277"/>
                      <a:pt x="395958" y="70933"/>
                      <a:pt x="392244" y="74735"/>
                    </a:cubicBezTo>
                    <a:lnTo>
                      <a:pt x="357611" y="109229"/>
                    </a:lnTo>
                    <a:lnTo>
                      <a:pt x="369403" y="168294"/>
                    </a:lnTo>
                    <a:cubicBezTo>
                      <a:pt x="370517" y="173579"/>
                      <a:pt x="368196" y="179143"/>
                      <a:pt x="363461" y="182017"/>
                    </a:cubicBezTo>
                    <a:cubicBezTo>
                      <a:pt x="361418" y="183408"/>
                      <a:pt x="359004" y="184057"/>
                      <a:pt x="356497" y="184057"/>
                    </a:cubicBezTo>
                    <a:cubicBezTo>
                      <a:pt x="353712" y="184057"/>
                      <a:pt x="350926" y="183130"/>
                      <a:pt x="348605" y="181368"/>
                    </a:cubicBezTo>
                    <a:lnTo>
                      <a:pt x="303666" y="147802"/>
                    </a:lnTo>
                    <a:lnTo>
                      <a:pt x="258820" y="181368"/>
                    </a:lnTo>
                    <a:cubicBezTo>
                      <a:pt x="254363" y="184706"/>
                      <a:pt x="248514" y="184984"/>
                      <a:pt x="243871" y="182017"/>
                    </a:cubicBezTo>
                    <a:cubicBezTo>
                      <a:pt x="239229" y="179143"/>
                      <a:pt x="236815" y="173672"/>
                      <a:pt x="237929" y="168294"/>
                    </a:cubicBezTo>
                    <a:lnTo>
                      <a:pt x="249721" y="109229"/>
                    </a:lnTo>
                    <a:lnTo>
                      <a:pt x="215088" y="74735"/>
                    </a:lnTo>
                    <a:cubicBezTo>
                      <a:pt x="211374" y="70933"/>
                      <a:pt x="210167" y="65277"/>
                      <a:pt x="212210" y="60363"/>
                    </a:cubicBezTo>
                    <a:cubicBezTo>
                      <a:pt x="214345" y="55356"/>
                      <a:pt x="219081" y="52203"/>
                      <a:pt x="224466" y="52203"/>
                    </a:cubicBezTo>
                    <a:lnTo>
                      <a:pt x="269126" y="52203"/>
                    </a:lnTo>
                    <a:lnTo>
                      <a:pt x="291874" y="6676"/>
                    </a:lnTo>
                    <a:cubicBezTo>
                      <a:pt x="294103" y="2225"/>
                      <a:pt x="298884" y="0"/>
                      <a:pt x="303666" y="0"/>
                    </a:cubicBezTo>
                    <a:close/>
                  </a:path>
                </a:pathLst>
              </a:cu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43" name="文本框 15">
                <a:extLst>
                  <a:ext uri="{FF2B5EF4-FFF2-40B4-BE49-F238E27FC236}">
                    <a16:creationId xmlns:a16="http://schemas.microsoft.com/office/drawing/2014/main" id="{475048AA-E208-6145-0832-925A9A1AD0B7}"/>
                  </a:ext>
                </a:extLst>
              </p:cNvPr>
              <p:cNvSpPr txBox="1"/>
              <p:nvPr/>
            </p:nvSpPr>
            <p:spPr>
              <a:xfrm>
                <a:off x="6176686" y="146948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项目成果</a:t>
                </a:r>
              </a:p>
            </p:txBody>
          </p:sp>
          <p:sp>
            <p:nvSpPr>
              <p:cNvPr id="45" name="文本框 15">
                <a:extLst>
                  <a:ext uri="{FF2B5EF4-FFF2-40B4-BE49-F238E27FC236}">
                    <a16:creationId xmlns:a16="http://schemas.microsoft.com/office/drawing/2014/main" id="{0A28195F-B37D-58EB-6A15-2849C02060FE}"/>
                  </a:ext>
                </a:extLst>
              </p:cNvPr>
              <p:cNvSpPr txBox="1"/>
              <p:nvPr/>
            </p:nvSpPr>
            <p:spPr>
              <a:xfrm>
                <a:off x="7803323" y="154436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项目创新</a:t>
                </a:r>
              </a:p>
            </p:txBody>
          </p:sp>
          <p:sp>
            <p:nvSpPr>
              <p:cNvPr id="46" name="文本框 15">
                <a:extLst>
                  <a:ext uri="{FF2B5EF4-FFF2-40B4-BE49-F238E27FC236}">
                    <a16:creationId xmlns:a16="http://schemas.microsoft.com/office/drawing/2014/main" id="{28BCA4A1-868B-5207-6356-2258BAEB2C88}"/>
                  </a:ext>
                </a:extLst>
              </p:cNvPr>
              <p:cNvSpPr txBox="1"/>
              <p:nvPr/>
            </p:nvSpPr>
            <p:spPr>
              <a:xfrm>
                <a:off x="9372724" y="140702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项目反思</a:t>
                </a:r>
              </a:p>
            </p:txBody>
          </p:sp>
        </p:grpSp>
        <p:sp>
          <p:nvSpPr>
            <p:cNvPr id="19" name="thinking_151421">
              <a:extLst>
                <a:ext uri="{FF2B5EF4-FFF2-40B4-BE49-F238E27FC236}">
                  <a16:creationId xmlns:a16="http://schemas.microsoft.com/office/drawing/2014/main" id="{80E426EE-BE5F-2A2D-F867-73BE599802C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386765" y="268573"/>
              <a:ext cx="177127" cy="234000"/>
            </a:xfrm>
            <a:custGeom>
              <a:avLst/>
              <a:gdLst>
                <a:gd name="connsiteX0" fmla="*/ 227211 w 460766"/>
                <a:gd name="connsiteY0" fmla="*/ 104062 h 608712"/>
                <a:gd name="connsiteX1" fmla="*/ 249692 w 460766"/>
                <a:gd name="connsiteY1" fmla="*/ 116855 h 608712"/>
                <a:gd name="connsiteX2" fmla="*/ 209188 w 460766"/>
                <a:gd name="connsiteY2" fmla="*/ 187641 h 608712"/>
                <a:gd name="connsiteX3" fmla="*/ 258324 w 460766"/>
                <a:gd name="connsiteY3" fmla="*/ 187641 h 608712"/>
                <a:gd name="connsiteX4" fmla="*/ 269422 w 460766"/>
                <a:gd name="connsiteY4" fmla="*/ 193990 h 608712"/>
                <a:gd name="connsiteX5" fmla="*/ 269706 w 460766"/>
                <a:gd name="connsiteY5" fmla="*/ 206687 h 608712"/>
                <a:gd name="connsiteX6" fmla="*/ 216777 w 460766"/>
                <a:gd name="connsiteY6" fmla="*/ 306091 h 608712"/>
                <a:gd name="connsiteX7" fmla="*/ 193917 w 460766"/>
                <a:gd name="connsiteY7" fmla="*/ 293962 h 608712"/>
                <a:gd name="connsiteX8" fmla="*/ 236697 w 460766"/>
                <a:gd name="connsiteY8" fmla="*/ 213510 h 608712"/>
                <a:gd name="connsiteX9" fmla="*/ 186803 w 460766"/>
                <a:gd name="connsiteY9" fmla="*/ 213510 h 608712"/>
                <a:gd name="connsiteX10" fmla="*/ 175610 w 460766"/>
                <a:gd name="connsiteY10" fmla="*/ 207066 h 608712"/>
                <a:gd name="connsiteX11" fmla="*/ 175610 w 460766"/>
                <a:gd name="connsiteY11" fmla="*/ 194179 h 608712"/>
                <a:gd name="connsiteX12" fmla="*/ 207700 w 460766"/>
                <a:gd name="connsiteY12" fmla="*/ 26413 h 608712"/>
                <a:gd name="connsiteX13" fmla="*/ 201361 w 460766"/>
                <a:gd name="connsiteY13" fmla="*/ 26549 h 608712"/>
                <a:gd name="connsiteX14" fmla="*/ 25905 w 460766"/>
                <a:gd name="connsiteY14" fmla="*/ 206216 h 608712"/>
                <a:gd name="connsiteX15" fmla="*/ 63008 w 460766"/>
                <a:gd name="connsiteY15" fmla="*/ 316708 h 608712"/>
                <a:gd name="connsiteX16" fmla="*/ 110928 w 460766"/>
                <a:gd name="connsiteY16" fmla="*/ 466620 h 608712"/>
                <a:gd name="connsiteX17" fmla="*/ 109315 w 460766"/>
                <a:gd name="connsiteY17" fmla="*/ 512958 h 608712"/>
                <a:gd name="connsiteX18" fmla="*/ 107797 w 460766"/>
                <a:gd name="connsiteY18" fmla="*/ 553895 h 608712"/>
                <a:gd name="connsiteX19" fmla="*/ 118994 w 460766"/>
                <a:gd name="connsiteY19" fmla="*/ 563466 h 608712"/>
                <a:gd name="connsiteX20" fmla="*/ 251179 w 460766"/>
                <a:gd name="connsiteY20" fmla="*/ 580902 h 608712"/>
                <a:gd name="connsiteX21" fmla="*/ 269208 w 460766"/>
                <a:gd name="connsiteY21" fmla="*/ 520539 h 608712"/>
                <a:gd name="connsiteX22" fmla="*/ 352523 w 460766"/>
                <a:gd name="connsiteY22" fmla="*/ 496849 h 608712"/>
                <a:gd name="connsiteX23" fmla="*/ 362867 w 460766"/>
                <a:gd name="connsiteY23" fmla="*/ 473917 h 608712"/>
                <a:gd name="connsiteX24" fmla="*/ 370078 w 460766"/>
                <a:gd name="connsiteY24" fmla="*/ 424072 h 608712"/>
                <a:gd name="connsiteX25" fmla="*/ 359071 w 460766"/>
                <a:gd name="connsiteY25" fmla="*/ 413080 h 608712"/>
                <a:gd name="connsiteX26" fmla="*/ 363056 w 460766"/>
                <a:gd name="connsiteY26" fmla="*/ 397350 h 608712"/>
                <a:gd name="connsiteX27" fmla="*/ 385546 w 460766"/>
                <a:gd name="connsiteY27" fmla="*/ 388442 h 608712"/>
                <a:gd name="connsiteX28" fmla="*/ 395604 w 460766"/>
                <a:gd name="connsiteY28" fmla="*/ 354233 h 608712"/>
                <a:gd name="connsiteX29" fmla="*/ 435079 w 460766"/>
                <a:gd name="connsiteY29" fmla="*/ 340872 h 608712"/>
                <a:gd name="connsiteX30" fmla="*/ 421320 w 460766"/>
                <a:gd name="connsiteY30" fmla="*/ 295860 h 608712"/>
                <a:gd name="connsiteX31" fmla="*/ 411167 w 460766"/>
                <a:gd name="connsiteY31" fmla="*/ 210481 h 608712"/>
                <a:gd name="connsiteX32" fmla="*/ 396363 w 460766"/>
                <a:gd name="connsiteY32" fmla="*/ 124248 h 608712"/>
                <a:gd name="connsiteX33" fmla="*/ 207700 w 460766"/>
                <a:gd name="connsiteY33" fmla="*/ 26413 h 608712"/>
                <a:gd name="connsiteX34" fmla="*/ 223516 w 460766"/>
                <a:gd name="connsiteY34" fmla="*/ 133 h 608712"/>
                <a:gd name="connsiteX35" fmla="*/ 419422 w 460766"/>
                <a:gd name="connsiteY35" fmla="*/ 112403 h 608712"/>
                <a:gd name="connsiteX36" fmla="*/ 437072 w 460766"/>
                <a:gd name="connsiteY36" fmla="*/ 210481 h 608712"/>
                <a:gd name="connsiteX37" fmla="*/ 446751 w 460766"/>
                <a:gd name="connsiteY37" fmla="*/ 290743 h 608712"/>
                <a:gd name="connsiteX38" fmla="*/ 460415 w 460766"/>
                <a:gd name="connsiteY38" fmla="*/ 350064 h 608712"/>
                <a:gd name="connsiteX39" fmla="*/ 410123 w 460766"/>
                <a:gd name="connsiteY39" fmla="*/ 375555 h 608712"/>
                <a:gd name="connsiteX40" fmla="*/ 406517 w 460766"/>
                <a:gd name="connsiteY40" fmla="*/ 404457 h 608712"/>
                <a:gd name="connsiteX41" fmla="*/ 397123 w 460766"/>
                <a:gd name="connsiteY41" fmla="*/ 411659 h 608712"/>
                <a:gd name="connsiteX42" fmla="*/ 400823 w 460766"/>
                <a:gd name="connsiteY42" fmla="*/ 429947 h 608712"/>
                <a:gd name="connsiteX43" fmla="*/ 387918 w 460766"/>
                <a:gd name="connsiteY43" fmla="*/ 443498 h 608712"/>
                <a:gd name="connsiteX44" fmla="*/ 388487 w 460766"/>
                <a:gd name="connsiteY44" fmla="*/ 469652 h 608712"/>
                <a:gd name="connsiteX45" fmla="*/ 357078 w 460766"/>
                <a:gd name="connsiteY45" fmla="*/ 522340 h 608712"/>
                <a:gd name="connsiteX46" fmla="*/ 290749 w 460766"/>
                <a:gd name="connsiteY46" fmla="*/ 535038 h 608712"/>
                <a:gd name="connsiteX47" fmla="*/ 276989 w 460766"/>
                <a:gd name="connsiteY47" fmla="*/ 589241 h 608712"/>
                <a:gd name="connsiteX48" fmla="*/ 263515 w 460766"/>
                <a:gd name="connsiteY48" fmla="*/ 608667 h 608712"/>
                <a:gd name="connsiteX49" fmla="*/ 111782 w 460766"/>
                <a:gd name="connsiteY49" fmla="*/ 588672 h 608712"/>
                <a:gd name="connsiteX50" fmla="*/ 105045 w 460766"/>
                <a:gd name="connsiteY50" fmla="*/ 585640 h 608712"/>
                <a:gd name="connsiteX51" fmla="*/ 86541 w 460766"/>
                <a:gd name="connsiteY51" fmla="*/ 569720 h 608712"/>
                <a:gd name="connsiteX52" fmla="*/ 81986 w 460766"/>
                <a:gd name="connsiteY52" fmla="*/ 560244 h 608712"/>
                <a:gd name="connsiteX53" fmla="*/ 83410 w 460766"/>
                <a:gd name="connsiteY53" fmla="*/ 511537 h 608712"/>
                <a:gd name="connsiteX54" fmla="*/ 85023 w 460766"/>
                <a:gd name="connsiteY54" fmla="*/ 466620 h 608712"/>
                <a:gd name="connsiteX55" fmla="*/ 41183 w 460766"/>
                <a:gd name="connsiteY55" fmla="*/ 330733 h 608712"/>
                <a:gd name="connsiteX56" fmla="*/ 0 w 460766"/>
                <a:gd name="connsiteY56" fmla="*/ 206216 h 608712"/>
                <a:gd name="connsiteX57" fmla="*/ 198893 w 460766"/>
                <a:gd name="connsiteY57" fmla="*/ 680 h 608712"/>
                <a:gd name="connsiteX58" fmla="*/ 223516 w 460766"/>
                <a:gd name="connsiteY58" fmla="*/ 133 h 608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460766" h="608712">
                  <a:moveTo>
                    <a:pt x="227211" y="104062"/>
                  </a:moveTo>
                  <a:lnTo>
                    <a:pt x="249692" y="116855"/>
                  </a:lnTo>
                  <a:lnTo>
                    <a:pt x="209188" y="187641"/>
                  </a:lnTo>
                  <a:lnTo>
                    <a:pt x="258324" y="187641"/>
                  </a:lnTo>
                  <a:cubicBezTo>
                    <a:pt x="262782" y="187641"/>
                    <a:pt x="267050" y="190010"/>
                    <a:pt x="269422" y="193990"/>
                  </a:cubicBezTo>
                  <a:cubicBezTo>
                    <a:pt x="271698" y="197875"/>
                    <a:pt x="271888" y="202707"/>
                    <a:pt x="269706" y="206687"/>
                  </a:cubicBezTo>
                  <a:lnTo>
                    <a:pt x="216777" y="306091"/>
                  </a:lnTo>
                  <a:lnTo>
                    <a:pt x="193917" y="293962"/>
                  </a:lnTo>
                  <a:lnTo>
                    <a:pt x="236697" y="213510"/>
                  </a:lnTo>
                  <a:lnTo>
                    <a:pt x="186803" y="213510"/>
                  </a:lnTo>
                  <a:cubicBezTo>
                    <a:pt x="182249" y="213510"/>
                    <a:pt x="177886" y="211141"/>
                    <a:pt x="175610" y="207066"/>
                  </a:cubicBezTo>
                  <a:cubicBezTo>
                    <a:pt x="173333" y="203087"/>
                    <a:pt x="173238" y="198159"/>
                    <a:pt x="175610" y="194179"/>
                  </a:cubicBezTo>
                  <a:close/>
                  <a:moveTo>
                    <a:pt x="207700" y="26413"/>
                  </a:moveTo>
                  <a:cubicBezTo>
                    <a:pt x="203693" y="26425"/>
                    <a:pt x="201432" y="26549"/>
                    <a:pt x="201361" y="26549"/>
                  </a:cubicBezTo>
                  <a:cubicBezTo>
                    <a:pt x="102958" y="27971"/>
                    <a:pt x="25905" y="106907"/>
                    <a:pt x="25905" y="206216"/>
                  </a:cubicBezTo>
                  <a:cubicBezTo>
                    <a:pt x="25905" y="246490"/>
                    <a:pt x="38716" y="284679"/>
                    <a:pt x="63008" y="316708"/>
                  </a:cubicBezTo>
                  <a:cubicBezTo>
                    <a:pt x="63483" y="317182"/>
                    <a:pt x="110928" y="372048"/>
                    <a:pt x="110928" y="466620"/>
                  </a:cubicBezTo>
                  <a:cubicBezTo>
                    <a:pt x="110928" y="483203"/>
                    <a:pt x="110074" y="498365"/>
                    <a:pt x="109315" y="512958"/>
                  </a:cubicBezTo>
                  <a:cubicBezTo>
                    <a:pt x="108461" y="527078"/>
                    <a:pt x="107797" y="540439"/>
                    <a:pt x="107797" y="553895"/>
                  </a:cubicBezTo>
                  <a:lnTo>
                    <a:pt x="118994" y="563466"/>
                  </a:lnTo>
                  <a:lnTo>
                    <a:pt x="251179" y="580902"/>
                  </a:lnTo>
                  <a:cubicBezTo>
                    <a:pt x="252223" y="558538"/>
                    <a:pt x="259055" y="535701"/>
                    <a:pt x="269208" y="520539"/>
                  </a:cubicBezTo>
                  <a:cubicBezTo>
                    <a:pt x="292267" y="486330"/>
                    <a:pt x="345691" y="498081"/>
                    <a:pt x="352523" y="496849"/>
                  </a:cubicBezTo>
                  <a:cubicBezTo>
                    <a:pt x="365998" y="494480"/>
                    <a:pt x="365998" y="492679"/>
                    <a:pt x="362867" y="473917"/>
                  </a:cubicBezTo>
                  <a:cubicBezTo>
                    <a:pt x="361823" y="467568"/>
                    <a:pt x="355465" y="434306"/>
                    <a:pt x="370078" y="424072"/>
                  </a:cubicBezTo>
                  <a:cubicBezTo>
                    <a:pt x="365998" y="421798"/>
                    <a:pt x="361538" y="418576"/>
                    <a:pt x="359071" y="413080"/>
                  </a:cubicBezTo>
                  <a:cubicBezTo>
                    <a:pt x="356509" y="407584"/>
                    <a:pt x="358122" y="400951"/>
                    <a:pt x="363056" y="397350"/>
                  </a:cubicBezTo>
                  <a:cubicBezTo>
                    <a:pt x="367326" y="394128"/>
                    <a:pt x="383648" y="389200"/>
                    <a:pt x="385546" y="388442"/>
                  </a:cubicBezTo>
                  <a:cubicBezTo>
                    <a:pt x="385451" y="387305"/>
                    <a:pt x="379662" y="366078"/>
                    <a:pt x="395604" y="354233"/>
                  </a:cubicBezTo>
                  <a:cubicBezTo>
                    <a:pt x="404904" y="347410"/>
                    <a:pt x="430999" y="348074"/>
                    <a:pt x="435079" y="340872"/>
                  </a:cubicBezTo>
                  <a:cubicBezTo>
                    <a:pt x="436123" y="338977"/>
                    <a:pt x="422933" y="303536"/>
                    <a:pt x="421320" y="295860"/>
                  </a:cubicBezTo>
                  <a:cubicBezTo>
                    <a:pt x="416101" y="269327"/>
                    <a:pt x="411167" y="240615"/>
                    <a:pt x="411167" y="210481"/>
                  </a:cubicBezTo>
                  <a:cubicBezTo>
                    <a:pt x="411167" y="180062"/>
                    <a:pt x="409838" y="150686"/>
                    <a:pt x="396363" y="124248"/>
                  </a:cubicBezTo>
                  <a:cubicBezTo>
                    <a:pt x="349368" y="31796"/>
                    <a:pt x="235751" y="26334"/>
                    <a:pt x="207700" y="26413"/>
                  </a:cubicBezTo>
                  <a:close/>
                  <a:moveTo>
                    <a:pt x="223516" y="133"/>
                  </a:moveTo>
                  <a:cubicBezTo>
                    <a:pt x="268829" y="1604"/>
                    <a:pt x="365690" y="16600"/>
                    <a:pt x="419422" y="112403"/>
                  </a:cubicBezTo>
                  <a:cubicBezTo>
                    <a:pt x="436787" y="143295"/>
                    <a:pt x="437072" y="178072"/>
                    <a:pt x="437072" y="210481"/>
                  </a:cubicBezTo>
                  <a:cubicBezTo>
                    <a:pt x="437072" y="238340"/>
                    <a:pt x="441722" y="265537"/>
                    <a:pt x="446751" y="290743"/>
                  </a:cubicBezTo>
                  <a:cubicBezTo>
                    <a:pt x="447890" y="296145"/>
                    <a:pt x="463262" y="331396"/>
                    <a:pt x="460415" y="350064"/>
                  </a:cubicBezTo>
                  <a:cubicBezTo>
                    <a:pt x="459846" y="353665"/>
                    <a:pt x="447131" y="373849"/>
                    <a:pt x="410123" y="375555"/>
                  </a:cubicBezTo>
                  <a:cubicBezTo>
                    <a:pt x="410407" y="376123"/>
                    <a:pt x="413918" y="394791"/>
                    <a:pt x="406517" y="404457"/>
                  </a:cubicBezTo>
                  <a:cubicBezTo>
                    <a:pt x="404145" y="407679"/>
                    <a:pt x="400823" y="409953"/>
                    <a:pt x="397123" y="411659"/>
                  </a:cubicBezTo>
                  <a:cubicBezTo>
                    <a:pt x="400634" y="415923"/>
                    <a:pt x="402911" y="421798"/>
                    <a:pt x="400823" y="429947"/>
                  </a:cubicBezTo>
                  <a:cubicBezTo>
                    <a:pt x="398831" y="437907"/>
                    <a:pt x="391714" y="440845"/>
                    <a:pt x="387918" y="443498"/>
                  </a:cubicBezTo>
                  <a:cubicBezTo>
                    <a:pt x="384976" y="445678"/>
                    <a:pt x="387538" y="463967"/>
                    <a:pt x="388487" y="469652"/>
                  </a:cubicBezTo>
                  <a:cubicBezTo>
                    <a:pt x="391144" y="485667"/>
                    <a:pt x="396079" y="515422"/>
                    <a:pt x="357078" y="522340"/>
                  </a:cubicBezTo>
                  <a:cubicBezTo>
                    <a:pt x="348158" y="523950"/>
                    <a:pt x="305647" y="514853"/>
                    <a:pt x="290749" y="535038"/>
                  </a:cubicBezTo>
                  <a:cubicBezTo>
                    <a:pt x="281544" y="547451"/>
                    <a:pt x="276515" y="569530"/>
                    <a:pt x="276989" y="589241"/>
                  </a:cubicBezTo>
                  <a:cubicBezTo>
                    <a:pt x="276989" y="589241"/>
                    <a:pt x="280500" y="609804"/>
                    <a:pt x="263515" y="608667"/>
                  </a:cubicBezTo>
                  <a:lnTo>
                    <a:pt x="111782" y="588672"/>
                  </a:lnTo>
                  <a:cubicBezTo>
                    <a:pt x="109220" y="588293"/>
                    <a:pt x="106943" y="587251"/>
                    <a:pt x="105045" y="585640"/>
                  </a:cubicBezTo>
                  <a:lnTo>
                    <a:pt x="86541" y="569720"/>
                  </a:lnTo>
                  <a:cubicBezTo>
                    <a:pt x="83694" y="567351"/>
                    <a:pt x="82081" y="563845"/>
                    <a:pt x="81986" y="560244"/>
                  </a:cubicBezTo>
                  <a:cubicBezTo>
                    <a:pt x="81607" y="543850"/>
                    <a:pt x="82461" y="528120"/>
                    <a:pt x="83410" y="511537"/>
                  </a:cubicBezTo>
                  <a:cubicBezTo>
                    <a:pt x="84169" y="497228"/>
                    <a:pt x="85023" y="482445"/>
                    <a:pt x="85023" y="466620"/>
                  </a:cubicBezTo>
                  <a:cubicBezTo>
                    <a:pt x="85023" y="380672"/>
                    <a:pt x="41468" y="331206"/>
                    <a:pt x="41183" y="330733"/>
                  </a:cubicBezTo>
                  <a:cubicBezTo>
                    <a:pt x="14234" y="294534"/>
                    <a:pt x="0" y="251607"/>
                    <a:pt x="0" y="206216"/>
                  </a:cubicBezTo>
                  <a:cubicBezTo>
                    <a:pt x="0" y="93261"/>
                    <a:pt x="87205" y="3428"/>
                    <a:pt x="198893" y="680"/>
                  </a:cubicBezTo>
                  <a:cubicBezTo>
                    <a:pt x="199036" y="656"/>
                    <a:pt x="208412" y="-357"/>
                    <a:pt x="223516" y="133"/>
                  </a:cubicBezTo>
                  <a:close/>
                </a:path>
              </a:pathLst>
            </a:custGeom>
            <a:solidFill>
              <a:schemeClr val="bg1">
                <a:alpha val="70000"/>
              </a:schemeClr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2.0 95 ExtraBold"/>
                <a:cs typeface="+mn-cs"/>
              </a:endParaRP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A32D002F-E61B-22F7-51D4-855160611BEF}"/>
                </a:ext>
              </a:extLst>
            </p:cNvPr>
            <p:cNvCxnSpPr/>
            <p:nvPr/>
          </p:nvCxnSpPr>
          <p:spPr>
            <a:xfrm>
              <a:off x="7892812" y="215316"/>
              <a:ext cx="0" cy="242466"/>
            </a:xfrm>
            <a:prstGeom prst="line">
              <a:avLst/>
            </a:prstGeom>
            <a:ln>
              <a:solidFill>
                <a:schemeClr val="bg1">
                  <a:lumMod val="95000"/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06F84F31-D9FA-6ED2-836E-45B5D6FE3D75}"/>
                </a:ext>
              </a:extLst>
            </p:cNvPr>
            <p:cNvCxnSpPr/>
            <p:nvPr/>
          </p:nvCxnSpPr>
          <p:spPr>
            <a:xfrm>
              <a:off x="4564574" y="231556"/>
              <a:ext cx="0" cy="242466"/>
            </a:xfrm>
            <a:prstGeom prst="line">
              <a:avLst/>
            </a:prstGeom>
            <a:ln>
              <a:solidFill>
                <a:schemeClr val="bg1">
                  <a:lumMod val="95000"/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11F579CA-3750-93AA-FDF8-1A3BD49440CB}"/>
                </a:ext>
              </a:extLst>
            </p:cNvPr>
            <p:cNvGrpSpPr/>
            <p:nvPr/>
          </p:nvGrpSpPr>
          <p:grpSpPr>
            <a:xfrm>
              <a:off x="172697" y="150371"/>
              <a:ext cx="409799" cy="72000"/>
              <a:chOff x="172697" y="114275"/>
              <a:chExt cx="409799" cy="72000"/>
            </a:xfrm>
          </p:grpSpPr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3ED6CA73-81A3-AC5B-E954-BAC4AFFDE708}"/>
                  </a:ext>
                </a:extLst>
              </p:cNvPr>
              <p:cNvSpPr/>
              <p:nvPr/>
            </p:nvSpPr>
            <p:spPr>
              <a:xfrm>
                <a:off x="172697" y="114275"/>
                <a:ext cx="72000" cy="72000"/>
              </a:xfrm>
              <a:prstGeom prst="ellipse">
                <a:avLst/>
              </a:prstGeom>
              <a:solidFill>
                <a:srgbClr val="1DA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D3A88445-DE91-CD35-6647-9E6002C4D234}"/>
                  </a:ext>
                </a:extLst>
              </p:cNvPr>
              <p:cNvSpPr/>
              <p:nvPr/>
            </p:nvSpPr>
            <p:spPr>
              <a:xfrm>
                <a:off x="341596" y="114275"/>
                <a:ext cx="72000" cy="72000"/>
              </a:xfrm>
              <a:prstGeom prst="ellipse">
                <a:avLst/>
              </a:prstGeom>
              <a:noFill/>
              <a:ln>
                <a:solidFill>
                  <a:srgbClr val="64DE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168B37CC-284C-4402-39C5-785B087EBCBC}"/>
                  </a:ext>
                </a:extLst>
              </p:cNvPr>
              <p:cNvSpPr/>
              <p:nvPr/>
            </p:nvSpPr>
            <p:spPr>
              <a:xfrm>
                <a:off x="510496" y="114275"/>
                <a:ext cx="72000" cy="72000"/>
              </a:xfrm>
              <a:prstGeom prst="ellipse">
                <a:avLst/>
              </a:prstGeom>
              <a:noFill/>
              <a:ln>
                <a:solidFill>
                  <a:srgbClr val="64DE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5A31412B-9AB5-75C3-304D-39F1B912CDEB}"/>
                </a:ext>
              </a:extLst>
            </p:cNvPr>
            <p:cNvGrpSpPr/>
            <p:nvPr/>
          </p:nvGrpSpPr>
          <p:grpSpPr>
            <a:xfrm flipH="1">
              <a:off x="11575500" y="150371"/>
              <a:ext cx="409799" cy="72000"/>
              <a:chOff x="172697" y="114275"/>
              <a:chExt cx="409799" cy="72000"/>
            </a:xfrm>
          </p:grpSpPr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8BDEA831-77A9-1C40-A2B8-5AC8E1633365}"/>
                  </a:ext>
                </a:extLst>
              </p:cNvPr>
              <p:cNvSpPr/>
              <p:nvPr/>
            </p:nvSpPr>
            <p:spPr>
              <a:xfrm>
                <a:off x="172697" y="114275"/>
                <a:ext cx="72000" cy="72000"/>
              </a:xfrm>
              <a:prstGeom prst="ellipse">
                <a:avLst/>
              </a:prstGeom>
              <a:solidFill>
                <a:srgbClr val="1DA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657EB44C-5ED3-EEE9-35A2-8EDAF0670F4D}"/>
                  </a:ext>
                </a:extLst>
              </p:cNvPr>
              <p:cNvSpPr/>
              <p:nvPr/>
            </p:nvSpPr>
            <p:spPr>
              <a:xfrm>
                <a:off x="341596" y="114275"/>
                <a:ext cx="72000" cy="72000"/>
              </a:xfrm>
              <a:prstGeom prst="ellipse">
                <a:avLst/>
              </a:prstGeom>
              <a:noFill/>
              <a:ln>
                <a:solidFill>
                  <a:srgbClr val="64DE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AC40F225-2B39-5E3D-2145-A4065A845C9C}"/>
                  </a:ext>
                </a:extLst>
              </p:cNvPr>
              <p:cNvSpPr/>
              <p:nvPr/>
            </p:nvSpPr>
            <p:spPr>
              <a:xfrm>
                <a:off x="510496" y="114275"/>
                <a:ext cx="72000" cy="72000"/>
              </a:xfrm>
              <a:prstGeom prst="ellipse">
                <a:avLst/>
              </a:prstGeom>
              <a:noFill/>
              <a:ln>
                <a:solidFill>
                  <a:srgbClr val="64DE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1446D980-2F4E-7248-EA82-EDA4E7096D33}"/>
              </a:ext>
            </a:extLst>
          </p:cNvPr>
          <p:cNvGrpSpPr/>
          <p:nvPr/>
        </p:nvGrpSpPr>
        <p:grpSpPr>
          <a:xfrm>
            <a:off x="4596457" y="340463"/>
            <a:ext cx="1816461" cy="456302"/>
            <a:chOff x="-1830802" y="1092621"/>
            <a:chExt cx="1816461" cy="456302"/>
          </a:xfrm>
        </p:grpSpPr>
        <p:grpSp>
          <p:nvGrpSpPr>
            <p:cNvPr id="59" name="Group 450">
              <a:extLst>
                <a:ext uri="{FF2B5EF4-FFF2-40B4-BE49-F238E27FC236}">
                  <a16:creationId xmlns:a16="http://schemas.microsoft.com/office/drawing/2014/main" id="{4A91F900-60A1-D5A1-30E8-7AF19B8AB0B9}"/>
                </a:ext>
              </a:extLst>
            </p:cNvPr>
            <p:cNvGrpSpPr/>
            <p:nvPr/>
          </p:nvGrpSpPr>
          <p:grpSpPr>
            <a:xfrm>
              <a:off x="-1830802" y="1092621"/>
              <a:ext cx="1816461" cy="456302"/>
              <a:chOff x="1490230" y="121825"/>
              <a:chExt cx="1940228" cy="434729"/>
            </a:xfrm>
          </p:grpSpPr>
          <p:sp>
            <p:nvSpPr>
              <p:cNvPr id="61" name="任意多边形: 形状 60">
                <a:extLst>
                  <a:ext uri="{FF2B5EF4-FFF2-40B4-BE49-F238E27FC236}">
                    <a16:creationId xmlns:a16="http://schemas.microsoft.com/office/drawing/2014/main" id="{4030631E-B6D2-AE9D-EA4C-9B647383C660}"/>
                  </a:ext>
                </a:extLst>
              </p:cNvPr>
              <p:cNvSpPr/>
              <p:nvPr/>
            </p:nvSpPr>
            <p:spPr>
              <a:xfrm flipH="1" flipV="1">
                <a:off x="1490230" y="121825"/>
                <a:ext cx="1940228" cy="434729"/>
              </a:xfrm>
              <a:custGeom>
                <a:avLst/>
                <a:gdLst>
                  <a:gd name="connsiteX0" fmla="*/ 1940228 w 1940228"/>
                  <a:gd name="connsiteY0" fmla="*/ 434729 h 434729"/>
                  <a:gd name="connsiteX1" fmla="*/ 1762811 w 1940228"/>
                  <a:gd name="connsiteY1" fmla="*/ 434729 h 434729"/>
                  <a:gd name="connsiteX2" fmla="*/ 1762811 w 1940228"/>
                  <a:gd name="connsiteY2" fmla="*/ 429250 h 434729"/>
                  <a:gd name="connsiteX3" fmla="*/ 1747971 w 1940228"/>
                  <a:gd name="connsiteY3" fmla="*/ 434729 h 434729"/>
                  <a:gd name="connsiteX4" fmla="*/ 54011 w 1940228"/>
                  <a:gd name="connsiteY4" fmla="*/ 434729 h 434729"/>
                  <a:gd name="connsiteX5" fmla="*/ 661 w 1940228"/>
                  <a:gd name="connsiteY5" fmla="*/ 372375 h 434729"/>
                  <a:gd name="connsiteX6" fmla="*/ 51823 w 1940228"/>
                  <a:gd name="connsiteY6" fmla="*/ 45646 h 434729"/>
                  <a:gd name="connsiteX7" fmla="*/ 105173 w 1940228"/>
                  <a:gd name="connsiteY7" fmla="*/ 0 h 434729"/>
                  <a:gd name="connsiteX8" fmla="*/ 1799133 w 1940228"/>
                  <a:gd name="connsiteY8" fmla="*/ 0 h 434729"/>
                  <a:gd name="connsiteX9" fmla="*/ 1852483 w 1940228"/>
                  <a:gd name="connsiteY9" fmla="*/ 62354 h 434729"/>
                  <a:gd name="connsiteX10" fmla="*/ 1813947 w 1940228"/>
                  <a:gd name="connsiteY10" fmla="*/ 308448 h 434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40228" h="434729">
                    <a:moveTo>
                      <a:pt x="1940228" y="434729"/>
                    </a:moveTo>
                    <a:lnTo>
                      <a:pt x="1762811" y="434729"/>
                    </a:lnTo>
                    <a:lnTo>
                      <a:pt x="1762811" y="429250"/>
                    </a:lnTo>
                    <a:lnTo>
                      <a:pt x="1747971" y="434729"/>
                    </a:lnTo>
                    <a:lnTo>
                      <a:pt x="54011" y="434729"/>
                    </a:lnTo>
                    <a:cubicBezTo>
                      <a:pt x="20876" y="434729"/>
                      <a:pt x="-4465" y="405111"/>
                      <a:pt x="661" y="372375"/>
                    </a:cubicBezTo>
                    <a:lnTo>
                      <a:pt x="51823" y="45646"/>
                    </a:lnTo>
                    <a:cubicBezTo>
                      <a:pt x="55941" y="19354"/>
                      <a:pt x="78561" y="0"/>
                      <a:pt x="105173" y="0"/>
                    </a:cubicBezTo>
                    <a:lnTo>
                      <a:pt x="1799133" y="0"/>
                    </a:lnTo>
                    <a:cubicBezTo>
                      <a:pt x="1832268" y="0"/>
                      <a:pt x="1857609" y="29618"/>
                      <a:pt x="1852483" y="62354"/>
                    </a:cubicBezTo>
                    <a:lnTo>
                      <a:pt x="1813947" y="308448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chemeClr val="accent1"/>
                  </a:gs>
                  <a:gs pos="98000">
                    <a:schemeClr val="accent2"/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62" name="文本框 48">
                <a:extLst>
                  <a:ext uri="{FF2B5EF4-FFF2-40B4-BE49-F238E27FC236}">
                    <a16:creationId xmlns:a16="http://schemas.microsoft.com/office/drawing/2014/main" id="{B6E27FA5-1F28-5DAE-F98F-72A8515F9547}"/>
                  </a:ext>
                </a:extLst>
              </p:cNvPr>
              <p:cNvSpPr txBox="1"/>
              <p:nvPr/>
            </p:nvSpPr>
            <p:spPr>
              <a:xfrm>
                <a:off x="1960103" y="157529"/>
                <a:ext cx="1346201" cy="381194"/>
              </a:xfrm>
              <a:prstGeom prst="rect">
                <a:avLst/>
              </a:prstGeom>
              <a:noFill/>
              <a:effectLst>
                <a:outerShdw blurRad="76200" dist="38100" dir="2700000" algn="tl" rotWithShape="0">
                  <a:schemeClr val="accent2">
                    <a:lumMod val="50000"/>
                    <a:alpha val="50000"/>
                  </a:schemeClr>
                </a:outerShdw>
              </a:effectLst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项目实施</a:t>
                </a:r>
              </a:p>
            </p:txBody>
          </p:sp>
        </p:grpSp>
        <p:sp>
          <p:nvSpPr>
            <p:cNvPr id="60" name="stars_273718">
              <a:extLst>
                <a:ext uri="{FF2B5EF4-FFF2-40B4-BE49-F238E27FC236}">
                  <a16:creationId xmlns:a16="http://schemas.microsoft.com/office/drawing/2014/main" id="{4553129D-DACF-B4B3-0E23-61554AC2EE7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-1655509" y="1222152"/>
              <a:ext cx="216505" cy="216000"/>
            </a:xfrm>
            <a:custGeom>
              <a:avLst/>
              <a:gdLst>
                <a:gd name="connsiteX0" fmla="*/ 435684 w 607336"/>
                <a:gd name="connsiteY0" fmla="*/ 463990 h 605919"/>
                <a:gd name="connsiteX1" fmla="*/ 421104 w 607336"/>
                <a:gd name="connsiteY1" fmla="*/ 493187 h 605919"/>
                <a:gd name="connsiteX2" fmla="*/ 409311 w 607336"/>
                <a:gd name="connsiteY2" fmla="*/ 500417 h 605919"/>
                <a:gd name="connsiteX3" fmla="*/ 388325 w 607336"/>
                <a:gd name="connsiteY3" fmla="*/ 500417 h 605919"/>
                <a:gd name="connsiteX4" fmla="*/ 405411 w 607336"/>
                <a:gd name="connsiteY4" fmla="*/ 517472 h 605919"/>
                <a:gd name="connsiteX5" fmla="*/ 409033 w 607336"/>
                <a:gd name="connsiteY5" fmla="*/ 529429 h 605919"/>
                <a:gd name="connsiteX6" fmla="*/ 402625 w 607336"/>
                <a:gd name="connsiteY6" fmla="*/ 561499 h 605919"/>
                <a:gd name="connsiteX7" fmla="*/ 427790 w 607336"/>
                <a:gd name="connsiteY7" fmla="*/ 542591 h 605919"/>
                <a:gd name="connsiteX8" fmla="*/ 435684 w 607336"/>
                <a:gd name="connsiteY8" fmla="*/ 539995 h 605919"/>
                <a:gd name="connsiteX9" fmla="*/ 443670 w 607336"/>
                <a:gd name="connsiteY9" fmla="*/ 542591 h 605919"/>
                <a:gd name="connsiteX10" fmla="*/ 468835 w 607336"/>
                <a:gd name="connsiteY10" fmla="*/ 561499 h 605919"/>
                <a:gd name="connsiteX11" fmla="*/ 462427 w 607336"/>
                <a:gd name="connsiteY11" fmla="*/ 529429 h 605919"/>
                <a:gd name="connsiteX12" fmla="*/ 466049 w 607336"/>
                <a:gd name="connsiteY12" fmla="*/ 517472 h 605919"/>
                <a:gd name="connsiteX13" fmla="*/ 483042 w 607336"/>
                <a:gd name="connsiteY13" fmla="*/ 500417 h 605919"/>
                <a:gd name="connsiteX14" fmla="*/ 462149 w 607336"/>
                <a:gd name="connsiteY14" fmla="*/ 500417 h 605919"/>
                <a:gd name="connsiteX15" fmla="*/ 450356 w 607336"/>
                <a:gd name="connsiteY15" fmla="*/ 493187 h 605919"/>
                <a:gd name="connsiteX16" fmla="*/ 171614 w 607336"/>
                <a:gd name="connsiteY16" fmla="*/ 463990 h 605919"/>
                <a:gd name="connsiteX17" fmla="*/ 157040 w 607336"/>
                <a:gd name="connsiteY17" fmla="*/ 493187 h 605919"/>
                <a:gd name="connsiteX18" fmla="*/ 145252 w 607336"/>
                <a:gd name="connsiteY18" fmla="*/ 500417 h 605919"/>
                <a:gd name="connsiteX19" fmla="*/ 124273 w 607336"/>
                <a:gd name="connsiteY19" fmla="*/ 500417 h 605919"/>
                <a:gd name="connsiteX20" fmla="*/ 141353 w 607336"/>
                <a:gd name="connsiteY20" fmla="*/ 517472 h 605919"/>
                <a:gd name="connsiteX21" fmla="*/ 144973 w 607336"/>
                <a:gd name="connsiteY21" fmla="*/ 529429 h 605919"/>
                <a:gd name="connsiteX22" fmla="*/ 138568 w 607336"/>
                <a:gd name="connsiteY22" fmla="*/ 561499 h 605919"/>
                <a:gd name="connsiteX23" fmla="*/ 163724 w 607336"/>
                <a:gd name="connsiteY23" fmla="*/ 542591 h 605919"/>
                <a:gd name="connsiteX24" fmla="*/ 171614 w 607336"/>
                <a:gd name="connsiteY24" fmla="*/ 539995 h 605919"/>
                <a:gd name="connsiteX25" fmla="*/ 179504 w 607336"/>
                <a:gd name="connsiteY25" fmla="*/ 542591 h 605919"/>
                <a:gd name="connsiteX26" fmla="*/ 204660 w 607336"/>
                <a:gd name="connsiteY26" fmla="*/ 561499 h 605919"/>
                <a:gd name="connsiteX27" fmla="*/ 198255 w 607336"/>
                <a:gd name="connsiteY27" fmla="*/ 529429 h 605919"/>
                <a:gd name="connsiteX28" fmla="*/ 201875 w 607336"/>
                <a:gd name="connsiteY28" fmla="*/ 517472 h 605919"/>
                <a:gd name="connsiteX29" fmla="*/ 218955 w 607336"/>
                <a:gd name="connsiteY29" fmla="*/ 500417 h 605919"/>
                <a:gd name="connsiteX30" fmla="*/ 197976 w 607336"/>
                <a:gd name="connsiteY30" fmla="*/ 500417 h 605919"/>
                <a:gd name="connsiteX31" fmla="*/ 186187 w 607336"/>
                <a:gd name="connsiteY31" fmla="*/ 493187 h 605919"/>
                <a:gd name="connsiteX32" fmla="*/ 435695 w 607336"/>
                <a:gd name="connsiteY32" fmla="*/ 421910 h 605919"/>
                <a:gd name="connsiteX33" fmla="*/ 447570 w 607336"/>
                <a:gd name="connsiteY33" fmla="*/ 428583 h 605919"/>
                <a:gd name="connsiteX34" fmla="*/ 470321 w 607336"/>
                <a:gd name="connsiteY34" fmla="*/ 474094 h 605919"/>
                <a:gd name="connsiteX35" fmla="*/ 514986 w 607336"/>
                <a:gd name="connsiteY35" fmla="*/ 474094 h 605919"/>
                <a:gd name="connsiteX36" fmla="*/ 527151 w 607336"/>
                <a:gd name="connsiteY36" fmla="*/ 482250 h 605919"/>
                <a:gd name="connsiteX37" fmla="*/ 524272 w 607336"/>
                <a:gd name="connsiteY37" fmla="*/ 496617 h 605919"/>
                <a:gd name="connsiteX38" fmla="*/ 489635 w 607336"/>
                <a:gd name="connsiteY38" fmla="*/ 531190 h 605919"/>
                <a:gd name="connsiteX39" fmla="*/ 501429 w 607336"/>
                <a:gd name="connsiteY39" fmla="*/ 590140 h 605919"/>
                <a:gd name="connsiteX40" fmla="*/ 495579 w 607336"/>
                <a:gd name="connsiteY40" fmla="*/ 603858 h 605919"/>
                <a:gd name="connsiteX41" fmla="*/ 488521 w 607336"/>
                <a:gd name="connsiteY41" fmla="*/ 605897 h 605919"/>
                <a:gd name="connsiteX42" fmla="*/ 480628 w 607336"/>
                <a:gd name="connsiteY42" fmla="*/ 603302 h 605919"/>
                <a:gd name="connsiteX43" fmla="*/ 435684 w 607336"/>
                <a:gd name="connsiteY43" fmla="*/ 569656 h 605919"/>
                <a:gd name="connsiteX44" fmla="*/ 390832 w 607336"/>
                <a:gd name="connsiteY44" fmla="*/ 603302 h 605919"/>
                <a:gd name="connsiteX45" fmla="*/ 375881 w 607336"/>
                <a:gd name="connsiteY45" fmla="*/ 603858 h 605919"/>
                <a:gd name="connsiteX46" fmla="*/ 369938 w 607336"/>
                <a:gd name="connsiteY46" fmla="*/ 590140 h 605919"/>
                <a:gd name="connsiteX47" fmla="*/ 381732 w 607336"/>
                <a:gd name="connsiteY47" fmla="*/ 531190 h 605919"/>
                <a:gd name="connsiteX48" fmla="*/ 347095 w 607336"/>
                <a:gd name="connsiteY48" fmla="*/ 496617 h 605919"/>
                <a:gd name="connsiteX49" fmla="*/ 344309 w 607336"/>
                <a:gd name="connsiteY49" fmla="*/ 482250 h 605919"/>
                <a:gd name="connsiteX50" fmla="*/ 356474 w 607336"/>
                <a:gd name="connsiteY50" fmla="*/ 474094 h 605919"/>
                <a:gd name="connsiteX51" fmla="*/ 401139 w 607336"/>
                <a:gd name="connsiteY51" fmla="*/ 474094 h 605919"/>
                <a:gd name="connsiteX52" fmla="*/ 423890 w 607336"/>
                <a:gd name="connsiteY52" fmla="*/ 428583 h 605919"/>
                <a:gd name="connsiteX53" fmla="*/ 435695 w 607336"/>
                <a:gd name="connsiteY53" fmla="*/ 421910 h 605919"/>
                <a:gd name="connsiteX54" fmla="*/ 171614 w 607336"/>
                <a:gd name="connsiteY54" fmla="*/ 421910 h 605919"/>
                <a:gd name="connsiteX55" fmla="*/ 183403 w 607336"/>
                <a:gd name="connsiteY55" fmla="*/ 428583 h 605919"/>
                <a:gd name="connsiteX56" fmla="*/ 206145 w 607336"/>
                <a:gd name="connsiteY56" fmla="*/ 474094 h 605919"/>
                <a:gd name="connsiteX57" fmla="*/ 250794 w 607336"/>
                <a:gd name="connsiteY57" fmla="*/ 474094 h 605919"/>
                <a:gd name="connsiteX58" fmla="*/ 262954 w 607336"/>
                <a:gd name="connsiteY58" fmla="*/ 482250 h 605919"/>
                <a:gd name="connsiteX59" fmla="*/ 260169 w 607336"/>
                <a:gd name="connsiteY59" fmla="*/ 496617 h 605919"/>
                <a:gd name="connsiteX60" fmla="*/ 225545 w 607336"/>
                <a:gd name="connsiteY60" fmla="*/ 531190 h 605919"/>
                <a:gd name="connsiteX61" fmla="*/ 237334 w 607336"/>
                <a:gd name="connsiteY61" fmla="*/ 590140 h 605919"/>
                <a:gd name="connsiteX62" fmla="*/ 231393 w 607336"/>
                <a:gd name="connsiteY62" fmla="*/ 603858 h 605919"/>
                <a:gd name="connsiteX63" fmla="*/ 224431 w 607336"/>
                <a:gd name="connsiteY63" fmla="*/ 605897 h 605919"/>
                <a:gd name="connsiteX64" fmla="*/ 216541 w 607336"/>
                <a:gd name="connsiteY64" fmla="*/ 603302 h 605919"/>
                <a:gd name="connsiteX65" fmla="*/ 171614 w 607336"/>
                <a:gd name="connsiteY65" fmla="*/ 569656 h 605919"/>
                <a:gd name="connsiteX66" fmla="*/ 126687 w 607336"/>
                <a:gd name="connsiteY66" fmla="*/ 603302 h 605919"/>
                <a:gd name="connsiteX67" fmla="*/ 111742 w 607336"/>
                <a:gd name="connsiteY67" fmla="*/ 603858 h 605919"/>
                <a:gd name="connsiteX68" fmla="*/ 105894 w 607336"/>
                <a:gd name="connsiteY68" fmla="*/ 590140 h 605919"/>
                <a:gd name="connsiteX69" fmla="*/ 117683 w 607336"/>
                <a:gd name="connsiteY69" fmla="*/ 531190 h 605919"/>
                <a:gd name="connsiteX70" fmla="*/ 83059 w 607336"/>
                <a:gd name="connsiteY70" fmla="*/ 496617 h 605919"/>
                <a:gd name="connsiteX71" fmla="*/ 80181 w 607336"/>
                <a:gd name="connsiteY71" fmla="*/ 482250 h 605919"/>
                <a:gd name="connsiteX72" fmla="*/ 92434 w 607336"/>
                <a:gd name="connsiteY72" fmla="*/ 474094 h 605919"/>
                <a:gd name="connsiteX73" fmla="*/ 137083 w 607336"/>
                <a:gd name="connsiteY73" fmla="*/ 474094 h 605919"/>
                <a:gd name="connsiteX74" fmla="*/ 159825 w 607336"/>
                <a:gd name="connsiteY74" fmla="*/ 428583 h 605919"/>
                <a:gd name="connsiteX75" fmla="*/ 171614 w 607336"/>
                <a:gd name="connsiteY75" fmla="*/ 421910 h 605919"/>
                <a:gd name="connsiteX76" fmla="*/ 514950 w 607336"/>
                <a:gd name="connsiteY76" fmla="*/ 226678 h 605919"/>
                <a:gd name="connsiteX77" fmla="*/ 500278 w 607336"/>
                <a:gd name="connsiteY77" fmla="*/ 255875 h 605919"/>
                <a:gd name="connsiteX78" fmla="*/ 488485 w 607336"/>
                <a:gd name="connsiteY78" fmla="*/ 263105 h 605919"/>
                <a:gd name="connsiteX79" fmla="*/ 467592 w 607336"/>
                <a:gd name="connsiteY79" fmla="*/ 263105 h 605919"/>
                <a:gd name="connsiteX80" fmla="*/ 484678 w 607336"/>
                <a:gd name="connsiteY80" fmla="*/ 280160 h 605919"/>
                <a:gd name="connsiteX81" fmla="*/ 488207 w 607336"/>
                <a:gd name="connsiteY81" fmla="*/ 292117 h 605919"/>
                <a:gd name="connsiteX82" fmla="*/ 481799 w 607336"/>
                <a:gd name="connsiteY82" fmla="*/ 324187 h 605919"/>
                <a:gd name="connsiteX83" fmla="*/ 506964 w 607336"/>
                <a:gd name="connsiteY83" fmla="*/ 305279 h 605919"/>
                <a:gd name="connsiteX84" fmla="*/ 514950 w 607336"/>
                <a:gd name="connsiteY84" fmla="*/ 302683 h 605919"/>
                <a:gd name="connsiteX85" fmla="*/ 522844 w 607336"/>
                <a:gd name="connsiteY85" fmla="*/ 305279 h 605919"/>
                <a:gd name="connsiteX86" fmla="*/ 548009 w 607336"/>
                <a:gd name="connsiteY86" fmla="*/ 324187 h 605919"/>
                <a:gd name="connsiteX87" fmla="*/ 541601 w 607336"/>
                <a:gd name="connsiteY87" fmla="*/ 292117 h 605919"/>
                <a:gd name="connsiteX88" fmla="*/ 545223 w 607336"/>
                <a:gd name="connsiteY88" fmla="*/ 280160 h 605919"/>
                <a:gd name="connsiteX89" fmla="*/ 562309 w 607336"/>
                <a:gd name="connsiteY89" fmla="*/ 263105 h 605919"/>
                <a:gd name="connsiteX90" fmla="*/ 541323 w 607336"/>
                <a:gd name="connsiteY90" fmla="*/ 263105 h 605919"/>
                <a:gd name="connsiteX91" fmla="*/ 529530 w 607336"/>
                <a:gd name="connsiteY91" fmla="*/ 255875 h 605919"/>
                <a:gd name="connsiteX92" fmla="*/ 92440 w 607336"/>
                <a:gd name="connsiteY92" fmla="*/ 226678 h 605919"/>
                <a:gd name="connsiteX93" fmla="*/ 77774 w 607336"/>
                <a:gd name="connsiteY93" fmla="*/ 255875 h 605919"/>
                <a:gd name="connsiteX94" fmla="*/ 65985 w 607336"/>
                <a:gd name="connsiteY94" fmla="*/ 263105 h 605919"/>
                <a:gd name="connsiteX95" fmla="*/ 45099 w 607336"/>
                <a:gd name="connsiteY95" fmla="*/ 263105 h 605919"/>
                <a:gd name="connsiteX96" fmla="*/ 62086 w 607336"/>
                <a:gd name="connsiteY96" fmla="*/ 280160 h 605919"/>
                <a:gd name="connsiteX97" fmla="*/ 65706 w 607336"/>
                <a:gd name="connsiteY97" fmla="*/ 292024 h 605919"/>
                <a:gd name="connsiteX98" fmla="*/ 59301 w 607336"/>
                <a:gd name="connsiteY98" fmla="*/ 324187 h 605919"/>
                <a:gd name="connsiteX99" fmla="*/ 84457 w 607336"/>
                <a:gd name="connsiteY99" fmla="*/ 305279 h 605919"/>
                <a:gd name="connsiteX100" fmla="*/ 92440 w 607336"/>
                <a:gd name="connsiteY100" fmla="*/ 302683 h 605919"/>
                <a:gd name="connsiteX101" fmla="*/ 100330 w 607336"/>
                <a:gd name="connsiteY101" fmla="*/ 305279 h 605919"/>
                <a:gd name="connsiteX102" fmla="*/ 125486 w 607336"/>
                <a:gd name="connsiteY102" fmla="*/ 324187 h 605919"/>
                <a:gd name="connsiteX103" fmla="*/ 119081 w 607336"/>
                <a:gd name="connsiteY103" fmla="*/ 292117 h 605919"/>
                <a:gd name="connsiteX104" fmla="*/ 122701 w 607336"/>
                <a:gd name="connsiteY104" fmla="*/ 280160 h 605919"/>
                <a:gd name="connsiteX105" fmla="*/ 139781 w 607336"/>
                <a:gd name="connsiteY105" fmla="*/ 263105 h 605919"/>
                <a:gd name="connsiteX106" fmla="*/ 118802 w 607336"/>
                <a:gd name="connsiteY106" fmla="*/ 263105 h 605919"/>
                <a:gd name="connsiteX107" fmla="*/ 107013 w 607336"/>
                <a:gd name="connsiteY107" fmla="*/ 255875 h 605919"/>
                <a:gd name="connsiteX108" fmla="*/ 514938 w 607336"/>
                <a:gd name="connsiteY108" fmla="*/ 184598 h 605919"/>
                <a:gd name="connsiteX109" fmla="*/ 526744 w 607336"/>
                <a:gd name="connsiteY109" fmla="*/ 191271 h 605919"/>
                <a:gd name="connsiteX110" fmla="*/ 549495 w 607336"/>
                <a:gd name="connsiteY110" fmla="*/ 236782 h 605919"/>
                <a:gd name="connsiteX111" fmla="*/ 594160 w 607336"/>
                <a:gd name="connsiteY111" fmla="*/ 236782 h 605919"/>
                <a:gd name="connsiteX112" fmla="*/ 606325 w 607336"/>
                <a:gd name="connsiteY112" fmla="*/ 244938 h 605919"/>
                <a:gd name="connsiteX113" fmla="*/ 603539 w 607336"/>
                <a:gd name="connsiteY113" fmla="*/ 259305 h 605919"/>
                <a:gd name="connsiteX114" fmla="*/ 568902 w 607336"/>
                <a:gd name="connsiteY114" fmla="*/ 293878 h 605919"/>
                <a:gd name="connsiteX115" fmla="*/ 580696 w 607336"/>
                <a:gd name="connsiteY115" fmla="*/ 352828 h 605919"/>
                <a:gd name="connsiteX116" fmla="*/ 574753 w 607336"/>
                <a:gd name="connsiteY116" fmla="*/ 366546 h 605919"/>
                <a:gd name="connsiteX117" fmla="*/ 567788 w 607336"/>
                <a:gd name="connsiteY117" fmla="*/ 368585 h 605919"/>
                <a:gd name="connsiteX118" fmla="*/ 559802 w 607336"/>
                <a:gd name="connsiteY118" fmla="*/ 365990 h 605919"/>
                <a:gd name="connsiteX119" fmla="*/ 514950 w 607336"/>
                <a:gd name="connsiteY119" fmla="*/ 332344 h 605919"/>
                <a:gd name="connsiteX120" fmla="*/ 470006 w 607336"/>
                <a:gd name="connsiteY120" fmla="*/ 365990 h 605919"/>
                <a:gd name="connsiteX121" fmla="*/ 455055 w 607336"/>
                <a:gd name="connsiteY121" fmla="*/ 366546 h 605919"/>
                <a:gd name="connsiteX122" fmla="*/ 449205 w 607336"/>
                <a:gd name="connsiteY122" fmla="*/ 352828 h 605919"/>
                <a:gd name="connsiteX123" fmla="*/ 460999 w 607336"/>
                <a:gd name="connsiteY123" fmla="*/ 293878 h 605919"/>
                <a:gd name="connsiteX124" fmla="*/ 426362 w 607336"/>
                <a:gd name="connsiteY124" fmla="*/ 259305 h 605919"/>
                <a:gd name="connsiteX125" fmla="*/ 423483 w 607336"/>
                <a:gd name="connsiteY125" fmla="*/ 244938 h 605919"/>
                <a:gd name="connsiteX126" fmla="*/ 435648 w 607336"/>
                <a:gd name="connsiteY126" fmla="*/ 236782 h 605919"/>
                <a:gd name="connsiteX127" fmla="*/ 480313 w 607336"/>
                <a:gd name="connsiteY127" fmla="*/ 236782 h 605919"/>
                <a:gd name="connsiteX128" fmla="*/ 503064 w 607336"/>
                <a:gd name="connsiteY128" fmla="*/ 191271 h 605919"/>
                <a:gd name="connsiteX129" fmla="*/ 514938 w 607336"/>
                <a:gd name="connsiteY129" fmla="*/ 184598 h 605919"/>
                <a:gd name="connsiteX130" fmla="*/ 92394 w 607336"/>
                <a:gd name="connsiteY130" fmla="*/ 184598 h 605919"/>
                <a:gd name="connsiteX131" fmla="*/ 104229 w 607336"/>
                <a:gd name="connsiteY131" fmla="*/ 191271 h 605919"/>
                <a:gd name="connsiteX132" fmla="*/ 126971 w 607336"/>
                <a:gd name="connsiteY132" fmla="*/ 236782 h 605919"/>
                <a:gd name="connsiteX133" fmla="*/ 171620 w 607336"/>
                <a:gd name="connsiteY133" fmla="*/ 236782 h 605919"/>
                <a:gd name="connsiteX134" fmla="*/ 183780 w 607336"/>
                <a:gd name="connsiteY134" fmla="*/ 244938 h 605919"/>
                <a:gd name="connsiteX135" fmla="*/ 180902 w 607336"/>
                <a:gd name="connsiteY135" fmla="*/ 259305 h 605919"/>
                <a:gd name="connsiteX136" fmla="*/ 146371 w 607336"/>
                <a:gd name="connsiteY136" fmla="*/ 293878 h 605919"/>
                <a:gd name="connsiteX137" fmla="*/ 158160 w 607336"/>
                <a:gd name="connsiteY137" fmla="*/ 352828 h 605919"/>
                <a:gd name="connsiteX138" fmla="*/ 152219 w 607336"/>
                <a:gd name="connsiteY138" fmla="*/ 366546 h 605919"/>
                <a:gd name="connsiteX139" fmla="*/ 145257 w 607336"/>
                <a:gd name="connsiteY139" fmla="*/ 368585 h 605919"/>
                <a:gd name="connsiteX140" fmla="*/ 137274 w 607336"/>
                <a:gd name="connsiteY140" fmla="*/ 365990 h 605919"/>
                <a:gd name="connsiteX141" fmla="*/ 92440 w 607336"/>
                <a:gd name="connsiteY141" fmla="*/ 332344 h 605919"/>
                <a:gd name="connsiteX142" fmla="*/ 47513 w 607336"/>
                <a:gd name="connsiteY142" fmla="*/ 365990 h 605919"/>
                <a:gd name="connsiteX143" fmla="*/ 32568 w 607336"/>
                <a:gd name="connsiteY143" fmla="*/ 366546 h 605919"/>
                <a:gd name="connsiteX144" fmla="*/ 26627 w 607336"/>
                <a:gd name="connsiteY144" fmla="*/ 352828 h 605919"/>
                <a:gd name="connsiteX145" fmla="*/ 38509 w 607336"/>
                <a:gd name="connsiteY145" fmla="*/ 293878 h 605919"/>
                <a:gd name="connsiteX146" fmla="*/ 3885 w 607336"/>
                <a:gd name="connsiteY146" fmla="*/ 259305 h 605919"/>
                <a:gd name="connsiteX147" fmla="*/ 1007 w 607336"/>
                <a:gd name="connsiteY147" fmla="*/ 244938 h 605919"/>
                <a:gd name="connsiteX148" fmla="*/ 13167 w 607336"/>
                <a:gd name="connsiteY148" fmla="*/ 236782 h 605919"/>
                <a:gd name="connsiteX149" fmla="*/ 57816 w 607336"/>
                <a:gd name="connsiteY149" fmla="*/ 236782 h 605919"/>
                <a:gd name="connsiteX150" fmla="*/ 80558 w 607336"/>
                <a:gd name="connsiteY150" fmla="*/ 191271 h 605919"/>
                <a:gd name="connsiteX151" fmla="*/ 92394 w 607336"/>
                <a:gd name="connsiteY151" fmla="*/ 184598 h 605919"/>
                <a:gd name="connsiteX152" fmla="*/ 303666 w 607336"/>
                <a:gd name="connsiteY152" fmla="*/ 42096 h 605919"/>
                <a:gd name="connsiteX153" fmla="*/ 289089 w 607336"/>
                <a:gd name="connsiteY153" fmla="*/ 71304 h 605919"/>
                <a:gd name="connsiteX154" fmla="*/ 277297 w 607336"/>
                <a:gd name="connsiteY154" fmla="*/ 78537 h 605919"/>
                <a:gd name="connsiteX155" fmla="*/ 256313 w 607336"/>
                <a:gd name="connsiteY155" fmla="*/ 78537 h 605919"/>
                <a:gd name="connsiteX156" fmla="*/ 273397 w 607336"/>
                <a:gd name="connsiteY156" fmla="*/ 95598 h 605919"/>
                <a:gd name="connsiteX157" fmla="*/ 277018 w 607336"/>
                <a:gd name="connsiteY157" fmla="*/ 107467 h 605919"/>
                <a:gd name="connsiteX158" fmla="*/ 270612 w 607336"/>
                <a:gd name="connsiteY158" fmla="*/ 139642 h 605919"/>
                <a:gd name="connsiteX159" fmla="*/ 295774 w 607336"/>
                <a:gd name="connsiteY159" fmla="*/ 120726 h 605919"/>
                <a:gd name="connsiteX160" fmla="*/ 303666 w 607336"/>
                <a:gd name="connsiteY160" fmla="*/ 118130 h 605919"/>
                <a:gd name="connsiteX161" fmla="*/ 311651 w 607336"/>
                <a:gd name="connsiteY161" fmla="*/ 120726 h 605919"/>
                <a:gd name="connsiteX162" fmla="*/ 336813 w 607336"/>
                <a:gd name="connsiteY162" fmla="*/ 139642 h 605919"/>
                <a:gd name="connsiteX163" fmla="*/ 330407 w 607336"/>
                <a:gd name="connsiteY163" fmla="*/ 107467 h 605919"/>
                <a:gd name="connsiteX164" fmla="*/ 333935 w 607336"/>
                <a:gd name="connsiteY164" fmla="*/ 95598 h 605919"/>
                <a:gd name="connsiteX165" fmla="*/ 351019 w 607336"/>
                <a:gd name="connsiteY165" fmla="*/ 78537 h 605919"/>
                <a:gd name="connsiteX166" fmla="*/ 330128 w 607336"/>
                <a:gd name="connsiteY166" fmla="*/ 78537 h 605919"/>
                <a:gd name="connsiteX167" fmla="*/ 318336 w 607336"/>
                <a:gd name="connsiteY167" fmla="*/ 71304 h 605919"/>
                <a:gd name="connsiteX168" fmla="*/ 303666 w 607336"/>
                <a:gd name="connsiteY168" fmla="*/ 0 h 605919"/>
                <a:gd name="connsiteX169" fmla="*/ 315458 w 607336"/>
                <a:gd name="connsiteY169" fmla="*/ 6676 h 605919"/>
                <a:gd name="connsiteX170" fmla="*/ 338206 w 607336"/>
                <a:gd name="connsiteY170" fmla="*/ 52203 h 605919"/>
                <a:gd name="connsiteX171" fmla="*/ 382866 w 607336"/>
                <a:gd name="connsiteY171" fmla="*/ 52203 h 605919"/>
                <a:gd name="connsiteX172" fmla="*/ 395122 w 607336"/>
                <a:gd name="connsiteY172" fmla="*/ 60363 h 605919"/>
                <a:gd name="connsiteX173" fmla="*/ 392244 w 607336"/>
                <a:gd name="connsiteY173" fmla="*/ 74735 h 605919"/>
                <a:gd name="connsiteX174" fmla="*/ 357611 w 607336"/>
                <a:gd name="connsiteY174" fmla="*/ 109229 h 605919"/>
                <a:gd name="connsiteX175" fmla="*/ 369403 w 607336"/>
                <a:gd name="connsiteY175" fmla="*/ 168294 h 605919"/>
                <a:gd name="connsiteX176" fmla="*/ 363461 w 607336"/>
                <a:gd name="connsiteY176" fmla="*/ 182017 h 605919"/>
                <a:gd name="connsiteX177" fmla="*/ 356497 w 607336"/>
                <a:gd name="connsiteY177" fmla="*/ 184057 h 605919"/>
                <a:gd name="connsiteX178" fmla="*/ 348605 w 607336"/>
                <a:gd name="connsiteY178" fmla="*/ 181368 h 605919"/>
                <a:gd name="connsiteX179" fmla="*/ 303666 w 607336"/>
                <a:gd name="connsiteY179" fmla="*/ 147802 h 605919"/>
                <a:gd name="connsiteX180" fmla="*/ 258820 w 607336"/>
                <a:gd name="connsiteY180" fmla="*/ 181368 h 605919"/>
                <a:gd name="connsiteX181" fmla="*/ 243871 w 607336"/>
                <a:gd name="connsiteY181" fmla="*/ 182017 h 605919"/>
                <a:gd name="connsiteX182" fmla="*/ 237929 w 607336"/>
                <a:gd name="connsiteY182" fmla="*/ 168294 h 605919"/>
                <a:gd name="connsiteX183" fmla="*/ 249721 w 607336"/>
                <a:gd name="connsiteY183" fmla="*/ 109229 h 605919"/>
                <a:gd name="connsiteX184" fmla="*/ 215088 w 607336"/>
                <a:gd name="connsiteY184" fmla="*/ 74735 h 605919"/>
                <a:gd name="connsiteX185" fmla="*/ 212210 w 607336"/>
                <a:gd name="connsiteY185" fmla="*/ 60363 h 605919"/>
                <a:gd name="connsiteX186" fmla="*/ 224466 w 607336"/>
                <a:gd name="connsiteY186" fmla="*/ 52203 h 605919"/>
                <a:gd name="connsiteX187" fmla="*/ 269126 w 607336"/>
                <a:gd name="connsiteY187" fmla="*/ 52203 h 605919"/>
                <a:gd name="connsiteX188" fmla="*/ 291874 w 607336"/>
                <a:gd name="connsiteY188" fmla="*/ 6676 h 605919"/>
                <a:gd name="connsiteX189" fmla="*/ 303666 w 607336"/>
                <a:gd name="connsiteY189" fmla="*/ 0 h 605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</a:cxnLst>
              <a:rect l="l" t="t" r="r" b="b"/>
              <a:pathLst>
                <a:path w="607336" h="605919">
                  <a:moveTo>
                    <a:pt x="435684" y="463990"/>
                  </a:moveTo>
                  <a:lnTo>
                    <a:pt x="421104" y="493187"/>
                  </a:lnTo>
                  <a:cubicBezTo>
                    <a:pt x="418876" y="497637"/>
                    <a:pt x="414326" y="500417"/>
                    <a:pt x="409311" y="500417"/>
                  </a:cubicBezTo>
                  <a:lnTo>
                    <a:pt x="388325" y="500417"/>
                  </a:lnTo>
                  <a:lnTo>
                    <a:pt x="405411" y="517472"/>
                  </a:lnTo>
                  <a:cubicBezTo>
                    <a:pt x="408568" y="520623"/>
                    <a:pt x="409961" y="525072"/>
                    <a:pt x="409033" y="529429"/>
                  </a:cubicBezTo>
                  <a:lnTo>
                    <a:pt x="402625" y="561499"/>
                  </a:lnTo>
                  <a:lnTo>
                    <a:pt x="427790" y="542591"/>
                  </a:lnTo>
                  <a:cubicBezTo>
                    <a:pt x="430112" y="540830"/>
                    <a:pt x="432991" y="539995"/>
                    <a:pt x="435684" y="539995"/>
                  </a:cubicBezTo>
                  <a:cubicBezTo>
                    <a:pt x="438469" y="539995"/>
                    <a:pt x="441255" y="540830"/>
                    <a:pt x="443670" y="542591"/>
                  </a:cubicBezTo>
                  <a:lnTo>
                    <a:pt x="468835" y="561499"/>
                  </a:lnTo>
                  <a:lnTo>
                    <a:pt x="462427" y="529429"/>
                  </a:lnTo>
                  <a:cubicBezTo>
                    <a:pt x="461499" y="525072"/>
                    <a:pt x="462892" y="520623"/>
                    <a:pt x="466049" y="517472"/>
                  </a:cubicBezTo>
                  <a:lnTo>
                    <a:pt x="483042" y="500417"/>
                  </a:lnTo>
                  <a:lnTo>
                    <a:pt x="462149" y="500417"/>
                  </a:lnTo>
                  <a:cubicBezTo>
                    <a:pt x="457134" y="500417"/>
                    <a:pt x="452584" y="497637"/>
                    <a:pt x="450356" y="493187"/>
                  </a:cubicBezTo>
                  <a:close/>
                  <a:moveTo>
                    <a:pt x="171614" y="463990"/>
                  </a:moveTo>
                  <a:lnTo>
                    <a:pt x="157040" y="493187"/>
                  </a:lnTo>
                  <a:cubicBezTo>
                    <a:pt x="154813" y="497637"/>
                    <a:pt x="150171" y="500417"/>
                    <a:pt x="145252" y="500417"/>
                  </a:cubicBezTo>
                  <a:lnTo>
                    <a:pt x="124273" y="500417"/>
                  </a:lnTo>
                  <a:lnTo>
                    <a:pt x="141353" y="517472"/>
                  </a:lnTo>
                  <a:cubicBezTo>
                    <a:pt x="144416" y="520623"/>
                    <a:pt x="145809" y="525072"/>
                    <a:pt x="144973" y="529429"/>
                  </a:cubicBezTo>
                  <a:lnTo>
                    <a:pt x="138568" y="561499"/>
                  </a:lnTo>
                  <a:lnTo>
                    <a:pt x="163724" y="542591"/>
                  </a:lnTo>
                  <a:cubicBezTo>
                    <a:pt x="166044" y="540830"/>
                    <a:pt x="168829" y="539995"/>
                    <a:pt x="171614" y="539995"/>
                  </a:cubicBezTo>
                  <a:cubicBezTo>
                    <a:pt x="174399" y="539995"/>
                    <a:pt x="177183" y="540830"/>
                    <a:pt x="179504" y="542591"/>
                  </a:cubicBezTo>
                  <a:lnTo>
                    <a:pt x="204660" y="561499"/>
                  </a:lnTo>
                  <a:lnTo>
                    <a:pt x="198255" y="529429"/>
                  </a:lnTo>
                  <a:cubicBezTo>
                    <a:pt x="197419" y="525072"/>
                    <a:pt x="198812" y="520623"/>
                    <a:pt x="201875" y="517472"/>
                  </a:cubicBezTo>
                  <a:lnTo>
                    <a:pt x="218955" y="500417"/>
                  </a:lnTo>
                  <a:lnTo>
                    <a:pt x="197976" y="500417"/>
                  </a:lnTo>
                  <a:cubicBezTo>
                    <a:pt x="193057" y="500417"/>
                    <a:pt x="188415" y="497637"/>
                    <a:pt x="186187" y="493187"/>
                  </a:cubicBezTo>
                  <a:close/>
                  <a:moveTo>
                    <a:pt x="435695" y="421910"/>
                  </a:moveTo>
                  <a:cubicBezTo>
                    <a:pt x="440490" y="421910"/>
                    <a:pt x="445295" y="424134"/>
                    <a:pt x="447570" y="428583"/>
                  </a:cubicBezTo>
                  <a:lnTo>
                    <a:pt x="470321" y="474094"/>
                  </a:lnTo>
                  <a:lnTo>
                    <a:pt x="514986" y="474094"/>
                  </a:lnTo>
                  <a:cubicBezTo>
                    <a:pt x="520279" y="474094"/>
                    <a:pt x="525108" y="477245"/>
                    <a:pt x="527151" y="482250"/>
                  </a:cubicBezTo>
                  <a:cubicBezTo>
                    <a:pt x="529194" y="487163"/>
                    <a:pt x="528080" y="492817"/>
                    <a:pt x="524272" y="496617"/>
                  </a:cubicBezTo>
                  <a:lnTo>
                    <a:pt x="489635" y="531190"/>
                  </a:lnTo>
                  <a:lnTo>
                    <a:pt x="501429" y="590140"/>
                  </a:lnTo>
                  <a:cubicBezTo>
                    <a:pt x="502543" y="595516"/>
                    <a:pt x="500222" y="600985"/>
                    <a:pt x="495579" y="603858"/>
                  </a:cubicBezTo>
                  <a:cubicBezTo>
                    <a:pt x="493443" y="605248"/>
                    <a:pt x="491028" y="605897"/>
                    <a:pt x="488521" y="605897"/>
                  </a:cubicBezTo>
                  <a:cubicBezTo>
                    <a:pt x="485735" y="605897"/>
                    <a:pt x="482950" y="604970"/>
                    <a:pt x="480628" y="603302"/>
                  </a:cubicBezTo>
                  <a:lnTo>
                    <a:pt x="435684" y="569656"/>
                  </a:lnTo>
                  <a:lnTo>
                    <a:pt x="390832" y="603302"/>
                  </a:lnTo>
                  <a:cubicBezTo>
                    <a:pt x="386375" y="606546"/>
                    <a:pt x="380524" y="606824"/>
                    <a:pt x="375881" y="603858"/>
                  </a:cubicBezTo>
                  <a:cubicBezTo>
                    <a:pt x="371238" y="600985"/>
                    <a:pt x="368917" y="595516"/>
                    <a:pt x="369938" y="590140"/>
                  </a:cubicBezTo>
                  <a:lnTo>
                    <a:pt x="381732" y="531190"/>
                  </a:lnTo>
                  <a:lnTo>
                    <a:pt x="347095" y="496617"/>
                  </a:lnTo>
                  <a:cubicBezTo>
                    <a:pt x="343380" y="492817"/>
                    <a:pt x="342266" y="487163"/>
                    <a:pt x="344309" y="482250"/>
                  </a:cubicBezTo>
                  <a:cubicBezTo>
                    <a:pt x="346352" y="477245"/>
                    <a:pt x="351181" y="474094"/>
                    <a:pt x="356474" y="474094"/>
                  </a:cubicBezTo>
                  <a:lnTo>
                    <a:pt x="401139" y="474094"/>
                  </a:lnTo>
                  <a:lnTo>
                    <a:pt x="423890" y="428583"/>
                  </a:lnTo>
                  <a:cubicBezTo>
                    <a:pt x="426119" y="424134"/>
                    <a:pt x="430901" y="421910"/>
                    <a:pt x="435695" y="421910"/>
                  </a:cubicBezTo>
                  <a:close/>
                  <a:moveTo>
                    <a:pt x="171614" y="421910"/>
                  </a:moveTo>
                  <a:cubicBezTo>
                    <a:pt x="176395" y="421910"/>
                    <a:pt x="181175" y="424134"/>
                    <a:pt x="183403" y="428583"/>
                  </a:cubicBezTo>
                  <a:lnTo>
                    <a:pt x="206145" y="474094"/>
                  </a:lnTo>
                  <a:lnTo>
                    <a:pt x="250794" y="474094"/>
                  </a:lnTo>
                  <a:cubicBezTo>
                    <a:pt x="256178" y="474094"/>
                    <a:pt x="261005" y="477245"/>
                    <a:pt x="262954" y="482250"/>
                  </a:cubicBezTo>
                  <a:cubicBezTo>
                    <a:pt x="264996" y="487163"/>
                    <a:pt x="263882" y="492817"/>
                    <a:pt x="260169" y="496617"/>
                  </a:cubicBezTo>
                  <a:lnTo>
                    <a:pt x="225545" y="531190"/>
                  </a:lnTo>
                  <a:lnTo>
                    <a:pt x="237334" y="590140"/>
                  </a:lnTo>
                  <a:cubicBezTo>
                    <a:pt x="238448" y="595516"/>
                    <a:pt x="236035" y="600985"/>
                    <a:pt x="231393" y="603858"/>
                  </a:cubicBezTo>
                  <a:cubicBezTo>
                    <a:pt x="229351" y="605248"/>
                    <a:pt x="226845" y="605897"/>
                    <a:pt x="224431" y="605897"/>
                  </a:cubicBezTo>
                  <a:cubicBezTo>
                    <a:pt x="221647" y="605897"/>
                    <a:pt x="218862" y="604970"/>
                    <a:pt x="216541" y="603302"/>
                  </a:cubicBezTo>
                  <a:lnTo>
                    <a:pt x="171614" y="569656"/>
                  </a:lnTo>
                  <a:lnTo>
                    <a:pt x="126687" y="603302"/>
                  </a:lnTo>
                  <a:cubicBezTo>
                    <a:pt x="122324" y="606546"/>
                    <a:pt x="116383" y="606824"/>
                    <a:pt x="111742" y="603858"/>
                  </a:cubicBezTo>
                  <a:cubicBezTo>
                    <a:pt x="107100" y="600985"/>
                    <a:pt x="104780" y="595516"/>
                    <a:pt x="105894" y="590140"/>
                  </a:cubicBezTo>
                  <a:lnTo>
                    <a:pt x="117683" y="531190"/>
                  </a:lnTo>
                  <a:lnTo>
                    <a:pt x="83059" y="496617"/>
                  </a:lnTo>
                  <a:cubicBezTo>
                    <a:pt x="79253" y="492817"/>
                    <a:pt x="78139" y="487163"/>
                    <a:pt x="80181" y="482250"/>
                  </a:cubicBezTo>
                  <a:cubicBezTo>
                    <a:pt x="82223" y="477245"/>
                    <a:pt x="87050" y="474094"/>
                    <a:pt x="92434" y="474094"/>
                  </a:cubicBezTo>
                  <a:lnTo>
                    <a:pt x="137083" y="474094"/>
                  </a:lnTo>
                  <a:lnTo>
                    <a:pt x="159825" y="428583"/>
                  </a:lnTo>
                  <a:cubicBezTo>
                    <a:pt x="162053" y="424134"/>
                    <a:pt x="166834" y="421910"/>
                    <a:pt x="171614" y="421910"/>
                  </a:cubicBezTo>
                  <a:close/>
                  <a:moveTo>
                    <a:pt x="514950" y="226678"/>
                  </a:moveTo>
                  <a:lnTo>
                    <a:pt x="500278" y="255875"/>
                  </a:lnTo>
                  <a:cubicBezTo>
                    <a:pt x="498050" y="260325"/>
                    <a:pt x="493500" y="263105"/>
                    <a:pt x="488485" y="263105"/>
                  </a:cubicBezTo>
                  <a:lnTo>
                    <a:pt x="467592" y="263105"/>
                  </a:lnTo>
                  <a:lnTo>
                    <a:pt x="484678" y="280160"/>
                  </a:lnTo>
                  <a:cubicBezTo>
                    <a:pt x="487742" y="283311"/>
                    <a:pt x="489135" y="287760"/>
                    <a:pt x="488207" y="292117"/>
                  </a:cubicBezTo>
                  <a:lnTo>
                    <a:pt x="481799" y="324187"/>
                  </a:lnTo>
                  <a:lnTo>
                    <a:pt x="506964" y="305279"/>
                  </a:lnTo>
                  <a:cubicBezTo>
                    <a:pt x="509379" y="303518"/>
                    <a:pt x="512165" y="302683"/>
                    <a:pt x="514950" y="302683"/>
                  </a:cubicBezTo>
                  <a:cubicBezTo>
                    <a:pt x="517736" y="302683"/>
                    <a:pt x="520522" y="303518"/>
                    <a:pt x="522844" y="305279"/>
                  </a:cubicBezTo>
                  <a:lnTo>
                    <a:pt x="548009" y="324187"/>
                  </a:lnTo>
                  <a:lnTo>
                    <a:pt x="541601" y="292117"/>
                  </a:lnTo>
                  <a:cubicBezTo>
                    <a:pt x="540766" y="287760"/>
                    <a:pt x="542066" y="283311"/>
                    <a:pt x="545223" y="280160"/>
                  </a:cubicBezTo>
                  <a:lnTo>
                    <a:pt x="562309" y="263105"/>
                  </a:lnTo>
                  <a:lnTo>
                    <a:pt x="541323" y="263105"/>
                  </a:lnTo>
                  <a:cubicBezTo>
                    <a:pt x="536308" y="263105"/>
                    <a:pt x="531758" y="260325"/>
                    <a:pt x="529530" y="255875"/>
                  </a:cubicBezTo>
                  <a:close/>
                  <a:moveTo>
                    <a:pt x="92440" y="226678"/>
                  </a:moveTo>
                  <a:lnTo>
                    <a:pt x="77774" y="255875"/>
                  </a:lnTo>
                  <a:cubicBezTo>
                    <a:pt x="75546" y="260325"/>
                    <a:pt x="70997" y="263105"/>
                    <a:pt x="65985" y="263105"/>
                  </a:cubicBezTo>
                  <a:lnTo>
                    <a:pt x="45099" y="263105"/>
                  </a:lnTo>
                  <a:lnTo>
                    <a:pt x="62086" y="280160"/>
                  </a:lnTo>
                  <a:cubicBezTo>
                    <a:pt x="65242" y="283219"/>
                    <a:pt x="66635" y="287760"/>
                    <a:pt x="65706" y="292024"/>
                  </a:cubicBezTo>
                  <a:lnTo>
                    <a:pt x="59301" y="324187"/>
                  </a:lnTo>
                  <a:lnTo>
                    <a:pt x="84457" y="305279"/>
                  </a:lnTo>
                  <a:cubicBezTo>
                    <a:pt x="86870" y="303518"/>
                    <a:pt x="89655" y="302683"/>
                    <a:pt x="92440" y="302683"/>
                  </a:cubicBezTo>
                  <a:cubicBezTo>
                    <a:pt x="95225" y="302683"/>
                    <a:pt x="98009" y="303518"/>
                    <a:pt x="100330" y="305279"/>
                  </a:cubicBezTo>
                  <a:lnTo>
                    <a:pt x="125486" y="324187"/>
                  </a:lnTo>
                  <a:lnTo>
                    <a:pt x="119081" y="292117"/>
                  </a:lnTo>
                  <a:cubicBezTo>
                    <a:pt x="118245" y="287760"/>
                    <a:pt x="119545" y="283311"/>
                    <a:pt x="122701" y="280160"/>
                  </a:cubicBezTo>
                  <a:lnTo>
                    <a:pt x="139781" y="263105"/>
                  </a:lnTo>
                  <a:lnTo>
                    <a:pt x="118802" y="263105"/>
                  </a:lnTo>
                  <a:cubicBezTo>
                    <a:pt x="113790" y="263105"/>
                    <a:pt x="109241" y="260325"/>
                    <a:pt x="107013" y="255875"/>
                  </a:cubicBezTo>
                  <a:close/>
                  <a:moveTo>
                    <a:pt x="514938" y="184598"/>
                  </a:moveTo>
                  <a:cubicBezTo>
                    <a:pt x="519732" y="184598"/>
                    <a:pt x="524515" y="186822"/>
                    <a:pt x="526744" y="191271"/>
                  </a:cubicBezTo>
                  <a:lnTo>
                    <a:pt x="549495" y="236782"/>
                  </a:lnTo>
                  <a:lnTo>
                    <a:pt x="594160" y="236782"/>
                  </a:lnTo>
                  <a:cubicBezTo>
                    <a:pt x="599453" y="236782"/>
                    <a:pt x="604282" y="239933"/>
                    <a:pt x="606325" y="244938"/>
                  </a:cubicBezTo>
                  <a:cubicBezTo>
                    <a:pt x="608368" y="249851"/>
                    <a:pt x="607254" y="255505"/>
                    <a:pt x="603539" y="259305"/>
                  </a:cubicBezTo>
                  <a:lnTo>
                    <a:pt x="568902" y="293878"/>
                  </a:lnTo>
                  <a:lnTo>
                    <a:pt x="580696" y="352828"/>
                  </a:lnTo>
                  <a:cubicBezTo>
                    <a:pt x="581717" y="358204"/>
                    <a:pt x="579396" y="363673"/>
                    <a:pt x="574753" y="366546"/>
                  </a:cubicBezTo>
                  <a:cubicBezTo>
                    <a:pt x="572617" y="367936"/>
                    <a:pt x="570202" y="368585"/>
                    <a:pt x="567788" y="368585"/>
                  </a:cubicBezTo>
                  <a:cubicBezTo>
                    <a:pt x="565002" y="368585"/>
                    <a:pt x="562216" y="367658"/>
                    <a:pt x="559802" y="365990"/>
                  </a:cubicBezTo>
                  <a:lnTo>
                    <a:pt x="514950" y="332344"/>
                  </a:lnTo>
                  <a:lnTo>
                    <a:pt x="470006" y="365990"/>
                  </a:lnTo>
                  <a:cubicBezTo>
                    <a:pt x="465642" y="369234"/>
                    <a:pt x="459698" y="369512"/>
                    <a:pt x="455055" y="366546"/>
                  </a:cubicBezTo>
                  <a:cubicBezTo>
                    <a:pt x="450412" y="363673"/>
                    <a:pt x="448091" y="358204"/>
                    <a:pt x="449205" y="352828"/>
                  </a:cubicBezTo>
                  <a:lnTo>
                    <a:pt x="460999" y="293878"/>
                  </a:lnTo>
                  <a:lnTo>
                    <a:pt x="426362" y="259305"/>
                  </a:lnTo>
                  <a:cubicBezTo>
                    <a:pt x="422554" y="255505"/>
                    <a:pt x="421440" y="249851"/>
                    <a:pt x="423483" y="244938"/>
                  </a:cubicBezTo>
                  <a:cubicBezTo>
                    <a:pt x="425526" y="239933"/>
                    <a:pt x="430355" y="236782"/>
                    <a:pt x="435648" y="236782"/>
                  </a:cubicBezTo>
                  <a:lnTo>
                    <a:pt x="480313" y="236782"/>
                  </a:lnTo>
                  <a:lnTo>
                    <a:pt x="503064" y="191271"/>
                  </a:lnTo>
                  <a:cubicBezTo>
                    <a:pt x="505339" y="186822"/>
                    <a:pt x="510145" y="184598"/>
                    <a:pt x="514938" y="184598"/>
                  </a:cubicBezTo>
                  <a:close/>
                  <a:moveTo>
                    <a:pt x="92394" y="184598"/>
                  </a:moveTo>
                  <a:cubicBezTo>
                    <a:pt x="97174" y="184598"/>
                    <a:pt x="101955" y="186822"/>
                    <a:pt x="104229" y="191271"/>
                  </a:cubicBezTo>
                  <a:lnTo>
                    <a:pt x="126971" y="236782"/>
                  </a:lnTo>
                  <a:lnTo>
                    <a:pt x="171620" y="236782"/>
                  </a:lnTo>
                  <a:cubicBezTo>
                    <a:pt x="176911" y="236782"/>
                    <a:pt x="181738" y="239933"/>
                    <a:pt x="183780" y="244938"/>
                  </a:cubicBezTo>
                  <a:cubicBezTo>
                    <a:pt x="185822" y="249851"/>
                    <a:pt x="184708" y="255505"/>
                    <a:pt x="180902" y="259305"/>
                  </a:cubicBezTo>
                  <a:lnTo>
                    <a:pt x="146371" y="293878"/>
                  </a:lnTo>
                  <a:lnTo>
                    <a:pt x="158160" y="352828"/>
                  </a:lnTo>
                  <a:cubicBezTo>
                    <a:pt x="159181" y="358204"/>
                    <a:pt x="156861" y="363673"/>
                    <a:pt x="152219" y="366546"/>
                  </a:cubicBezTo>
                  <a:cubicBezTo>
                    <a:pt x="150084" y="367936"/>
                    <a:pt x="147671" y="368585"/>
                    <a:pt x="145257" y="368585"/>
                  </a:cubicBezTo>
                  <a:cubicBezTo>
                    <a:pt x="142473" y="368585"/>
                    <a:pt x="139688" y="367658"/>
                    <a:pt x="137274" y="365990"/>
                  </a:cubicBezTo>
                  <a:lnTo>
                    <a:pt x="92440" y="332344"/>
                  </a:lnTo>
                  <a:lnTo>
                    <a:pt x="47513" y="365990"/>
                  </a:lnTo>
                  <a:cubicBezTo>
                    <a:pt x="43150" y="369234"/>
                    <a:pt x="37209" y="369512"/>
                    <a:pt x="32568" y="366546"/>
                  </a:cubicBezTo>
                  <a:cubicBezTo>
                    <a:pt x="27926" y="363673"/>
                    <a:pt x="25606" y="358204"/>
                    <a:pt x="26627" y="352828"/>
                  </a:cubicBezTo>
                  <a:lnTo>
                    <a:pt x="38509" y="293878"/>
                  </a:lnTo>
                  <a:lnTo>
                    <a:pt x="3885" y="259305"/>
                  </a:lnTo>
                  <a:cubicBezTo>
                    <a:pt x="79" y="255505"/>
                    <a:pt x="-1035" y="249851"/>
                    <a:pt x="1007" y="244938"/>
                  </a:cubicBezTo>
                  <a:cubicBezTo>
                    <a:pt x="3049" y="239933"/>
                    <a:pt x="7876" y="236782"/>
                    <a:pt x="13167" y="236782"/>
                  </a:cubicBezTo>
                  <a:lnTo>
                    <a:pt x="57816" y="236782"/>
                  </a:lnTo>
                  <a:lnTo>
                    <a:pt x="80558" y="191271"/>
                  </a:lnTo>
                  <a:cubicBezTo>
                    <a:pt x="82833" y="186822"/>
                    <a:pt x="87613" y="184598"/>
                    <a:pt x="92394" y="184598"/>
                  </a:cubicBezTo>
                  <a:close/>
                  <a:moveTo>
                    <a:pt x="303666" y="42096"/>
                  </a:moveTo>
                  <a:lnTo>
                    <a:pt x="289089" y="71304"/>
                  </a:lnTo>
                  <a:cubicBezTo>
                    <a:pt x="286860" y="75755"/>
                    <a:pt x="282311" y="78537"/>
                    <a:pt x="277297" y="78537"/>
                  </a:cubicBezTo>
                  <a:lnTo>
                    <a:pt x="256313" y="78537"/>
                  </a:lnTo>
                  <a:lnTo>
                    <a:pt x="273397" y="95598"/>
                  </a:lnTo>
                  <a:cubicBezTo>
                    <a:pt x="276554" y="98658"/>
                    <a:pt x="277854" y="103201"/>
                    <a:pt x="277018" y="107467"/>
                  </a:cubicBezTo>
                  <a:lnTo>
                    <a:pt x="270612" y="139642"/>
                  </a:lnTo>
                  <a:lnTo>
                    <a:pt x="295774" y="120726"/>
                  </a:lnTo>
                  <a:cubicBezTo>
                    <a:pt x="298095" y="118965"/>
                    <a:pt x="300881" y="118130"/>
                    <a:pt x="303666" y="118130"/>
                  </a:cubicBezTo>
                  <a:cubicBezTo>
                    <a:pt x="306451" y="118130"/>
                    <a:pt x="309237" y="118965"/>
                    <a:pt x="311651" y="120726"/>
                  </a:cubicBezTo>
                  <a:lnTo>
                    <a:pt x="336813" y="139642"/>
                  </a:lnTo>
                  <a:lnTo>
                    <a:pt x="330407" y="107467"/>
                  </a:lnTo>
                  <a:cubicBezTo>
                    <a:pt x="329478" y="103201"/>
                    <a:pt x="330871" y="98751"/>
                    <a:pt x="333935" y="95598"/>
                  </a:cubicBezTo>
                  <a:lnTo>
                    <a:pt x="351019" y="78537"/>
                  </a:lnTo>
                  <a:lnTo>
                    <a:pt x="330128" y="78537"/>
                  </a:lnTo>
                  <a:cubicBezTo>
                    <a:pt x="325114" y="78537"/>
                    <a:pt x="320565" y="75755"/>
                    <a:pt x="318336" y="71304"/>
                  </a:cubicBezTo>
                  <a:close/>
                  <a:moveTo>
                    <a:pt x="303666" y="0"/>
                  </a:moveTo>
                  <a:cubicBezTo>
                    <a:pt x="308448" y="0"/>
                    <a:pt x="313229" y="2225"/>
                    <a:pt x="315458" y="6676"/>
                  </a:cubicBezTo>
                  <a:lnTo>
                    <a:pt x="338206" y="52203"/>
                  </a:lnTo>
                  <a:lnTo>
                    <a:pt x="382866" y="52203"/>
                  </a:lnTo>
                  <a:cubicBezTo>
                    <a:pt x="388251" y="52203"/>
                    <a:pt x="393080" y="55356"/>
                    <a:pt x="395122" y="60363"/>
                  </a:cubicBezTo>
                  <a:cubicBezTo>
                    <a:pt x="397165" y="65277"/>
                    <a:pt x="395958" y="70933"/>
                    <a:pt x="392244" y="74735"/>
                  </a:cubicBezTo>
                  <a:lnTo>
                    <a:pt x="357611" y="109229"/>
                  </a:lnTo>
                  <a:lnTo>
                    <a:pt x="369403" y="168294"/>
                  </a:lnTo>
                  <a:cubicBezTo>
                    <a:pt x="370517" y="173579"/>
                    <a:pt x="368196" y="179143"/>
                    <a:pt x="363461" y="182017"/>
                  </a:cubicBezTo>
                  <a:cubicBezTo>
                    <a:pt x="361418" y="183408"/>
                    <a:pt x="359004" y="184057"/>
                    <a:pt x="356497" y="184057"/>
                  </a:cubicBezTo>
                  <a:cubicBezTo>
                    <a:pt x="353712" y="184057"/>
                    <a:pt x="350926" y="183130"/>
                    <a:pt x="348605" y="181368"/>
                  </a:cubicBezTo>
                  <a:lnTo>
                    <a:pt x="303666" y="147802"/>
                  </a:lnTo>
                  <a:lnTo>
                    <a:pt x="258820" y="181368"/>
                  </a:lnTo>
                  <a:cubicBezTo>
                    <a:pt x="254363" y="184706"/>
                    <a:pt x="248514" y="184984"/>
                    <a:pt x="243871" y="182017"/>
                  </a:cubicBezTo>
                  <a:cubicBezTo>
                    <a:pt x="239229" y="179143"/>
                    <a:pt x="236815" y="173672"/>
                    <a:pt x="237929" y="168294"/>
                  </a:cubicBezTo>
                  <a:lnTo>
                    <a:pt x="249721" y="109229"/>
                  </a:lnTo>
                  <a:lnTo>
                    <a:pt x="215088" y="74735"/>
                  </a:lnTo>
                  <a:cubicBezTo>
                    <a:pt x="211374" y="70933"/>
                    <a:pt x="210167" y="65277"/>
                    <a:pt x="212210" y="60363"/>
                  </a:cubicBezTo>
                  <a:cubicBezTo>
                    <a:pt x="214345" y="55356"/>
                    <a:pt x="219081" y="52203"/>
                    <a:pt x="224466" y="52203"/>
                  </a:cubicBezTo>
                  <a:lnTo>
                    <a:pt x="269126" y="52203"/>
                  </a:lnTo>
                  <a:lnTo>
                    <a:pt x="291874" y="6676"/>
                  </a:lnTo>
                  <a:cubicBezTo>
                    <a:pt x="294103" y="2225"/>
                    <a:pt x="298884" y="0"/>
                    <a:pt x="303666" y="0"/>
                  </a:cubicBezTo>
                  <a:close/>
                </a:path>
              </a:pathLst>
            </a:custGeom>
            <a:solidFill>
              <a:schemeClr val="bg1">
                <a:alpha val="70000"/>
              </a:schemeClr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2.0 95 ExtraBold"/>
                <a:cs typeface="+mn-cs"/>
              </a:endParaRPr>
            </a:p>
          </p:txBody>
        </p:sp>
      </p:grpSp>
      <p:sp>
        <p:nvSpPr>
          <p:cNvPr id="63" name="stars_273718">
            <a:extLst>
              <a:ext uri="{FF2B5EF4-FFF2-40B4-BE49-F238E27FC236}">
                <a16:creationId xmlns:a16="http://schemas.microsoft.com/office/drawing/2014/main" id="{59748F15-8177-4590-B8D7-DD66C5B9D308}"/>
              </a:ext>
            </a:extLst>
          </p:cNvPr>
          <p:cNvSpPr>
            <a:spLocks noChangeAspect="1"/>
          </p:cNvSpPr>
          <p:nvPr/>
        </p:nvSpPr>
        <p:spPr bwMode="auto">
          <a:xfrm>
            <a:off x="9650875" y="540210"/>
            <a:ext cx="216505" cy="216000"/>
          </a:xfrm>
          <a:custGeom>
            <a:avLst/>
            <a:gdLst>
              <a:gd name="connsiteX0" fmla="*/ 435684 w 607336"/>
              <a:gd name="connsiteY0" fmla="*/ 463990 h 605919"/>
              <a:gd name="connsiteX1" fmla="*/ 421104 w 607336"/>
              <a:gd name="connsiteY1" fmla="*/ 493187 h 605919"/>
              <a:gd name="connsiteX2" fmla="*/ 409311 w 607336"/>
              <a:gd name="connsiteY2" fmla="*/ 500417 h 605919"/>
              <a:gd name="connsiteX3" fmla="*/ 388325 w 607336"/>
              <a:gd name="connsiteY3" fmla="*/ 500417 h 605919"/>
              <a:gd name="connsiteX4" fmla="*/ 405411 w 607336"/>
              <a:gd name="connsiteY4" fmla="*/ 517472 h 605919"/>
              <a:gd name="connsiteX5" fmla="*/ 409033 w 607336"/>
              <a:gd name="connsiteY5" fmla="*/ 529429 h 605919"/>
              <a:gd name="connsiteX6" fmla="*/ 402625 w 607336"/>
              <a:gd name="connsiteY6" fmla="*/ 561499 h 605919"/>
              <a:gd name="connsiteX7" fmla="*/ 427790 w 607336"/>
              <a:gd name="connsiteY7" fmla="*/ 542591 h 605919"/>
              <a:gd name="connsiteX8" fmla="*/ 435684 w 607336"/>
              <a:gd name="connsiteY8" fmla="*/ 539995 h 605919"/>
              <a:gd name="connsiteX9" fmla="*/ 443670 w 607336"/>
              <a:gd name="connsiteY9" fmla="*/ 542591 h 605919"/>
              <a:gd name="connsiteX10" fmla="*/ 468835 w 607336"/>
              <a:gd name="connsiteY10" fmla="*/ 561499 h 605919"/>
              <a:gd name="connsiteX11" fmla="*/ 462427 w 607336"/>
              <a:gd name="connsiteY11" fmla="*/ 529429 h 605919"/>
              <a:gd name="connsiteX12" fmla="*/ 466049 w 607336"/>
              <a:gd name="connsiteY12" fmla="*/ 517472 h 605919"/>
              <a:gd name="connsiteX13" fmla="*/ 483042 w 607336"/>
              <a:gd name="connsiteY13" fmla="*/ 500417 h 605919"/>
              <a:gd name="connsiteX14" fmla="*/ 462149 w 607336"/>
              <a:gd name="connsiteY14" fmla="*/ 500417 h 605919"/>
              <a:gd name="connsiteX15" fmla="*/ 450356 w 607336"/>
              <a:gd name="connsiteY15" fmla="*/ 493187 h 605919"/>
              <a:gd name="connsiteX16" fmla="*/ 171614 w 607336"/>
              <a:gd name="connsiteY16" fmla="*/ 463990 h 605919"/>
              <a:gd name="connsiteX17" fmla="*/ 157040 w 607336"/>
              <a:gd name="connsiteY17" fmla="*/ 493187 h 605919"/>
              <a:gd name="connsiteX18" fmla="*/ 145252 w 607336"/>
              <a:gd name="connsiteY18" fmla="*/ 500417 h 605919"/>
              <a:gd name="connsiteX19" fmla="*/ 124273 w 607336"/>
              <a:gd name="connsiteY19" fmla="*/ 500417 h 605919"/>
              <a:gd name="connsiteX20" fmla="*/ 141353 w 607336"/>
              <a:gd name="connsiteY20" fmla="*/ 517472 h 605919"/>
              <a:gd name="connsiteX21" fmla="*/ 144973 w 607336"/>
              <a:gd name="connsiteY21" fmla="*/ 529429 h 605919"/>
              <a:gd name="connsiteX22" fmla="*/ 138568 w 607336"/>
              <a:gd name="connsiteY22" fmla="*/ 561499 h 605919"/>
              <a:gd name="connsiteX23" fmla="*/ 163724 w 607336"/>
              <a:gd name="connsiteY23" fmla="*/ 542591 h 605919"/>
              <a:gd name="connsiteX24" fmla="*/ 171614 w 607336"/>
              <a:gd name="connsiteY24" fmla="*/ 539995 h 605919"/>
              <a:gd name="connsiteX25" fmla="*/ 179504 w 607336"/>
              <a:gd name="connsiteY25" fmla="*/ 542591 h 605919"/>
              <a:gd name="connsiteX26" fmla="*/ 204660 w 607336"/>
              <a:gd name="connsiteY26" fmla="*/ 561499 h 605919"/>
              <a:gd name="connsiteX27" fmla="*/ 198255 w 607336"/>
              <a:gd name="connsiteY27" fmla="*/ 529429 h 605919"/>
              <a:gd name="connsiteX28" fmla="*/ 201875 w 607336"/>
              <a:gd name="connsiteY28" fmla="*/ 517472 h 605919"/>
              <a:gd name="connsiteX29" fmla="*/ 218955 w 607336"/>
              <a:gd name="connsiteY29" fmla="*/ 500417 h 605919"/>
              <a:gd name="connsiteX30" fmla="*/ 197976 w 607336"/>
              <a:gd name="connsiteY30" fmla="*/ 500417 h 605919"/>
              <a:gd name="connsiteX31" fmla="*/ 186187 w 607336"/>
              <a:gd name="connsiteY31" fmla="*/ 493187 h 605919"/>
              <a:gd name="connsiteX32" fmla="*/ 435695 w 607336"/>
              <a:gd name="connsiteY32" fmla="*/ 421910 h 605919"/>
              <a:gd name="connsiteX33" fmla="*/ 447570 w 607336"/>
              <a:gd name="connsiteY33" fmla="*/ 428583 h 605919"/>
              <a:gd name="connsiteX34" fmla="*/ 470321 w 607336"/>
              <a:gd name="connsiteY34" fmla="*/ 474094 h 605919"/>
              <a:gd name="connsiteX35" fmla="*/ 514986 w 607336"/>
              <a:gd name="connsiteY35" fmla="*/ 474094 h 605919"/>
              <a:gd name="connsiteX36" fmla="*/ 527151 w 607336"/>
              <a:gd name="connsiteY36" fmla="*/ 482250 h 605919"/>
              <a:gd name="connsiteX37" fmla="*/ 524272 w 607336"/>
              <a:gd name="connsiteY37" fmla="*/ 496617 h 605919"/>
              <a:gd name="connsiteX38" fmla="*/ 489635 w 607336"/>
              <a:gd name="connsiteY38" fmla="*/ 531190 h 605919"/>
              <a:gd name="connsiteX39" fmla="*/ 501429 w 607336"/>
              <a:gd name="connsiteY39" fmla="*/ 590140 h 605919"/>
              <a:gd name="connsiteX40" fmla="*/ 495579 w 607336"/>
              <a:gd name="connsiteY40" fmla="*/ 603858 h 605919"/>
              <a:gd name="connsiteX41" fmla="*/ 488521 w 607336"/>
              <a:gd name="connsiteY41" fmla="*/ 605897 h 605919"/>
              <a:gd name="connsiteX42" fmla="*/ 480628 w 607336"/>
              <a:gd name="connsiteY42" fmla="*/ 603302 h 605919"/>
              <a:gd name="connsiteX43" fmla="*/ 435684 w 607336"/>
              <a:gd name="connsiteY43" fmla="*/ 569656 h 605919"/>
              <a:gd name="connsiteX44" fmla="*/ 390832 w 607336"/>
              <a:gd name="connsiteY44" fmla="*/ 603302 h 605919"/>
              <a:gd name="connsiteX45" fmla="*/ 375881 w 607336"/>
              <a:gd name="connsiteY45" fmla="*/ 603858 h 605919"/>
              <a:gd name="connsiteX46" fmla="*/ 369938 w 607336"/>
              <a:gd name="connsiteY46" fmla="*/ 590140 h 605919"/>
              <a:gd name="connsiteX47" fmla="*/ 381732 w 607336"/>
              <a:gd name="connsiteY47" fmla="*/ 531190 h 605919"/>
              <a:gd name="connsiteX48" fmla="*/ 347095 w 607336"/>
              <a:gd name="connsiteY48" fmla="*/ 496617 h 605919"/>
              <a:gd name="connsiteX49" fmla="*/ 344309 w 607336"/>
              <a:gd name="connsiteY49" fmla="*/ 482250 h 605919"/>
              <a:gd name="connsiteX50" fmla="*/ 356474 w 607336"/>
              <a:gd name="connsiteY50" fmla="*/ 474094 h 605919"/>
              <a:gd name="connsiteX51" fmla="*/ 401139 w 607336"/>
              <a:gd name="connsiteY51" fmla="*/ 474094 h 605919"/>
              <a:gd name="connsiteX52" fmla="*/ 423890 w 607336"/>
              <a:gd name="connsiteY52" fmla="*/ 428583 h 605919"/>
              <a:gd name="connsiteX53" fmla="*/ 435695 w 607336"/>
              <a:gd name="connsiteY53" fmla="*/ 421910 h 605919"/>
              <a:gd name="connsiteX54" fmla="*/ 171614 w 607336"/>
              <a:gd name="connsiteY54" fmla="*/ 421910 h 605919"/>
              <a:gd name="connsiteX55" fmla="*/ 183403 w 607336"/>
              <a:gd name="connsiteY55" fmla="*/ 428583 h 605919"/>
              <a:gd name="connsiteX56" fmla="*/ 206145 w 607336"/>
              <a:gd name="connsiteY56" fmla="*/ 474094 h 605919"/>
              <a:gd name="connsiteX57" fmla="*/ 250794 w 607336"/>
              <a:gd name="connsiteY57" fmla="*/ 474094 h 605919"/>
              <a:gd name="connsiteX58" fmla="*/ 262954 w 607336"/>
              <a:gd name="connsiteY58" fmla="*/ 482250 h 605919"/>
              <a:gd name="connsiteX59" fmla="*/ 260169 w 607336"/>
              <a:gd name="connsiteY59" fmla="*/ 496617 h 605919"/>
              <a:gd name="connsiteX60" fmla="*/ 225545 w 607336"/>
              <a:gd name="connsiteY60" fmla="*/ 531190 h 605919"/>
              <a:gd name="connsiteX61" fmla="*/ 237334 w 607336"/>
              <a:gd name="connsiteY61" fmla="*/ 590140 h 605919"/>
              <a:gd name="connsiteX62" fmla="*/ 231393 w 607336"/>
              <a:gd name="connsiteY62" fmla="*/ 603858 h 605919"/>
              <a:gd name="connsiteX63" fmla="*/ 224431 w 607336"/>
              <a:gd name="connsiteY63" fmla="*/ 605897 h 605919"/>
              <a:gd name="connsiteX64" fmla="*/ 216541 w 607336"/>
              <a:gd name="connsiteY64" fmla="*/ 603302 h 605919"/>
              <a:gd name="connsiteX65" fmla="*/ 171614 w 607336"/>
              <a:gd name="connsiteY65" fmla="*/ 569656 h 605919"/>
              <a:gd name="connsiteX66" fmla="*/ 126687 w 607336"/>
              <a:gd name="connsiteY66" fmla="*/ 603302 h 605919"/>
              <a:gd name="connsiteX67" fmla="*/ 111742 w 607336"/>
              <a:gd name="connsiteY67" fmla="*/ 603858 h 605919"/>
              <a:gd name="connsiteX68" fmla="*/ 105894 w 607336"/>
              <a:gd name="connsiteY68" fmla="*/ 590140 h 605919"/>
              <a:gd name="connsiteX69" fmla="*/ 117683 w 607336"/>
              <a:gd name="connsiteY69" fmla="*/ 531190 h 605919"/>
              <a:gd name="connsiteX70" fmla="*/ 83059 w 607336"/>
              <a:gd name="connsiteY70" fmla="*/ 496617 h 605919"/>
              <a:gd name="connsiteX71" fmla="*/ 80181 w 607336"/>
              <a:gd name="connsiteY71" fmla="*/ 482250 h 605919"/>
              <a:gd name="connsiteX72" fmla="*/ 92434 w 607336"/>
              <a:gd name="connsiteY72" fmla="*/ 474094 h 605919"/>
              <a:gd name="connsiteX73" fmla="*/ 137083 w 607336"/>
              <a:gd name="connsiteY73" fmla="*/ 474094 h 605919"/>
              <a:gd name="connsiteX74" fmla="*/ 159825 w 607336"/>
              <a:gd name="connsiteY74" fmla="*/ 428583 h 605919"/>
              <a:gd name="connsiteX75" fmla="*/ 171614 w 607336"/>
              <a:gd name="connsiteY75" fmla="*/ 421910 h 605919"/>
              <a:gd name="connsiteX76" fmla="*/ 514950 w 607336"/>
              <a:gd name="connsiteY76" fmla="*/ 226678 h 605919"/>
              <a:gd name="connsiteX77" fmla="*/ 500278 w 607336"/>
              <a:gd name="connsiteY77" fmla="*/ 255875 h 605919"/>
              <a:gd name="connsiteX78" fmla="*/ 488485 w 607336"/>
              <a:gd name="connsiteY78" fmla="*/ 263105 h 605919"/>
              <a:gd name="connsiteX79" fmla="*/ 467592 w 607336"/>
              <a:gd name="connsiteY79" fmla="*/ 263105 h 605919"/>
              <a:gd name="connsiteX80" fmla="*/ 484678 w 607336"/>
              <a:gd name="connsiteY80" fmla="*/ 280160 h 605919"/>
              <a:gd name="connsiteX81" fmla="*/ 488207 w 607336"/>
              <a:gd name="connsiteY81" fmla="*/ 292117 h 605919"/>
              <a:gd name="connsiteX82" fmla="*/ 481799 w 607336"/>
              <a:gd name="connsiteY82" fmla="*/ 324187 h 605919"/>
              <a:gd name="connsiteX83" fmla="*/ 506964 w 607336"/>
              <a:gd name="connsiteY83" fmla="*/ 305279 h 605919"/>
              <a:gd name="connsiteX84" fmla="*/ 514950 w 607336"/>
              <a:gd name="connsiteY84" fmla="*/ 302683 h 605919"/>
              <a:gd name="connsiteX85" fmla="*/ 522844 w 607336"/>
              <a:gd name="connsiteY85" fmla="*/ 305279 h 605919"/>
              <a:gd name="connsiteX86" fmla="*/ 548009 w 607336"/>
              <a:gd name="connsiteY86" fmla="*/ 324187 h 605919"/>
              <a:gd name="connsiteX87" fmla="*/ 541601 w 607336"/>
              <a:gd name="connsiteY87" fmla="*/ 292117 h 605919"/>
              <a:gd name="connsiteX88" fmla="*/ 545223 w 607336"/>
              <a:gd name="connsiteY88" fmla="*/ 280160 h 605919"/>
              <a:gd name="connsiteX89" fmla="*/ 562309 w 607336"/>
              <a:gd name="connsiteY89" fmla="*/ 263105 h 605919"/>
              <a:gd name="connsiteX90" fmla="*/ 541323 w 607336"/>
              <a:gd name="connsiteY90" fmla="*/ 263105 h 605919"/>
              <a:gd name="connsiteX91" fmla="*/ 529530 w 607336"/>
              <a:gd name="connsiteY91" fmla="*/ 255875 h 605919"/>
              <a:gd name="connsiteX92" fmla="*/ 92440 w 607336"/>
              <a:gd name="connsiteY92" fmla="*/ 226678 h 605919"/>
              <a:gd name="connsiteX93" fmla="*/ 77774 w 607336"/>
              <a:gd name="connsiteY93" fmla="*/ 255875 h 605919"/>
              <a:gd name="connsiteX94" fmla="*/ 65985 w 607336"/>
              <a:gd name="connsiteY94" fmla="*/ 263105 h 605919"/>
              <a:gd name="connsiteX95" fmla="*/ 45099 w 607336"/>
              <a:gd name="connsiteY95" fmla="*/ 263105 h 605919"/>
              <a:gd name="connsiteX96" fmla="*/ 62086 w 607336"/>
              <a:gd name="connsiteY96" fmla="*/ 280160 h 605919"/>
              <a:gd name="connsiteX97" fmla="*/ 65706 w 607336"/>
              <a:gd name="connsiteY97" fmla="*/ 292024 h 605919"/>
              <a:gd name="connsiteX98" fmla="*/ 59301 w 607336"/>
              <a:gd name="connsiteY98" fmla="*/ 324187 h 605919"/>
              <a:gd name="connsiteX99" fmla="*/ 84457 w 607336"/>
              <a:gd name="connsiteY99" fmla="*/ 305279 h 605919"/>
              <a:gd name="connsiteX100" fmla="*/ 92440 w 607336"/>
              <a:gd name="connsiteY100" fmla="*/ 302683 h 605919"/>
              <a:gd name="connsiteX101" fmla="*/ 100330 w 607336"/>
              <a:gd name="connsiteY101" fmla="*/ 305279 h 605919"/>
              <a:gd name="connsiteX102" fmla="*/ 125486 w 607336"/>
              <a:gd name="connsiteY102" fmla="*/ 324187 h 605919"/>
              <a:gd name="connsiteX103" fmla="*/ 119081 w 607336"/>
              <a:gd name="connsiteY103" fmla="*/ 292117 h 605919"/>
              <a:gd name="connsiteX104" fmla="*/ 122701 w 607336"/>
              <a:gd name="connsiteY104" fmla="*/ 280160 h 605919"/>
              <a:gd name="connsiteX105" fmla="*/ 139781 w 607336"/>
              <a:gd name="connsiteY105" fmla="*/ 263105 h 605919"/>
              <a:gd name="connsiteX106" fmla="*/ 118802 w 607336"/>
              <a:gd name="connsiteY106" fmla="*/ 263105 h 605919"/>
              <a:gd name="connsiteX107" fmla="*/ 107013 w 607336"/>
              <a:gd name="connsiteY107" fmla="*/ 255875 h 605919"/>
              <a:gd name="connsiteX108" fmla="*/ 514938 w 607336"/>
              <a:gd name="connsiteY108" fmla="*/ 184598 h 605919"/>
              <a:gd name="connsiteX109" fmla="*/ 526744 w 607336"/>
              <a:gd name="connsiteY109" fmla="*/ 191271 h 605919"/>
              <a:gd name="connsiteX110" fmla="*/ 549495 w 607336"/>
              <a:gd name="connsiteY110" fmla="*/ 236782 h 605919"/>
              <a:gd name="connsiteX111" fmla="*/ 594160 w 607336"/>
              <a:gd name="connsiteY111" fmla="*/ 236782 h 605919"/>
              <a:gd name="connsiteX112" fmla="*/ 606325 w 607336"/>
              <a:gd name="connsiteY112" fmla="*/ 244938 h 605919"/>
              <a:gd name="connsiteX113" fmla="*/ 603539 w 607336"/>
              <a:gd name="connsiteY113" fmla="*/ 259305 h 605919"/>
              <a:gd name="connsiteX114" fmla="*/ 568902 w 607336"/>
              <a:gd name="connsiteY114" fmla="*/ 293878 h 605919"/>
              <a:gd name="connsiteX115" fmla="*/ 580696 w 607336"/>
              <a:gd name="connsiteY115" fmla="*/ 352828 h 605919"/>
              <a:gd name="connsiteX116" fmla="*/ 574753 w 607336"/>
              <a:gd name="connsiteY116" fmla="*/ 366546 h 605919"/>
              <a:gd name="connsiteX117" fmla="*/ 567788 w 607336"/>
              <a:gd name="connsiteY117" fmla="*/ 368585 h 605919"/>
              <a:gd name="connsiteX118" fmla="*/ 559802 w 607336"/>
              <a:gd name="connsiteY118" fmla="*/ 365990 h 605919"/>
              <a:gd name="connsiteX119" fmla="*/ 514950 w 607336"/>
              <a:gd name="connsiteY119" fmla="*/ 332344 h 605919"/>
              <a:gd name="connsiteX120" fmla="*/ 470006 w 607336"/>
              <a:gd name="connsiteY120" fmla="*/ 365990 h 605919"/>
              <a:gd name="connsiteX121" fmla="*/ 455055 w 607336"/>
              <a:gd name="connsiteY121" fmla="*/ 366546 h 605919"/>
              <a:gd name="connsiteX122" fmla="*/ 449205 w 607336"/>
              <a:gd name="connsiteY122" fmla="*/ 352828 h 605919"/>
              <a:gd name="connsiteX123" fmla="*/ 460999 w 607336"/>
              <a:gd name="connsiteY123" fmla="*/ 293878 h 605919"/>
              <a:gd name="connsiteX124" fmla="*/ 426362 w 607336"/>
              <a:gd name="connsiteY124" fmla="*/ 259305 h 605919"/>
              <a:gd name="connsiteX125" fmla="*/ 423483 w 607336"/>
              <a:gd name="connsiteY125" fmla="*/ 244938 h 605919"/>
              <a:gd name="connsiteX126" fmla="*/ 435648 w 607336"/>
              <a:gd name="connsiteY126" fmla="*/ 236782 h 605919"/>
              <a:gd name="connsiteX127" fmla="*/ 480313 w 607336"/>
              <a:gd name="connsiteY127" fmla="*/ 236782 h 605919"/>
              <a:gd name="connsiteX128" fmla="*/ 503064 w 607336"/>
              <a:gd name="connsiteY128" fmla="*/ 191271 h 605919"/>
              <a:gd name="connsiteX129" fmla="*/ 514938 w 607336"/>
              <a:gd name="connsiteY129" fmla="*/ 184598 h 605919"/>
              <a:gd name="connsiteX130" fmla="*/ 92394 w 607336"/>
              <a:gd name="connsiteY130" fmla="*/ 184598 h 605919"/>
              <a:gd name="connsiteX131" fmla="*/ 104229 w 607336"/>
              <a:gd name="connsiteY131" fmla="*/ 191271 h 605919"/>
              <a:gd name="connsiteX132" fmla="*/ 126971 w 607336"/>
              <a:gd name="connsiteY132" fmla="*/ 236782 h 605919"/>
              <a:gd name="connsiteX133" fmla="*/ 171620 w 607336"/>
              <a:gd name="connsiteY133" fmla="*/ 236782 h 605919"/>
              <a:gd name="connsiteX134" fmla="*/ 183780 w 607336"/>
              <a:gd name="connsiteY134" fmla="*/ 244938 h 605919"/>
              <a:gd name="connsiteX135" fmla="*/ 180902 w 607336"/>
              <a:gd name="connsiteY135" fmla="*/ 259305 h 605919"/>
              <a:gd name="connsiteX136" fmla="*/ 146371 w 607336"/>
              <a:gd name="connsiteY136" fmla="*/ 293878 h 605919"/>
              <a:gd name="connsiteX137" fmla="*/ 158160 w 607336"/>
              <a:gd name="connsiteY137" fmla="*/ 352828 h 605919"/>
              <a:gd name="connsiteX138" fmla="*/ 152219 w 607336"/>
              <a:gd name="connsiteY138" fmla="*/ 366546 h 605919"/>
              <a:gd name="connsiteX139" fmla="*/ 145257 w 607336"/>
              <a:gd name="connsiteY139" fmla="*/ 368585 h 605919"/>
              <a:gd name="connsiteX140" fmla="*/ 137274 w 607336"/>
              <a:gd name="connsiteY140" fmla="*/ 365990 h 605919"/>
              <a:gd name="connsiteX141" fmla="*/ 92440 w 607336"/>
              <a:gd name="connsiteY141" fmla="*/ 332344 h 605919"/>
              <a:gd name="connsiteX142" fmla="*/ 47513 w 607336"/>
              <a:gd name="connsiteY142" fmla="*/ 365990 h 605919"/>
              <a:gd name="connsiteX143" fmla="*/ 32568 w 607336"/>
              <a:gd name="connsiteY143" fmla="*/ 366546 h 605919"/>
              <a:gd name="connsiteX144" fmla="*/ 26627 w 607336"/>
              <a:gd name="connsiteY144" fmla="*/ 352828 h 605919"/>
              <a:gd name="connsiteX145" fmla="*/ 38509 w 607336"/>
              <a:gd name="connsiteY145" fmla="*/ 293878 h 605919"/>
              <a:gd name="connsiteX146" fmla="*/ 3885 w 607336"/>
              <a:gd name="connsiteY146" fmla="*/ 259305 h 605919"/>
              <a:gd name="connsiteX147" fmla="*/ 1007 w 607336"/>
              <a:gd name="connsiteY147" fmla="*/ 244938 h 605919"/>
              <a:gd name="connsiteX148" fmla="*/ 13167 w 607336"/>
              <a:gd name="connsiteY148" fmla="*/ 236782 h 605919"/>
              <a:gd name="connsiteX149" fmla="*/ 57816 w 607336"/>
              <a:gd name="connsiteY149" fmla="*/ 236782 h 605919"/>
              <a:gd name="connsiteX150" fmla="*/ 80558 w 607336"/>
              <a:gd name="connsiteY150" fmla="*/ 191271 h 605919"/>
              <a:gd name="connsiteX151" fmla="*/ 92394 w 607336"/>
              <a:gd name="connsiteY151" fmla="*/ 184598 h 605919"/>
              <a:gd name="connsiteX152" fmla="*/ 303666 w 607336"/>
              <a:gd name="connsiteY152" fmla="*/ 42096 h 605919"/>
              <a:gd name="connsiteX153" fmla="*/ 289089 w 607336"/>
              <a:gd name="connsiteY153" fmla="*/ 71304 h 605919"/>
              <a:gd name="connsiteX154" fmla="*/ 277297 w 607336"/>
              <a:gd name="connsiteY154" fmla="*/ 78537 h 605919"/>
              <a:gd name="connsiteX155" fmla="*/ 256313 w 607336"/>
              <a:gd name="connsiteY155" fmla="*/ 78537 h 605919"/>
              <a:gd name="connsiteX156" fmla="*/ 273397 w 607336"/>
              <a:gd name="connsiteY156" fmla="*/ 95598 h 605919"/>
              <a:gd name="connsiteX157" fmla="*/ 277018 w 607336"/>
              <a:gd name="connsiteY157" fmla="*/ 107467 h 605919"/>
              <a:gd name="connsiteX158" fmla="*/ 270612 w 607336"/>
              <a:gd name="connsiteY158" fmla="*/ 139642 h 605919"/>
              <a:gd name="connsiteX159" fmla="*/ 295774 w 607336"/>
              <a:gd name="connsiteY159" fmla="*/ 120726 h 605919"/>
              <a:gd name="connsiteX160" fmla="*/ 303666 w 607336"/>
              <a:gd name="connsiteY160" fmla="*/ 118130 h 605919"/>
              <a:gd name="connsiteX161" fmla="*/ 311651 w 607336"/>
              <a:gd name="connsiteY161" fmla="*/ 120726 h 605919"/>
              <a:gd name="connsiteX162" fmla="*/ 336813 w 607336"/>
              <a:gd name="connsiteY162" fmla="*/ 139642 h 605919"/>
              <a:gd name="connsiteX163" fmla="*/ 330407 w 607336"/>
              <a:gd name="connsiteY163" fmla="*/ 107467 h 605919"/>
              <a:gd name="connsiteX164" fmla="*/ 333935 w 607336"/>
              <a:gd name="connsiteY164" fmla="*/ 95598 h 605919"/>
              <a:gd name="connsiteX165" fmla="*/ 351019 w 607336"/>
              <a:gd name="connsiteY165" fmla="*/ 78537 h 605919"/>
              <a:gd name="connsiteX166" fmla="*/ 330128 w 607336"/>
              <a:gd name="connsiteY166" fmla="*/ 78537 h 605919"/>
              <a:gd name="connsiteX167" fmla="*/ 318336 w 607336"/>
              <a:gd name="connsiteY167" fmla="*/ 71304 h 605919"/>
              <a:gd name="connsiteX168" fmla="*/ 303666 w 607336"/>
              <a:gd name="connsiteY168" fmla="*/ 0 h 605919"/>
              <a:gd name="connsiteX169" fmla="*/ 315458 w 607336"/>
              <a:gd name="connsiteY169" fmla="*/ 6676 h 605919"/>
              <a:gd name="connsiteX170" fmla="*/ 338206 w 607336"/>
              <a:gd name="connsiteY170" fmla="*/ 52203 h 605919"/>
              <a:gd name="connsiteX171" fmla="*/ 382866 w 607336"/>
              <a:gd name="connsiteY171" fmla="*/ 52203 h 605919"/>
              <a:gd name="connsiteX172" fmla="*/ 395122 w 607336"/>
              <a:gd name="connsiteY172" fmla="*/ 60363 h 605919"/>
              <a:gd name="connsiteX173" fmla="*/ 392244 w 607336"/>
              <a:gd name="connsiteY173" fmla="*/ 74735 h 605919"/>
              <a:gd name="connsiteX174" fmla="*/ 357611 w 607336"/>
              <a:gd name="connsiteY174" fmla="*/ 109229 h 605919"/>
              <a:gd name="connsiteX175" fmla="*/ 369403 w 607336"/>
              <a:gd name="connsiteY175" fmla="*/ 168294 h 605919"/>
              <a:gd name="connsiteX176" fmla="*/ 363461 w 607336"/>
              <a:gd name="connsiteY176" fmla="*/ 182017 h 605919"/>
              <a:gd name="connsiteX177" fmla="*/ 356497 w 607336"/>
              <a:gd name="connsiteY177" fmla="*/ 184057 h 605919"/>
              <a:gd name="connsiteX178" fmla="*/ 348605 w 607336"/>
              <a:gd name="connsiteY178" fmla="*/ 181368 h 605919"/>
              <a:gd name="connsiteX179" fmla="*/ 303666 w 607336"/>
              <a:gd name="connsiteY179" fmla="*/ 147802 h 605919"/>
              <a:gd name="connsiteX180" fmla="*/ 258820 w 607336"/>
              <a:gd name="connsiteY180" fmla="*/ 181368 h 605919"/>
              <a:gd name="connsiteX181" fmla="*/ 243871 w 607336"/>
              <a:gd name="connsiteY181" fmla="*/ 182017 h 605919"/>
              <a:gd name="connsiteX182" fmla="*/ 237929 w 607336"/>
              <a:gd name="connsiteY182" fmla="*/ 168294 h 605919"/>
              <a:gd name="connsiteX183" fmla="*/ 249721 w 607336"/>
              <a:gd name="connsiteY183" fmla="*/ 109229 h 605919"/>
              <a:gd name="connsiteX184" fmla="*/ 215088 w 607336"/>
              <a:gd name="connsiteY184" fmla="*/ 74735 h 605919"/>
              <a:gd name="connsiteX185" fmla="*/ 212210 w 607336"/>
              <a:gd name="connsiteY185" fmla="*/ 60363 h 605919"/>
              <a:gd name="connsiteX186" fmla="*/ 224466 w 607336"/>
              <a:gd name="connsiteY186" fmla="*/ 52203 h 605919"/>
              <a:gd name="connsiteX187" fmla="*/ 269126 w 607336"/>
              <a:gd name="connsiteY187" fmla="*/ 52203 h 605919"/>
              <a:gd name="connsiteX188" fmla="*/ 291874 w 607336"/>
              <a:gd name="connsiteY188" fmla="*/ 6676 h 605919"/>
              <a:gd name="connsiteX189" fmla="*/ 303666 w 607336"/>
              <a:gd name="connsiteY189" fmla="*/ 0 h 605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</a:cxnLst>
            <a:rect l="l" t="t" r="r" b="b"/>
            <a:pathLst>
              <a:path w="607336" h="605919">
                <a:moveTo>
                  <a:pt x="435684" y="463990"/>
                </a:moveTo>
                <a:lnTo>
                  <a:pt x="421104" y="493187"/>
                </a:lnTo>
                <a:cubicBezTo>
                  <a:pt x="418876" y="497637"/>
                  <a:pt x="414326" y="500417"/>
                  <a:pt x="409311" y="500417"/>
                </a:cubicBezTo>
                <a:lnTo>
                  <a:pt x="388325" y="500417"/>
                </a:lnTo>
                <a:lnTo>
                  <a:pt x="405411" y="517472"/>
                </a:lnTo>
                <a:cubicBezTo>
                  <a:pt x="408568" y="520623"/>
                  <a:pt x="409961" y="525072"/>
                  <a:pt x="409033" y="529429"/>
                </a:cubicBezTo>
                <a:lnTo>
                  <a:pt x="402625" y="561499"/>
                </a:lnTo>
                <a:lnTo>
                  <a:pt x="427790" y="542591"/>
                </a:lnTo>
                <a:cubicBezTo>
                  <a:pt x="430112" y="540830"/>
                  <a:pt x="432991" y="539995"/>
                  <a:pt x="435684" y="539995"/>
                </a:cubicBezTo>
                <a:cubicBezTo>
                  <a:pt x="438469" y="539995"/>
                  <a:pt x="441255" y="540830"/>
                  <a:pt x="443670" y="542591"/>
                </a:cubicBezTo>
                <a:lnTo>
                  <a:pt x="468835" y="561499"/>
                </a:lnTo>
                <a:lnTo>
                  <a:pt x="462427" y="529429"/>
                </a:lnTo>
                <a:cubicBezTo>
                  <a:pt x="461499" y="525072"/>
                  <a:pt x="462892" y="520623"/>
                  <a:pt x="466049" y="517472"/>
                </a:cubicBezTo>
                <a:lnTo>
                  <a:pt x="483042" y="500417"/>
                </a:lnTo>
                <a:lnTo>
                  <a:pt x="462149" y="500417"/>
                </a:lnTo>
                <a:cubicBezTo>
                  <a:pt x="457134" y="500417"/>
                  <a:pt x="452584" y="497637"/>
                  <a:pt x="450356" y="493187"/>
                </a:cubicBezTo>
                <a:close/>
                <a:moveTo>
                  <a:pt x="171614" y="463990"/>
                </a:moveTo>
                <a:lnTo>
                  <a:pt x="157040" y="493187"/>
                </a:lnTo>
                <a:cubicBezTo>
                  <a:pt x="154813" y="497637"/>
                  <a:pt x="150171" y="500417"/>
                  <a:pt x="145252" y="500417"/>
                </a:cubicBezTo>
                <a:lnTo>
                  <a:pt x="124273" y="500417"/>
                </a:lnTo>
                <a:lnTo>
                  <a:pt x="141353" y="517472"/>
                </a:lnTo>
                <a:cubicBezTo>
                  <a:pt x="144416" y="520623"/>
                  <a:pt x="145809" y="525072"/>
                  <a:pt x="144973" y="529429"/>
                </a:cubicBezTo>
                <a:lnTo>
                  <a:pt x="138568" y="561499"/>
                </a:lnTo>
                <a:lnTo>
                  <a:pt x="163724" y="542591"/>
                </a:lnTo>
                <a:cubicBezTo>
                  <a:pt x="166044" y="540830"/>
                  <a:pt x="168829" y="539995"/>
                  <a:pt x="171614" y="539995"/>
                </a:cubicBezTo>
                <a:cubicBezTo>
                  <a:pt x="174399" y="539995"/>
                  <a:pt x="177183" y="540830"/>
                  <a:pt x="179504" y="542591"/>
                </a:cubicBezTo>
                <a:lnTo>
                  <a:pt x="204660" y="561499"/>
                </a:lnTo>
                <a:lnTo>
                  <a:pt x="198255" y="529429"/>
                </a:lnTo>
                <a:cubicBezTo>
                  <a:pt x="197419" y="525072"/>
                  <a:pt x="198812" y="520623"/>
                  <a:pt x="201875" y="517472"/>
                </a:cubicBezTo>
                <a:lnTo>
                  <a:pt x="218955" y="500417"/>
                </a:lnTo>
                <a:lnTo>
                  <a:pt x="197976" y="500417"/>
                </a:lnTo>
                <a:cubicBezTo>
                  <a:pt x="193057" y="500417"/>
                  <a:pt x="188415" y="497637"/>
                  <a:pt x="186187" y="493187"/>
                </a:cubicBezTo>
                <a:close/>
                <a:moveTo>
                  <a:pt x="435695" y="421910"/>
                </a:moveTo>
                <a:cubicBezTo>
                  <a:pt x="440490" y="421910"/>
                  <a:pt x="445295" y="424134"/>
                  <a:pt x="447570" y="428583"/>
                </a:cubicBezTo>
                <a:lnTo>
                  <a:pt x="470321" y="474094"/>
                </a:lnTo>
                <a:lnTo>
                  <a:pt x="514986" y="474094"/>
                </a:lnTo>
                <a:cubicBezTo>
                  <a:pt x="520279" y="474094"/>
                  <a:pt x="525108" y="477245"/>
                  <a:pt x="527151" y="482250"/>
                </a:cubicBezTo>
                <a:cubicBezTo>
                  <a:pt x="529194" y="487163"/>
                  <a:pt x="528080" y="492817"/>
                  <a:pt x="524272" y="496617"/>
                </a:cubicBezTo>
                <a:lnTo>
                  <a:pt x="489635" y="531190"/>
                </a:lnTo>
                <a:lnTo>
                  <a:pt x="501429" y="590140"/>
                </a:lnTo>
                <a:cubicBezTo>
                  <a:pt x="502543" y="595516"/>
                  <a:pt x="500222" y="600985"/>
                  <a:pt x="495579" y="603858"/>
                </a:cubicBezTo>
                <a:cubicBezTo>
                  <a:pt x="493443" y="605248"/>
                  <a:pt x="491028" y="605897"/>
                  <a:pt x="488521" y="605897"/>
                </a:cubicBezTo>
                <a:cubicBezTo>
                  <a:pt x="485735" y="605897"/>
                  <a:pt x="482950" y="604970"/>
                  <a:pt x="480628" y="603302"/>
                </a:cubicBezTo>
                <a:lnTo>
                  <a:pt x="435684" y="569656"/>
                </a:lnTo>
                <a:lnTo>
                  <a:pt x="390832" y="603302"/>
                </a:lnTo>
                <a:cubicBezTo>
                  <a:pt x="386375" y="606546"/>
                  <a:pt x="380524" y="606824"/>
                  <a:pt x="375881" y="603858"/>
                </a:cubicBezTo>
                <a:cubicBezTo>
                  <a:pt x="371238" y="600985"/>
                  <a:pt x="368917" y="595516"/>
                  <a:pt x="369938" y="590140"/>
                </a:cubicBezTo>
                <a:lnTo>
                  <a:pt x="381732" y="531190"/>
                </a:lnTo>
                <a:lnTo>
                  <a:pt x="347095" y="496617"/>
                </a:lnTo>
                <a:cubicBezTo>
                  <a:pt x="343380" y="492817"/>
                  <a:pt x="342266" y="487163"/>
                  <a:pt x="344309" y="482250"/>
                </a:cubicBezTo>
                <a:cubicBezTo>
                  <a:pt x="346352" y="477245"/>
                  <a:pt x="351181" y="474094"/>
                  <a:pt x="356474" y="474094"/>
                </a:cubicBezTo>
                <a:lnTo>
                  <a:pt x="401139" y="474094"/>
                </a:lnTo>
                <a:lnTo>
                  <a:pt x="423890" y="428583"/>
                </a:lnTo>
                <a:cubicBezTo>
                  <a:pt x="426119" y="424134"/>
                  <a:pt x="430901" y="421910"/>
                  <a:pt x="435695" y="421910"/>
                </a:cubicBezTo>
                <a:close/>
                <a:moveTo>
                  <a:pt x="171614" y="421910"/>
                </a:moveTo>
                <a:cubicBezTo>
                  <a:pt x="176395" y="421910"/>
                  <a:pt x="181175" y="424134"/>
                  <a:pt x="183403" y="428583"/>
                </a:cubicBezTo>
                <a:lnTo>
                  <a:pt x="206145" y="474094"/>
                </a:lnTo>
                <a:lnTo>
                  <a:pt x="250794" y="474094"/>
                </a:lnTo>
                <a:cubicBezTo>
                  <a:pt x="256178" y="474094"/>
                  <a:pt x="261005" y="477245"/>
                  <a:pt x="262954" y="482250"/>
                </a:cubicBezTo>
                <a:cubicBezTo>
                  <a:pt x="264996" y="487163"/>
                  <a:pt x="263882" y="492817"/>
                  <a:pt x="260169" y="496617"/>
                </a:cubicBezTo>
                <a:lnTo>
                  <a:pt x="225545" y="531190"/>
                </a:lnTo>
                <a:lnTo>
                  <a:pt x="237334" y="590140"/>
                </a:lnTo>
                <a:cubicBezTo>
                  <a:pt x="238448" y="595516"/>
                  <a:pt x="236035" y="600985"/>
                  <a:pt x="231393" y="603858"/>
                </a:cubicBezTo>
                <a:cubicBezTo>
                  <a:pt x="229351" y="605248"/>
                  <a:pt x="226845" y="605897"/>
                  <a:pt x="224431" y="605897"/>
                </a:cubicBezTo>
                <a:cubicBezTo>
                  <a:pt x="221647" y="605897"/>
                  <a:pt x="218862" y="604970"/>
                  <a:pt x="216541" y="603302"/>
                </a:cubicBezTo>
                <a:lnTo>
                  <a:pt x="171614" y="569656"/>
                </a:lnTo>
                <a:lnTo>
                  <a:pt x="126687" y="603302"/>
                </a:lnTo>
                <a:cubicBezTo>
                  <a:pt x="122324" y="606546"/>
                  <a:pt x="116383" y="606824"/>
                  <a:pt x="111742" y="603858"/>
                </a:cubicBezTo>
                <a:cubicBezTo>
                  <a:pt x="107100" y="600985"/>
                  <a:pt x="104780" y="595516"/>
                  <a:pt x="105894" y="590140"/>
                </a:cubicBezTo>
                <a:lnTo>
                  <a:pt x="117683" y="531190"/>
                </a:lnTo>
                <a:lnTo>
                  <a:pt x="83059" y="496617"/>
                </a:lnTo>
                <a:cubicBezTo>
                  <a:pt x="79253" y="492817"/>
                  <a:pt x="78139" y="487163"/>
                  <a:pt x="80181" y="482250"/>
                </a:cubicBezTo>
                <a:cubicBezTo>
                  <a:pt x="82223" y="477245"/>
                  <a:pt x="87050" y="474094"/>
                  <a:pt x="92434" y="474094"/>
                </a:cubicBezTo>
                <a:lnTo>
                  <a:pt x="137083" y="474094"/>
                </a:lnTo>
                <a:lnTo>
                  <a:pt x="159825" y="428583"/>
                </a:lnTo>
                <a:cubicBezTo>
                  <a:pt x="162053" y="424134"/>
                  <a:pt x="166834" y="421910"/>
                  <a:pt x="171614" y="421910"/>
                </a:cubicBezTo>
                <a:close/>
                <a:moveTo>
                  <a:pt x="514950" y="226678"/>
                </a:moveTo>
                <a:lnTo>
                  <a:pt x="500278" y="255875"/>
                </a:lnTo>
                <a:cubicBezTo>
                  <a:pt x="498050" y="260325"/>
                  <a:pt x="493500" y="263105"/>
                  <a:pt x="488485" y="263105"/>
                </a:cubicBezTo>
                <a:lnTo>
                  <a:pt x="467592" y="263105"/>
                </a:lnTo>
                <a:lnTo>
                  <a:pt x="484678" y="280160"/>
                </a:lnTo>
                <a:cubicBezTo>
                  <a:pt x="487742" y="283311"/>
                  <a:pt x="489135" y="287760"/>
                  <a:pt x="488207" y="292117"/>
                </a:cubicBezTo>
                <a:lnTo>
                  <a:pt x="481799" y="324187"/>
                </a:lnTo>
                <a:lnTo>
                  <a:pt x="506964" y="305279"/>
                </a:lnTo>
                <a:cubicBezTo>
                  <a:pt x="509379" y="303518"/>
                  <a:pt x="512165" y="302683"/>
                  <a:pt x="514950" y="302683"/>
                </a:cubicBezTo>
                <a:cubicBezTo>
                  <a:pt x="517736" y="302683"/>
                  <a:pt x="520522" y="303518"/>
                  <a:pt x="522844" y="305279"/>
                </a:cubicBezTo>
                <a:lnTo>
                  <a:pt x="548009" y="324187"/>
                </a:lnTo>
                <a:lnTo>
                  <a:pt x="541601" y="292117"/>
                </a:lnTo>
                <a:cubicBezTo>
                  <a:pt x="540766" y="287760"/>
                  <a:pt x="542066" y="283311"/>
                  <a:pt x="545223" y="280160"/>
                </a:cubicBezTo>
                <a:lnTo>
                  <a:pt x="562309" y="263105"/>
                </a:lnTo>
                <a:lnTo>
                  <a:pt x="541323" y="263105"/>
                </a:lnTo>
                <a:cubicBezTo>
                  <a:pt x="536308" y="263105"/>
                  <a:pt x="531758" y="260325"/>
                  <a:pt x="529530" y="255875"/>
                </a:cubicBezTo>
                <a:close/>
                <a:moveTo>
                  <a:pt x="92440" y="226678"/>
                </a:moveTo>
                <a:lnTo>
                  <a:pt x="77774" y="255875"/>
                </a:lnTo>
                <a:cubicBezTo>
                  <a:pt x="75546" y="260325"/>
                  <a:pt x="70997" y="263105"/>
                  <a:pt x="65985" y="263105"/>
                </a:cubicBezTo>
                <a:lnTo>
                  <a:pt x="45099" y="263105"/>
                </a:lnTo>
                <a:lnTo>
                  <a:pt x="62086" y="280160"/>
                </a:lnTo>
                <a:cubicBezTo>
                  <a:pt x="65242" y="283219"/>
                  <a:pt x="66635" y="287760"/>
                  <a:pt x="65706" y="292024"/>
                </a:cubicBezTo>
                <a:lnTo>
                  <a:pt x="59301" y="324187"/>
                </a:lnTo>
                <a:lnTo>
                  <a:pt x="84457" y="305279"/>
                </a:lnTo>
                <a:cubicBezTo>
                  <a:pt x="86870" y="303518"/>
                  <a:pt x="89655" y="302683"/>
                  <a:pt x="92440" y="302683"/>
                </a:cubicBezTo>
                <a:cubicBezTo>
                  <a:pt x="95225" y="302683"/>
                  <a:pt x="98009" y="303518"/>
                  <a:pt x="100330" y="305279"/>
                </a:cubicBezTo>
                <a:lnTo>
                  <a:pt x="125486" y="324187"/>
                </a:lnTo>
                <a:lnTo>
                  <a:pt x="119081" y="292117"/>
                </a:lnTo>
                <a:cubicBezTo>
                  <a:pt x="118245" y="287760"/>
                  <a:pt x="119545" y="283311"/>
                  <a:pt x="122701" y="280160"/>
                </a:cubicBezTo>
                <a:lnTo>
                  <a:pt x="139781" y="263105"/>
                </a:lnTo>
                <a:lnTo>
                  <a:pt x="118802" y="263105"/>
                </a:lnTo>
                <a:cubicBezTo>
                  <a:pt x="113790" y="263105"/>
                  <a:pt x="109241" y="260325"/>
                  <a:pt x="107013" y="255875"/>
                </a:cubicBezTo>
                <a:close/>
                <a:moveTo>
                  <a:pt x="514938" y="184598"/>
                </a:moveTo>
                <a:cubicBezTo>
                  <a:pt x="519732" y="184598"/>
                  <a:pt x="524515" y="186822"/>
                  <a:pt x="526744" y="191271"/>
                </a:cubicBezTo>
                <a:lnTo>
                  <a:pt x="549495" y="236782"/>
                </a:lnTo>
                <a:lnTo>
                  <a:pt x="594160" y="236782"/>
                </a:lnTo>
                <a:cubicBezTo>
                  <a:pt x="599453" y="236782"/>
                  <a:pt x="604282" y="239933"/>
                  <a:pt x="606325" y="244938"/>
                </a:cubicBezTo>
                <a:cubicBezTo>
                  <a:pt x="608368" y="249851"/>
                  <a:pt x="607254" y="255505"/>
                  <a:pt x="603539" y="259305"/>
                </a:cubicBezTo>
                <a:lnTo>
                  <a:pt x="568902" y="293878"/>
                </a:lnTo>
                <a:lnTo>
                  <a:pt x="580696" y="352828"/>
                </a:lnTo>
                <a:cubicBezTo>
                  <a:pt x="581717" y="358204"/>
                  <a:pt x="579396" y="363673"/>
                  <a:pt x="574753" y="366546"/>
                </a:cubicBezTo>
                <a:cubicBezTo>
                  <a:pt x="572617" y="367936"/>
                  <a:pt x="570202" y="368585"/>
                  <a:pt x="567788" y="368585"/>
                </a:cubicBezTo>
                <a:cubicBezTo>
                  <a:pt x="565002" y="368585"/>
                  <a:pt x="562216" y="367658"/>
                  <a:pt x="559802" y="365990"/>
                </a:cubicBezTo>
                <a:lnTo>
                  <a:pt x="514950" y="332344"/>
                </a:lnTo>
                <a:lnTo>
                  <a:pt x="470006" y="365990"/>
                </a:lnTo>
                <a:cubicBezTo>
                  <a:pt x="465642" y="369234"/>
                  <a:pt x="459698" y="369512"/>
                  <a:pt x="455055" y="366546"/>
                </a:cubicBezTo>
                <a:cubicBezTo>
                  <a:pt x="450412" y="363673"/>
                  <a:pt x="448091" y="358204"/>
                  <a:pt x="449205" y="352828"/>
                </a:cubicBezTo>
                <a:lnTo>
                  <a:pt x="460999" y="293878"/>
                </a:lnTo>
                <a:lnTo>
                  <a:pt x="426362" y="259305"/>
                </a:lnTo>
                <a:cubicBezTo>
                  <a:pt x="422554" y="255505"/>
                  <a:pt x="421440" y="249851"/>
                  <a:pt x="423483" y="244938"/>
                </a:cubicBezTo>
                <a:cubicBezTo>
                  <a:pt x="425526" y="239933"/>
                  <a:pt x="430355" y="236782"/>
                  <a:pt x="435648" y="236782"/>
                </a:cubicBezTo>
                <a:lnTo>
                  <a:pt x="480313" y="236782"/>
                </a:lnTo>
                <a:lnTo>
                  <a:pt x="503064" y="191271"/>
                </a:lnTo>
                <a:cubicBezTo>
                  <a:pt x="505339" y="186822"/>
                  <a:pt x="510145" y="184598"/>
                  <a:pt x="514938" y="184598"/>
                </a:cubicBezTo>
                <a:close/>
                <a:moveTo>
                  <a:pt x="92394" y="184598"/>
                </a:moveTo>
                <a:cubicBezTo>
                  <a:pt x="97174" y="184598"/>
                  <a:pt x="101955" y="186822"/>
                  <a:pt x="104229" y="191271"/>
                </a:cubicBezTo>
                <a:lnTo>
                  <a:pt x="126971" y="236782"/>
                </a:lnTo>
                <a:lnTo>
                  <a:pt x="171620" y="236782"/>
                </a:lnTo>
                <a:cubicBezTo>
                  <a:pt x="176911" y="236782"/>
                  <a:pt x="181738" y="239933"/>
                  <a:pt x="183780" y="244938"/>
                </a:cubicBezTo>
                <a:cubicBezTo>
                  <a:pt x="185822" y="249851"/>
                  <a:pt x="184708" y="255505"/>
                  <a:pt x="180902" y="259305"/>
                </a:cubicBezTo>
                <a:lnTo>
                  <a:pt x="146371" y="293878"/>
                </a:lnTo>
                <a:lnTo>
                  <a:pt x="158160" y="352828"/>
                </a:lnTo>
                <a:cubicBezTo>
                  <a:pt x="159181" y="358204"/>
                  <a:pt x="156861" y="363673"/>
                  <a:pt x="152219" y="366546"/>
                </a:cubicBezTo>
                <a:cubicBezTo>
                  <a:pt x="150084" y="367936"/>
                  <a:pt x="147671" y="368585"/>
                  <a:pt x="145257" y="368585"/>
                </a:cubicBezTo>
                <a:cubicBezTo>
                  <a:pt x="142473" y="368585"/>
                  <a:pt x="139688" y="367658"/>
                  <a:pt x="137274" y="365990"/>
                </a:cubicBezTo>
                <a:lnTo>
                  <a:pt x="92440" y="332344"/>
                </a:lnTo>
                <a:lnTo>
                  <a:pt x="47513" y="365990"/>
                </a:lnTo>
                <a:cubicBezTo>
                  <a:pt x="43150" y="369234"/>
                  <a:pt x="37209" y="369512"/>
                  <a:pt x="32568" y="366546"/>
                </a:cubicBezTo>
                <a:cubicBezTo>
                  <a:pt x="27926" y="363673"/>
                  <a:pt x="25606" y="358204"/>
                  <a:pt x="26627" y="352828"/>
                </a:cubicBezTo>
                <a:lnTo>
                  <a:pt x="38509" y="293878"/>
                </a:lnTo>
                <a:lnTo>
                  <a:pt x="3885" y="259305"/>
                </a:lnTo>
                <a:cubicBezTo>
                  <a:pt x="79" y="255505"/>
                  <a:pt x="-1035" y="249851"/>
                  <a:pt x="1007" y="244938"/>
                </a:cubicBezTo>
                <a:cubicBezTo>
                  <a:pt x="3049" y="239933"/>
                  <a:pt x="7876" y="236782"/>
                  <a:pt x="13167" y="236782"/>
                </a:cubicBezTo>
                <a:lnTo>
                  <a:pt x="57816" y="236782"/>
                </a:lnTo>
                <a:lnTo>
                  <a:pt x="80558" y="191271"/>
                </a:lnTo>
                <a:cubicBezTo>
                  <a:pt x="82833" y="186822"/>
                  <a:pt x="87613" y="184598"/>
                  <a:pt x="92394" y="184598"/>
                </a:cubicBezTo>
                <a:close/>
                <a:moveTo>
                  <a:pt x="303666" y="42096"/>
                </a:moveTo>
                <a:lnTo>
                  <a:pt x="289089" y="71304"/>
                </a:lnTo>
                <a:cubicBezTo>
                  <a:pt x="286860" y="75755"/>
                  <a:pt x="282311" y="78537"/>
                  <a:pt x="277297" y="78537"/>
                </a:cubicBezTo>
                <a:lnTo>
                  <a:pt x="256313" y="78537"/>
                </a:lnTo>
                <a:lnTo>
                  <a:pt x="273397" y="95598"/>
                </a:lnTo>
                <a:cubicBezTo>
                  <a:pt x="276554" y="98658"/>
                  <a:pt x="277854" y="103201"/>
                  <a:pt x="277018" y="107467"/>
                </a:cubicBezTo>
                <a:lnTo>
                  <a:pt x="270612" y="139642"/>
                </a:lnTo>
                <a:lnTo>
                  <a:pt x="295774" y="120726"/>
                </a:lnTo>
                <a:cubicBezTo>
                  <a:pt x="298095" y="118965"/>
                  <a:pt x="300881" y="118130"/>
                  <a:pt x="303666" y="118130"/>
                </a:cubicBezTo>
                <a:cubicBezTo>
                  <a:pt x="306451" y="118130"/>
                  <a:pt x="309237" y="118965"/>
                  <a:pt x="311651" y="120726"/>
                </a:cubicBezTo>
                <a:lnTo>
                  <a:pt x="336813" y="139642"/>
                </a:lnTo>
                <a:lnTo>
                  <a:pt x="330407" y="107467"/>
                </a:lnTo>
                <a:cubicBezTo>
                  <a:pt x="329478" y="103201"/>
                  <a:pt x="330871" y="98751"/>
                  <a:pt x="333935" y="95598"/>
                </a:cubicBezTo>
                <a:lnTo>
                  <a:pt x="351019" y="78537"/>
                </a:lnTo>
                <a:lnTo>
                  <a:pt x="330128" y="78537"/>
                </a:lnTo>
                <a:cubicBezTo>
                  <a:pt x="325114" y="78537"/>
                  <a:pt x="320565" y="75755"/>
                  <a:pt x="318336" y="71304"/>
                </a:cubicBezTo>
                <a:close/>
                <a:moveTo>
                  <a:pt x="303666" y="0"/>
                </a:moveTo>
                <a:cubicBezTo>
                  <a:pt x="308448" y="0"/>
                  <a:pt x="313229" y="2225"/>
                  <a:pt x="315458" y="6676"/>
                </a:cubicBezTo>
                <a:lnTo>
                  <a:pt x="338206" y="52203"/>
                </a:lnTo>
                <a:lnTo>
                  <a:pt x="382866" y="52203"/>
                </a:lnTo>
                <a:cubicBezTo>
                  <a:pt x="388251" y="52203"/>
                  <a:pt x="393080" y="55356"/>
                  <a:pt x="395122" y="60363"/>
                </a:cubicBezTo>
                <a:cubicBezTo>
                  <a:pt x="397165" y="65277"/>
                  <a:pt x="395958" y="70933"/>
                  <a:pt x="392244" y="74735"/>
                </a:cubicBezTo>
                <a:lnTo>
                  <a:pt x="357611" y="109229"/>
                </a:lnTo>
                <a:lnTo>
                  <a:pt x="369403" y="168294"/>
                </a:lnTo>
                <a:cubicBezTo>
                  <a:pt x="370517" y="173579"/>
                  <a:pt x="368196" y="179143"/>
                  <a:pt x="363461" y="182017"/>
                </a:cubicBezTo>
                <a:cubicBezTo>
                  <a:pt x="361418" y="183408"/>
                  <a:pt x="359004" y="184057"/>
                  <a:pt x="356497" y="184057"/>
                </a:cubicBezTo>
                <a:cubicBezTo>
                  <a:pt x="353712" y="184057"/>
                  <a:pt x="350926" y="183130"/>
                  <a:pt x="348605" y="181368"/>
                </a:cubicBezTo>
                <a:lnTo>
                  <a:pt x="303666" y="147802"/>
                </a:lnTo>
                <a:lnTo>
                  <a:pt x="258820" y="181368"/>
                </a:lnTo>
                <a:cubicBezTo>
                  <a:pt x="254363" y="184706"/>
                  <a:pt x="248514" y="184984"/>
                  <a:pt x="243871" y="182017"/>
                </a:cubicBezTo>
                <a:cubicBezTo>
                  <a:pt x="239229" y="179143"/>
                  <a:pt x="236815" y="173672"/>
                  <a:pt x="237929" y="168294"/>
                </a:cubicBezTo>
                <a:lnTo>
                  <a:pt x="249721" y="109229"/>
                </a:lnTo>
                <a:lnTo>
                  <a:pt x="215088" y="74735"/>
                </a:lnTo>
                <a:cubicBezTo>
                  <a:pt x="211374" y="70933"/>
                  <a:pt x="210167" y="65277"/>
                  <a:pt x="212210" y="60363"/>
                </a:cubicBezTo>
                <a:cubicBezTo>
                  <a:pt x="214345" y="55356"/>
                  <a:pt x="219081" y="52203"/>
                  <a:pt x="224466" y="52203"/>
                </a:cubicBezTo>
                <a:lnTo>
                  <a:pt x="269126" y="52203"/>
                </a:lnTo>
                <a:lnTo>
                  <a:pt x="291874" y="6676"/>
                </a:lnTo>
                <a:cubicBezTo>
                  <a:pt x="294103" y="2225"/>
                  <a:pt x="298884" y="0"/>
                  <a:pt x="303666" y="0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 2.0 95 ExtraBold"/>
              <a:cs typeface="+mn-cs"/>
            </a:endParaRPr>
          </a:p>
        </p:txBody>
      </p:sp>
      <p:sp>
        <p:nvSpPr>
          <p:cNvPr id="2" name="PA-任意多边形 68">
            <a:extLst>
              <a:ext uri="{FF2B5EF4-FFF2-40B4-BE49-F238E27FC236}">
                <a16:creationId xmlns:a16="http://schemas.microsoft.com/office/drawing/2014/main" id="{A8F9D4CA-C114-6C3A-9D02-BF280110BCC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1731" y="691237"/>
            <a:ext cx="1526121" cy="6524168"/>
          </a:xfrm>
          <a:custGeom>
            <a:avLst/>
            <a:gdLst>
              <a:gd name="connsiteX0" fmla="*/ 0 w 1526121"/>
              <a:gd name="connsiteY0" fmla="*/ 0 h 6524168"/>
              <a:gd name="connsiteX1" fmla="*/ 528344 w 1526121"/>
              <a:gd name="connsiteY1" fmla="*/ 0 h 6524168"/>
              <a:gd name="connsiteX2" fmla="*/ 558912 w 1526121"/>
              <a:gd name="connsiteY2" fmla="*/ 22043 h 6524168"/>
              <a:gd name="connsiteX3" fmla="*/ 792810 w 1526121"/>
              <a:gd name="connsiteY3" fmla="*/ 279332 h 6524168"/>
              <a:gd name="connsiteX4" fmla="*/ 872724 w 1526121"/>
              <a:gd name="connsiteY4" fmla="*/ 314683 h 6524168"/>
              <a:gd name="connsiteX5" fmla="*/ 1526121 w 1526121"/>
              <a:gd name="connsiteY5" fmla="*/ 314683 h 6524168"/>
              <a:gd name="connsiteX6" fmla="*/ 1526121 w 1526121"/>
              <a:gd name="connsiteY6" fmla="*/ 6524168 h 6524168"/>
              <a:gd name="connsiteX7" fmla="*/ 0 w 1526121"/>
              <a:gd name="connsiteY7" fmla="*/ 6524168 h 652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6121" h="6524168">
                <a:moveTo>
                  <a:pt x="0" y="0"/>
                </a:moveTo>
                <a:lnTo>
                  <a:pt x="528344" y="0"/>
                </a:lnTo>
                <a:lnTo>
                  <a:pt x="558912" y="22043"/>
                </a:lnTo>
                <a:lnTo>
                  <a:pt x="792810" y="279332"/>
                </a:lnTo>
                <a:cubicBezTo>
                  <a:pt x="813282" y="301851"/>
                  <a:pt x="842291" y="314683"/>
                  <a:pt x="872724" y="314683"/>
                </a:cubicBezTo>
                <a:lnTo>
                  <a:pt x="1526121" y="314683"/>
                </a:lnTo>
                <a:lnTo>
                  <a:pt x="1526121" y="6524168"/>
                </a:lnTo>
                <a:lnTo>
                  <a:pt x="0" y="6524168"/>
                </a:lnTo>
                <a:close/>
              </a:path>
            </a:pathLst>
          </a:custGeom>
          <a:solidFill>
            <a:srgbClr val="082C06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 2.0 95 ExtraBold"/>
              <a:cs typeface="+mn-cs"/>
            </a:endParaRPr>
          </a:p>
        </p:txBody>
      </p:sp>
      <p:grpSp>
        <p:nvGrpSpPr>
          <p:cNvPr id="9" name="PA-组合 4">
            <a:extLst>
              <a:ext uri="{FF2B5EF4-FFF2-40B4-BE49-F238E27FC236}">
                <a16:creationId xmlns:a16="http://schemas.microsoft.com/office/drawing/2014/main" id="{B223C31D-E784-0A48-3A0A-ADB6FFFB210F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-54491" y="935045"/>
            <a:ext cx="1769963" cy="4244498"/>
            <a:chOff x="-21547" y="548758"/>
            <a:chExt cx="1769963" cy="4244498"/>
          </a:xfrm>
        </p:grpSpPr>
        <p:sp>
          <p:nvSpPr>
            <p:cNvPr id="10" name="PA-任意多边形 115">
              <a:extLst>
                <a:ext uri="{FF2B5EF4-FFF2-40B4-BE49-F238E27FC236}">
                  <a16:creationId xmlns:a16="http://schemas.microsoft.com/office/drawing/2014/main" id="{B6ECAE03-B6A2-35E1-6BD8-1777B51FFB6C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80107" y="913879"/>
              <a:ext cx="611547" cy="610850"/>
            </a:xfrm>
            <a:custGeom>
              <a:avLst/>
              <a:gdLst>
                <a:gd name="T0" fmla="*/ 10906 w 12797"/>
                <a:gd name="T1" fmla="*/ 1875 h 12781"/>
                <a:gd name="T2" fmla="*/ 6391 w 12797"/>
                <a:gd name="T3" fmla="*/ 0 h 12781"/>
                <a:gd name="T4" fmla="*/ 1875 w 12797"/>
                <a:gd name="T5" fmla="*/ 1875 h 12781"/>
                <a:gd name="T6" fmla="*/ 1234 w 12797"/>
                <a:gd name="T7" fmla="*/ 2625 h 12781"/>
                <a:gd name="T8" fmla="*/ 0 w 12797"/>
                <a:gd name="T9" fmla="*/ 6391 h 12781"/>
                <a:gd name="T10" fmla="*/ 1875 w 12797"/>
                <a:gd name="T11" fmla="*/ 10906 h 12781"/>
                <a:gd name="T12" fmla="*/ 6391 w 12797"/>
                <a:gd name="T13" fmla="*/ 12781 h 12781"/>
                <a:gd name="T14" fmla="*/ 10906 w 12797"/>
                <a:gd name="T15" fmla="*/ 10906 h 12781"/>
                <a:gd name="T16" fmla="*/ 12781 w 12797"/>
                <a:gd name="T17" fmla="*/ 6391 h 12781"/>
                <a:gd name="T18" fmla="*/ 11219 w 12797"/>
                <a:gd name="T19" fmla="*/ 9484 h 12781"/>
                <a:gd name="T20" fmla="*/ 9906 w 12797"/>
                <a:gd name="T21" fmla="*/ 6719 h 12781"/>
                <a:gd name="T22" fmla="*/ 11219 w 12797"/>
                <a:gd name="T23" fmla="*/ 9484 h 12781"/>
                <a:gd name="T24" fmla="*/ 2891 w 12797"/>
                <a:gd name="T25" fmla="*/ 6734 h 12781"/>
                <a:gd name="T26" fmla="*/ 1578 w 12797"/>
                <a:gd name="T27" fmla="*/ 9500 h 12781"/>
                <a:gd name="T28" fmla="*/ 1609 w 12797"/>
                <a:gd name="T29" fmla="*/ 3250 h 12781"/>
                <a:gd name="T30" fmla="*/ 2891 w 12797"/>
                <a:gd name="T31" fmla="*/ 6063 h 12781"/>
                <a:gd name="T32" fmla="*/ 1609 w 12797"/>
                <a:gd name="T33" fmla="*/ 3250 h 12781"/>
                <a:gd name="T34" fmla="*/ 3563 w 12797"/>
                <a:gd name="T35" fmla="*/ 6063 h 12781"/>
                <a:gd name="T36" fmla="*/ 6063 w 12797"/>
                <a:gd name="T37" fmla="*/ 4203 h 12781"/>
                <a:gd name="T38" fmla="*/ 6063 w 12797"/>
                <a:gd name="T39" fmla="*/ 6734 h 12781"/>
                <a:gd name="T40" fmla="*/ 3813 w 12797"/>
                <a:gd name="T41" fmla="*/ 8750 h 12781"/>
                <a:gd name="T42" fmla="*/ 6063 w 12797"/>
                <a:gd name="T43" fmla="*/ 6734 h 12781"/>
                <a:gd name="T44" fmla="*/ 9234 w 12797"/>
                <a:gd name="T45" fmla="*/ 6734 h 12781"/>
                <a:gd name="T46" fmla="*/ 6734 w 12797"/>
                <a:gd name="T47" fmla="*/ 8516 h 12781"/>
                <a:gd name="T48" fmla="*/ 6734 w 12797"/>
                <a:gd name="T49" fmla="*/ 6063 h 12781"/>
                <a:gd name="T50" fmla="*/ 8969 w 12797"/>
                <a:gd name="T51" fmla="*/ 3969 h 12781"/>
                <a:gd name="T52" fmla="*/ 6734 w 12797"/>
                <a:gd name="T53" fmla="*/ 6063 h 12781"/>
                <a:gd name="T54" fmla="*/ 6734 w 12797"/>
                <a:gd name="T55" fmla="*/ 719 h 12781"/>
                <a:gd name="T56" fmla="*/ 8344 w 12797"/>
                <a:gd name="T57" fmla="*/ 2266 h 12781"/>
                <a:gd name="T58" fmla="*/ 6734 w 12797"/>
                <a:gd name="T59" fmla="*/ 3531 h 12781"/>
                <a:gd name="T60" fmla="*/ 6063 w 12797"/>
                <a:gd name="T61" fmla="*/ 719 h 12781"/>
                <a:gd name="T62" fmla="*/ 4016 w 12797"/>
                <a:gd name="T63" fmla="*/ 3313 h 12781"/>
                <a:gd name="T64" fmla="*/ 5375 w 12797"/>
                <a:gd name="T65" fmla="*/ 1078 h 12781"/>
                <a:gd name="T66" fmla="*/ 6063 w 12797"/>
                <a:gd name="T67" fmla="*/ 12078 h 12781"/>
                <a:gd name="T68" fmla="*/ 4453 w 12797"/>
                <a:gd name="T69" fmla="*/ 10531 h 12781"/>
                <a:gd name="T70" fmla="*/ 6063 w 12797"/>
                <a:gd name="T71" fmla="*/ 9188 h 12781"/>
                <a:gd name="T72" fmla="*/ 6734 w 12797"/>
                <a:gd name="T73" fmla="*/ 12078 h 12781"/>
                <a:gd name="T74" fmla="*/ 8797 w 12797"/>
                <a:gd name="T75" fmla="*/ 9406 h 12781"/>
                <a:gd name="T76" fmla="*/ 7422 w 12797"/>
                <a:gd name="T77" fmla="*/ 11719 h 12781"/>
                <a:gd name="T78" fmla="*/ 9625 w 12797"/>
                <a:gd name="T79" fmla="*/ 3828 h 12781"/>
                <a:gd name="T80" fmla="*/ 12125 w 12797"/>
                <a:gd name="T81" fmla="*/ 6063 h 12781"/>
                <a:gd name="T82" fmla="*/ 10438 w 12797"/>
                <a:gd name="T83" fmla="*/ 2344 h 12781"/>
                <a:gd name="T84" fmla="*/ 9438 w 12797"/>
                <a:gd name="T85" fmla="*/ 3172 h 12781"/>
                <a:gd name="T86" fmla="*/ 8297 w 12797"/>
                <a:gd name="T87" fmla="*/ 1000 h 12781"/>
                <a:gd name="T88" fmla="*/ 4484 w 12797"/>
                <a:gd name="T89" fmla="*/ 1000 h 12781"/>
                <a:gd name="T90" fmla="*/ 3344 w 12797"/>
                <a:gd name="T91" fmla="*/ 3172 h 12781"/>
                <a:gd name="T92" fmla="*/ 2344 w 12797"/>
                <a:gd name="T93" fmla="*/ 2344 h 12781"/>
                <a:gd name="T94" fmla="*/ 2344 w 12797"/>
                <a:gd name="T95" fmla="*/ 10438 h 12781"/>
                <a:gd name="T96" fmla="*/ 3328 w 12797"/>
                <a:gd name="T97" fmla="*/ 9547 h 12781"/>
                <a:gd name="T98" fmla="*/ 4484 w 12797"/>
                <a:gd name="T99" fmla="*/ 11781 h 12781"/>
                <a:gd name="T100" fmla="*/ 8297 w 12797"/>
                <a:gd name="T101" fmla="*/ 11797 h 12781"/>
                <a:gd name="T102" fmla="*/ 9453 w 12797"/>
                <a:gd name="T103" fmla="*/ 9563 h 12781"/>
                <a:gd name="T104" fmla="*/ 10438 w 12797"/>
                <a:gd name="T105" fmla="*/ 10453 h 12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797" h="12781">
                  <a:moveTo>
                    <a:pt x="12281" y="3906"/>
                  </a:moveTo>
                  <a:cubicBezTo>
                    <a:pt x="11953" y="3141"/>
                    <a:pt x="11500" y="2453"/>
                    <a:pt x="10906" y="1875"/>
                  </a:cubicBezTo>
                  <a:cubicBezTo>
                    <a:pt x="10313" y="1281"/>
                    <a:pt x="9641" y="828"/>
                    <a:pt x="8875" y="500"/>
                  </a:cubicBezTo>
                  <a:cubicBezTo>
                    <a:pt x="8094" y="172"/>
                    <a:pt x="7266" y="0"/>
                    <a:pt x="6391" y="0"/>
                  </a:cubicBezTo>
                  <a:cubicBezTo>
                    <a:pt x="5531" y="0"/>
                    <a:pt x="4688" y="172"/>
                    <a:pt x="3906" y="500"/>
                  </a:cubicBezTo>
                  <a:cubicBezTo>
                    <a:pt x="3141" y="828"/>
                    <a:pt x="2453" y="1281"/>
                    <a:pt x="1875" y="1875"/>
                  </a:cubicBezTo>
                  <a:cubicBezTo>
                    <a:pt x="1641" y="2109"/>
                    <a:pt x="1438" y="2344"/>
                    <a:pt x="1250" y="2594"/>
                  </a:cubicBezTo>
                  <a:cubicBezTo>
                    <a:pt x="1250" y="2594"/>
                    <a:pt x="1234" y="2609"/>
                    <a:pt x="1234" y="2625"/>
                  </a:cubicBezTo>
                  <a:cubicBezTo>
                    <a:pt x="938" y="3016"/>
                    <a:pt x="703" y="3453"/>
                    <a:pt x="500" y="3906"/>
                  </a:cubicBezTo>
                  <a:cubicBezTo>
                    <a:pt x="172" y="4688"/>
                    <a:pt x="0" y="5531"/>
                    <a:pt x="0" y="6391"/>
                  </a:cubicBezTo>
                  <a:cubicBezTo>
                    <a:pt x="0" y="7250"/>
                    <a:pt x="172" y="8094"/>
                    <a:pt x="500" y="8875"/>
                  </a:cubicBezTo>
                  <a:cubicBezTo>
                    <a:pt x="828" y="9641"/>
                    <a:pt x="1281" y="10328"/>
                    <a:pt x="1875" y="10906"/>
                  </a:cubicBezTo>
                  <a:cubicBezTo>
                    <a:pt x="2469" y="11484"/>
                    <a:pt x="3141" y="11953"/>
                    <a:pt x="3906" y="12281"/>
                  </a:cubicBezTo>
                  <a:cubicBezTo>
                    <a:pt x="4688" y="12609"/>
                    <a:pt x="5531" y="12781"/>
                    <a:pt x="6391" y="12781"/>
                  </a:cubicBezTo>
                  <a:cubicBezTo>
                    <a:pt x="7250" y="12781"/>
                    <a:pt x="8094" y="12609"/>
                    <a:pt x="8875" y="12281"/>
                  </a:cubicBezTo>
                  <a:cubicBezTo>
                    <a:pt x="9641" y="11953"/>
                    <a:pt x="10328" y="11500"/>
                    <a:pt x="10906" y="10906"/>
                  </a:cubicBezTo>
                  <a:cubicBezTo>
                    <a:pt x="11500" y="10313"/>
                    <a:pt x="11953" y="9641"/>
                    <a:pt x="12281" y="8875"/>
                  </a:cubicBezTo>
                  <a:cubicBezTo>
                    <a:pt x="12609" y="8094"/>
                    <a:pt x="12781" y="7250"/>
                    <a:pt x="12781" y="6391"/>
                  </a:cubicBezTo>
                  <a:cubicBezTo>
                    <a:pt x="12797" y="5531"/>
                    <a:pt x="12625" y="4688"/>
                    <a:pt x="12281" y="3906"/>
                  </a:cubicBezTo>
                  <a:close/>
                  <a:moveTo>
                    <a:pt x="11219" y="9484"/>
                  </a:moveTo>
                  <a:cubicBezTo>
                    <a:pt x="10766" y="9250"/>
                    <a:pt x="10234" y="9047"/>
                    <a:pt x="9641" y="8891"/>
                  </a:cubicBezTo>
                  <a:cubicBezTo>
                    <a:pt x="9797" y="8203"/>
                    <a:pt x="9891" y="7469"/>
                    <a:pt x="9906" y="6719"/>
                  </a:cubicBezTo>
                  <a:lnTo>
                    <a:pt x="12109" y="6719"/>
                  </a:lnTo>
                  <a:cubicBezTo>
                    <a:pt x="12047" y="7719"/>
                    <a:pt x="11734" y="8672"/>
                    <a:pt x="11219" y="9484"/>
                  </a:cubicBezTo>
                  <a:close/>
                  <a:moveTo>
                    <a:pt x="688" y="6734"/>
                  </a:moveTo>
                  <a:lnTo>
                    <a:pt x="2891" y="6734"/>
                  </a:lnTo>
                  <a:cubicBezTo>
                    <a:pt x="2906" y="7484"/>
                    <a:pt x="3000" y="8219"/>
                    <a:pt x="3156" y="8906"/>
                  </a:cubicBezTo>
                  <a:cubicBezTo>
                    <a:pt x="2563" y="9063"/>
                    <a:pt x="2031" y="9266"/>
                    <a:pt x="1578" y="9500"/>
                  </a:cubicBezTo>
                  <a:cubicBezTo>
                    <a:pt x="1047" y="8672"/>
                    <a:pt x="734" y="7719"/>
                    <a:pt x="688" y="6734"/>
                  </a:cubicBezTo>
                  <a:close/>
                  <a:moveTo>
                    <a:pt x="1609" y="3250"/>
                  </a:moveTo>
                  <a:cubicBezTo>
                    <a:pt x="2063" y="3484"/>
                    <a:pt x="2578" y="3672"/>
                    <a:pt x="3172" y="3828"/>
                  </a:cubicBezTo>
                  <a:cubicBezTo>
                    <a:pt x="3000" y="4531"/>
                    <a:pt x="2906" y="5281"/>
                    <a:pt x="2891" y="6063"/>
                  </a:cubicBezTo>
                  <a:lnTo>
                    <a:pt x="688" y="6063"/>
                  </a:lnTo>
                  <a:cubicBezTo>
                    <a:pt x="734" y="5047"/>
                    <a:pt x="1063" y="4078"/>
                    <a:pt x="1609" y="3250"/>
                  </a:cubicBezTo>
                  <a:close/>
                  <a:moveTo>
                    <a:pt x="6063" y="6063"/>
                  </a:moveTo>
                  <a:lnTo>
                    <a:pt x="3563" y="6063"/>
                  </a:lnTo>
                  <a:cubicBezTo>
                    <a:pt x="3578" y="5328"/>
                    <a:pt x="3672" y="4625"/>
                    <a:pt x="3828" y="3969"/>
                  </a:cubicBezTo>
                  <a:cubicBezTo>
                    <a:pt x="4531" y="4109"/>
                    <a:pt x="5281" y="4188"/>
                    <a:pt x="6063" y="4203"/>
                  </a:cubicBezTo>
                  <a:lnTo>
                    <a:pt x="6063" y="6063"/>
                  </a:lnTo>
                  <a:close/>
                  <a:moveTo>
                    <a:pt x="6063" y="6734"/>
                  </a:moveTo>
                  <a:lnTo>
                    <a:pt x="6063" y="8516"/>
                  </a:lnTo>
                  <a:cubicBezTo>
                    <a:pt x="5281" y="8531"/>
                    <a:pt x="4531" y="8609"/>
                    <a:pt x="3813" y="8750"/>
                  </a:cubicBezTo>
                  <a:cubicBezTo>
                    <a:pt x="3672" y="8125"/>
                    <a:pt x="3578" y="7438"/>
                    <a:pt x="3563" y="6734"/>
                  </a:cubicBezTo>
                  <a:lnTo>
                    <a:pt x="6063" y="6734"/>
                  </a:lnTo>
                  <a:close/>
                  <a:moveTo>
                    <a:pt x="6734" y="6734"/>
                  </a:moveTo>
                  <a:lnTo>
                    <a:pt x="9234" y="6734"/>
                  </a:lnTo>
                  <a:cubicBezTo>
                    <a:pt x="9219" y="7438"/>
                    <a:pt x="9125" y="8125"/>
                    <a:pt x="8984" y="8750"/>
                  </a:cubicBezTo>
                  <a:cubicBezTo>
                    <a:pt x="8281" y="8609"/>
                    <a:pt x="7516" y="8531"/>
                    <a:pt x="6734" y="8516"/>
                  </a:cubicBezTo>
                  <a:lnTo>
                    <a:pt x="6734" y="6734"/>
                  </a:lnTo>
                  <a:close/>
                  <a:moveTo>
                    <a:pt x="6734" y="6063"/>
                  </a:moveTo>
                  <a:lnTo>
                    <a:pt x="6734" y="4203"/>
                  </a:lnTo>
                  <a:cubicBezTo>
                    <a:pt x="7516" y="4188"/>
                    <a:pt x="8266" y="4109"/>
                    <a:pt x="8969" y="3969"/>
                  </a:cubicBezTo>
                  <a:cubicBezTo>
                    <a:pt x="9125" y="4625"/>
                    <a:pt x="9219" y="5328"/>
                    <a:pt x="9234" y="6063"/>
                  </a:cubicBezTo>
                  <a:lnTo>
                    <a:pt x="6734" y="6063"/>
                  </a:lnTo>
                  <a:close/>
                  <a:moveTo>
                    <a:pt x="6734" y="3531"/>
                  </a:moveTo>
                  <a:lnTo>
                    <a:pt x="6734" y="719"/>
                  </a:lnTo>
                  <a:cubicBezTo>
                    <a:pt x="6969" y="781"/>
                    <a:pt x="7203" y="891"/>
                    <a:pt x="7422" y="1078"/>
                  </a:cubicBezTo>
                  <a:cubicBezTo>
                    <a:pt x="7766" y="1359"/>
                    <a:pt x="8078" y="1750"/>
                    <a:pt x="8344" y="2266"/>
                  </a:cubicBezTo>
                  <a:cubicBezTo>
                    <a:pt x="8516" y="2594"/>
                    <a:pt x="8656" y="2938"/>
                    <a:pt x="8781" y="3313"/>
                  </a:cubicBezTo>
                  <a:cubicBezTo>
                    <a:pt x="8141" y="3438"/>
                    <a:pt x="7453" y="3516"/>
                    <a:pt x="6734" y="3531"/>
                  </a:cubicBezTo>
                  <a:close/>
                  <a:moveTo>
                    <a:pt x="5375" y="1078"/>
                  </a:moveTo>
                  <a:cubicBezTo>
                    <a:pt x="5594" y="891"/>
                    <a:pt x="5828" y="781"/>
                    <a:pt x="6063" y="719"/>
                  </a:cubicBezTo>
                  <a:lnTo>
                    <a:pt x="6063" y="3531"/>
                  </a:lnTo>
                  <a:cubicBezTo>
                    <a:pt x="5344" y="3516"/>
                    <a:pt x="4656" y="3438"/>
                    <a:pt x="4016" y="3313"/>
                  </a:cubicBezTo>
                  <a:cubicBezTo>
                    <a:pt x="4141" y="2938"/>
                    <a:pt x="4281" y="2578"/>
                    <a:pt x="4453" y="2266"/>
                  </a:cubicBezTo>
                  <a:cubicBezTo>
                    <a:pt x="4719" y="1750"/>
                    <a:pt x="5031" y="1344"/>
                    <a:pt x="5375" y="1078"/>
                  </a:cubicBezTo>
                  <a:close/>
                  <a:moveTo>
                    <a:pt x="6063" y="9188"/>
                  </a:moveTo>
                  <a:lnTo>
                    <a:pt x="6063" y="12078"/>
                  </a:lnTo>
                  <a:cubicBezTo>
                    <a:pt x="5828" y="12016"/>
                    <a:pt x="5594" y="11906"/>
                    <a:pt x="5375" y="11719"/>
                  </a:cubicBezTo>
                  <a:cubicBezTo>
                    <a:pt x="5031" y="11438"/>
                    <a:pt x="4719" y="11047"/>
                    <a:pt x="4453" y="10531"/>
                  </a:cubicBezTo>
                  <a:cubicBezTo>
                    <a:pt x="4281" y="10188"/>
                    <a:pt x="4125" y="9813"/>
                    <a:pt x="4000" y="9406"/>
                  </a:cubicBezTo>
                  <a:cubicBezTo>
                    <a:pt x="4641" y="9281"/>
                    <a:pt x="5344" y="9203"/>
                    <a:pt x="6063" y="9188"/>
                  </a:cubicBezTo>
                  <a:close/>
                  <a:moveTo>
                    <a:pt x="7422" y="11719"/>
                  </a:moveTo>
                  <a:cubicBezTo>
                    <a:pt x="7203" y="11906"/>
                    <a:pt x="6969" y="12016"/>
                    <a:pt x="6734" y="12078"/>
                  </a:cubicBezTo>
                  <a:lnTo>
                    <a:pt x="6734" y="9188"/>
                  </a:lnTo>
                  <a:cubicBezTo>
                    <a:pt x="7453" y="9203"/>
                    <a:pt x="8156" y="9281"/>
                    <a:pt x="8797" y="9406"/>
                  </a:cubicBezTo>
                  <a:cubicBezTo>
                    <a:pt x="8672" y="9813"/>
                    <a:pt x="8516" y="10188"/>
                    <a:pt x="8344" y="10531"/>
                  </a:cubicBezTo>
                  <a:cubicBezTo>
                    <a:pt x="8078" y="11047"/>
                    <a:pt x="7766" y="11438"/>
                    <a:pt x="7422" y="11719"/>
                  </a:cubicBezTo>
                  <a:close/>
                  <a:moveTo>
                    <a:pt x="9906" y="6063"/>
                  </a:moveTo>
                  <a:cubicBezTo>
                    <a:pt x="9891" y="5281"/>
                    <a:pt x="9781" y="4531"/>
                    <a:pt x="9625" y="3828"/>
                  </a:cubicBezTo>
                  <a:cubicBezTo>
                    <a:pt x="10203" y="3672"/>
                    <a:pt x="10734" y="3484"/>
                    <a:pt x="11188" y="3250"/>
                  </a:cubicBezTo>
                  <a:cubicBezTo>
                    <a:pt x="11734" y="4078"/>
                    <a:pt x="12063" y="5047"/>
                    <a:pt x="12125" y="6063"/>
                  </a:cubicBezTo>
                  <a:lnTo>
                    <a:pt x="9906" y="6063"/>
                  </a:lnTo>
                  <a:close/>
                  <a:moveTo>
                    <a:pt x="10438" y="2344"/>
                  </a:moveTo>
                  <a:cubicBezTo>
                    <a:pt x="10547" y="2453"/>
                    <a:pt x="10656" y="2578"/>
                    <a:pt x="10766" y="2703"/>
                  </a:cubicBezTo>
                  <a:cubicBezTo>
                    <a:pt x="10375" y="2891"/>
                    <a:pt x="9938" y="3047"/>
                    <a:pt x="9438" y="3172"/>
                  </a:cubicBezTo>
                  <a:cubicBezTo>
                    <a:pt x="9297" y="2734"/>
                    <a:pt x="9125" y="2328"/>
                    <a:pt x="8938" y="1953"/>
                  </a:cubicBezTo>
                  <a:cubicBezTo>
                    <a:pt x="8750" y="1578"/>
                    <a:pt x="8531" y="1266"/>
                    <a:pt x="8297" y="1000"/>
                  </a:cubicBezTo>
                  <a:cubicBezTo>
                    <a:pt x="9094" y="1281"/>
                    <a:pt x="9828" y="1734"/>
                    <a:pt x="10438" y="2344"/>
                  </a:cubicBezTo>
                  <a:close/>
                  <a:moveTo>
                    <a:pt x="4484" y="1000"/>
                  </a:moveTo>
                  <a:cubicBezTo>
                    <a:pt x="4250" y="1266"/>
                    <a:pt x="4031" y="1594"/>
                    <a:pt x="3844" y="1953"/>
                  </a:cubicBezTo>
                  <a:cubicBezTo>
                    <a:pt x="3656" y="2328"/>
                    <a:pt x="3484" y="2734"/>
                    <a:pt x="3344" y="3172"/>
                  </a:cubicBezTo>
                  <a:cubicBezTo>
                    <a:pt x="2844" y="3047"/>
                    <a:pt x="2406" y="2891"/>
                    <a:pt x="2016" y="2703"/>
                  </a:cubicBezTo>
                  <a:cubicBezTo>
                    <a:pt x="2125" y="2578"/>
                    <a:pt x="2219" y="2469"/>
                    <a:pt x="2344" y="2344"/>
                  </a:cubicBezTo>
                  <a:cubicBezTo>
                    <a:pt x="2969" y="1734"/>
                    <a:pt x="3688" y="1281"/>
                    <a:pt x="4484" y="1000"/>
                  </a:cubicBezTo>
                  <a:close/>
                  <a:moveTo>
                    <a:pt x="2344" y="10438"/>
                  </a:moveTo>
                  <a:cubicBezTo>
                    <a:pt x="2219" y="10313"/>
                    <a:pt x="2094" y="10172"/>
                    <a:pt x="1984" y="10031"/>
                  </a:cubicBezTo>
                  <a:cubicBezTo>
                    <a:pt x="2375" y="9844"/>
                    <a:pt x="2828" y="9672"/>
                    <a:pt x="3328" y="9547"/>
                  </a:cubicBezTo>
                  <a:cubicBezTo>
                    <a:pt x="3469" y="10016"/>
                    <a:pt x="3641" y="10438"/>
                    <a:pt x="3844" y="10828"/>
                  </a:cubicBezTo>
                  <a:cubicBezTo>
                    <a:pt x="4031" y="11203"/>
                    <a:pt x="4250" y="11516"/>
                    <a:pt x="4484" y="11781"/>
                  </a:cubicBezTo>
                  <a:cubicBezTo>
                    <a:pt x="3688" y="11516"/>
                    <a:pt x="2969" y="11063"/>
                    <a:pt x="2344" y="10438"/>
                  </a:cubicBezTo>
                  <a:close/>
                  <a:moveTo>
                    <a:pt x="8297" y="11797"/>
                  </a:moveTo>
                  <a:cubicBezTo>
                    <a:pt x="8531" y="11531"/>
                    <a:pt x="8750" y="11203"/>
                    <a:pt x="8938" y="10844"/>
                  </a:cubicBezTo>
                  <a:cubicBezTo>
                    <a:pt x="9141" y="10453"/>
                    <a:pt x="9313" y="10016"/>
                    <a:pt x="9453" y="9563"/>
                  </a:cubicBezTo>
                  <a:cubicBezTo>
                    <a:pt x="9953" y="9688"/>
                    <a:pt x="10406" y="9859"/>
                    <a:pt x="10797" y="10047"/>
                  </a:cubicBezTo>
                  <a:cubicBezTo>
                    <a:pt x="10688" y="10188"/>
                    <a:pt x="10563" y="10313"/>
                    <a:pt x="10438" y="10453"/>
                  </a:cubicBezTo>
                  <a:cubicBezTo>
                    <a:pt x="9828" y="11063"/>
                    <a:pt x="9094" y="11516"/>
                    <a:pt x="8297" y="11797"/>
                  </a:cubicBezTo>
                  <a:close/>
                </a:path>
              </a:pathLst>
            </a:custGeom>
            <a:gradFill>
              <a:gsLst>
                <a:gs pos="21000">
                  <a:srgbClr val="36EAEE">
                    <a:alpha val="0"/>
                  </a:srgbClr>
                </a:gs>
                <a:gs pos="98000">
                  <a:schemeClr val="accent2">
                    <a:alpha val="40000"/>
                  </a:schemeClr>
                </a:gs>
              </a:gsLst>
              <a:lin ang="1674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cs typeface="+mn-cs"/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91E1DD44-AD51-B16C-D50D-161CFF9B31AE}"/>
                </a:ext>
              </a:extLst>
            </p:cNvPr>
            <p:cNvGrpSpPr/>
            <p:nvPr/>
          </p:nvGrpSpPr>
          <p:grpSpPr>
            <a:xfrm>
              <a:off x="43228" y="2341281"/>
              <a:ext cx="1642594" cy="2451975"/>
              <a:chOff x="43228" y="2263226"/>
              <a:chExt cx="1642594" cy="2451975"/>
            </a:xfrm>
          </p:grpSpPr>
          <p:sp>
            <p:nvSpPr>
              <p:cNvPr id="84" name="PA-文本框 75">
                <a:extLst>
                  <a:ext uri="{FF2B5EF4-FFF2-40B4-BE49-F238E27FC236}">
                    <a16:creationId xmlns:a16="http://schemas.microsoft.com/office/drawing/2014/main" id="{D53780EA-47E0-02E6-02B7-E4FD2ECC3DD5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6378" y="2263226"/>
                <a:ext cx="1561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4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接口测试</a:t>
                </a:r>
              </a:p>
            </p:txBody>
          </p:sp>
          <p:cxnSp>
            <p:nvCxnSpPr>
              <p:cNvPr id="85" name="PA-直接连接符 84">
                <a:extLst>
                  <a:ext uri="{FF2B5EF4-FFF2-40B4-BE49-F238E27FC236}">
                    <a16:creationId xmlns:a16="http://schemas.microsoft.com/office/drawing/2014/main" id="{C77F8DA4-077E-3D2E-9CDD-D34A4FECDFA8}"/>
                  </a:ext>
                </a:extLst>
              </p:cNvPr>
              <p:cNvCxnSpPr/>
              <p:nvPr>
                <p:custDataLst>
                  <p:tags r:id="rId11"/>
                </p:custDataLst>
              </p:nvPr>
            </p:nvCxnSpPr>
            <p:spPr>
              <a:xfrm>
                <a:off x="80963" y="2792797"/>
                <a:ext cx="1404000" cy="0"/>
              </a:xfrm>
              <a:prstGeom prst="line">
                <a:avLst/>
              </a:prstGeom>
              <a:ln w="381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PA-文本框 75">
                <a:extLst>
                  <a:ext uri="{FF2B5EF4-FFF2-40B4-BE49-F238E27FC236}">
                    <a16:creationId xmlns:a16="http://schemas.microsoft.com/office/drawing/2014/main" id="{36A2780F-456B-35F7-8A24-290E9B399744}"/>
                  </a:ext>
                </a:extLst>
              </p:cNvPr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04724" y="2978477"/>
                <a:ext cx="1404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功能测试</a:t>
                </a:r>
              </a:p>
            </p:txBody>
          </p:sp>
          <p:sp>
            <p:nvSpPr>
              <p:cNvPr id="87" name="PA-文本框 75">
                <a:extLst>
                  <a:ext uri="{FF2B5EF4-FFF2-40B4-BE49-F238E27FC236}">
                    <a16:creationId xmlns:a16="http://schemas.microsoft.com/office/drawing/2014/main" id="{DD35D62A-BCBD-A2FA-60D3-61314738BCDD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24129" y="3689305"/>
                <a:ext cx="1561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自动化测试</a:t>
                </a:r>
              </a:p>
            </p:txBody>
          </p:sp>
          <p:sp>
            <p:nvSpPr>
              <p:cNvPr id="88" name="PA-文本框 75">
                <a:extLst>
                  <a:ext uri="{FF2B5EF4-FFF2-40B4-BE49-F238E27FC236}">
                    <a16:creationId xmlns:a16="http://schemas.microsoft.com/office/drawing/2014/main" id="{B677AE8F-D2B4-5A7C-0123-FCFAEB4BD577}"/>
                  </a:ext>
                </a:extLst>
              </p:cNvPr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43228" y="4345869"/>
                <a:ext cx="1561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性能测试</a:t>
                </a:r>
              </a:p>
            </p:txBody>
          </p:sp>
        </p:grpSp>
        <p:cxnSp>
          <p:nvCxnSpPr>
            <p:cNvPr id="33" name="PA-直接连接符 85">
              <a:extLst>
                <a:ext uri="{FF2B5EF4-FFF2-40B4-BE49-F238E27FC236}">
                  <a16:creationId xmlns:a16="http://schemas.microsoft.com/office/drawing/2014/main" id="{5042A02D-A806-B9FE-82F2-D69843067BE8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>
            <a:xfrm>
              <a:off x="80963" y="3651664"/>
              <a:ext cx="1404000" cy="0"/>
            </a:xfrm>
            <a:prstGeom prst="line">
              <a:avLst/>
            </a:prstGeom>
            <a:ln w="3810">
              <a:solidFill>
                <a:schemeClr val="bg1">
                  <a:lumMod val="85000"/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5D4513C8-D08E-8D1F-05AB-BAC3161CA3E5}"/>
                </a:ext>
              </a:extLst>
            </p:cNvPr>
            <p:cNvGrpSpPr/>
            <p:nvPr/>
          </p:nvGrpSpPr>
          <p:grpSpPr>
            <a:xfrm>
              <a:off x="-21547" y="1538503"/>
              <a:ext cx="1769963" cy="540554"/>
              <a:chOff x="-21547" y="1538503"/>
              <a:chExt cx="1769963" cy="540554"/>
            </a:xfrm>
          </p:grpSpPr>
          <p:cxnSp>
            <p:nvCxnSpPr>
              <p:cNvPr id="67" name="PA-直接连接符 82">
                <a:extLst>
                  <a:ext uri="{FF2B5EF4-FFF2-40B4-BE49-F238E27FC236}">
                    <a16:creationId xmlns:a16="http://schemas.microsoft.com/office/drawing/2014/main" id="{50027BC1-3CA2-11E2-3CD5-269B962C87CF}"/>
                  </a:ext>
                </a:extLst>
              </p:cNvPr>
              <p:cNvCxnSpPr/>
              <p:nvPr>
                <p:custDataLst>
                  <p:tags r:id="rId8"/>
                </p:custDataLst>
              </p:nvPr>
            </p:nvCxnSpPr>
            <p:spPr>
              <a:xfrm>
                <a:off x="80963" y="2079057"/>
                <a:ext cx="1404000" cy="0"/>
              </a:xfrm>
              <a:prstGeom prst="line">
                <a:avLst/>
              </a:prstGeom>
              <a:ln w="381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PA-文本框 74">
                <a:extLst>
                  <a:ext uri="{FF2B5EF4-FFF2-40B4-BE49-F238E27FC236}">
                    <a16:creationId xmlns:a16="http://schemas.microsoft.com/office/drawing/2014/main" id="{101667AA-B74B-BA47-2742-262F751A8AEF}"/>
                  </a:ext>
                </a:extLst>
              </p:cNvPr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-21547" y="1538503"/>
                <a:ext cx="1769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单元测试</a:t>
                </a: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7AE271D8-9B90-8BBE-2F41-F00FB354DDDB}"/>
                </a:ext>
              </a:extLst>
            </p:cNvPr>
            <p:cNvGrpSpPr/>
            <p:nvPr/>
          </p:nvGrpSpPr>
          <p:grpSpPr>
            <a:xfrm>
              <a:off x="145863" y="548758"/>
              <a:ext cx="217266" cy="173743"/>
              <a:chOff x="850371" y="808754"/>
              <a:chExt cx="341379" cy="272993"/>
            </a:xfrm>
            <a:solidFill>
              <a:schemeClr val="bg1">
                <a:alpha val="90000"/>
              </a:schemeClr>
            </a:solidFill>
          </p:grpSpPr>
          <p:sp>
            <p:nvSpPr>
              <p:cNvPr id="64" name="PA-矩形 111">
                <a:extLst>
                  <a:ext uri="{FF2B5EF4-FFF2-40B4-BE49-F238E27FC236}">
                    <a16:creationId xmlns:a16="http://schemas.microsoft.com/office/drawing/2014/main" id="{9F8D0F8F-ACC7-9183-E939-50033B50ECC1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850371" y="808754"/>
                <a:ext cx="341379" cy="452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65" name="PA-矩形 112">
                <a:extLst>
                  <a:ext uri="{FF2B5EF4-FFF2-40B4-BE49-F238E27FC236}">
                    <a16:creationId xmlns:a16="http://schemas.microsoft.com/office/drawing/2014/main" id="{F79701F7-F77D-A5C7-04E1-6F82C892862C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850371" y="922624"/>
                <a:ext cx="341379" cy="452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66" name="PA-矩形 113">
                <a:extLst>
                  <a:ext uri="{FF2B5EF4-FFF2-40B4-BE49-F238E27FC236}">
                    <a16:creationId xmlns:a16="http://schemas.microsoft.com/office/drawing/2014/main" id="{51F14065-DD21-36B7-5911-6E27FDACEF75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850371" y="1036495"/>
                <a:ext cx="341379" cy="452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</p:grpSp>
      <p:sp>
        <p:nvSpPr>
          <p:cNvPr id="34" name="设计师康帅作品禁止倒卖8">
            <a:extLst>
              <a:ext uri="{FF2B5EF4-FFF2-40B4-BE49-F238E27FC236}">
                <a16:creationId xmlns:a16="http://schemas.microsoft.com/office/drawing/2014/main" id="{A84171EC-D65B-30BA-5036-F41447B5A14D}"/>
              </a:ext>
            </a:extLst>
          </p:cNvPr>
          <p:cNvSpPr txBox="1"/>
          <p:nvPr/>
        </p:nvSpPr>
        <p:spPr>
          <a:xfrm>
            <a:off x="791130" y="1143979"/>
            <a:ext cx="4890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100" dirty="0">
                <a:solidFill>
                  <a:srgbClr val="FFC000"/>
                </a:solidFill>
                <a:effectLst>
                  <a:glow rad="127000">
                    <a:schemeClr val="accent1">
                      <a:alpha val="38000"/>
                    </a:schemeClr>
                  </a:glo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</a:rPr>
              <a:t>数字孪生接口文档</a:t>
            </a:r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6935C40B-9B65-44C5-4DC9-629238A17653}"/>
              </a:ext>
            </a:extLst>
          </p:cNvPr>
          <p:cNvGrpSpPr/>
          <p:nvPr/>
        </p:nvGrpSpPr>
        <p:grpSpPr>
          <a:xfrm>
            <a:off x="1667749" y="1672301"/>
            <a:ext cx="10433066" cy="4948488"/>
            <a:chOff x="1854200" y="936925"/>
            <a:chExt cx="8483600" cy="4943176"/>
          </a:xfrm>
          <a:effectLst>
            <a:outerShdw blurRad="254000" algn="ctr" rotWithShape="0">
              <a:srgbClr val="FFFFFF">
                <a:alpha val="70000"/>
              </a:srgbClr>
            </a:outerShdw>
          </a:effectLst>
        </p:grpSpPr>
        <p:sp>
          <p:nvSpPr>
            <p:cNvPr id="75" name="直角三角形 74">
              <a:extLst>
                <a:ext uri="{FF2B5EF4-FFF2-40B4-BE49-F238E27FC236}">
                  <a16:creationId xmlns:a16="http://schemas.microsoft.com/office/drawing/2014/main" id="{B54CE6C3-AAD9-7927-D9E9-918652D22ED0}"/>
                </a:ext>
              </a:extLst>
            </p:cNvPr>
            <p:cNvSpPr/>
            <p:nvPr/>
          </p:nvSpPr>
          <p:spPr>
            <a:xfrm rot="5400000">
              <a:off x="1854200" y="977900"/>
              <a:ext cx="144780" cy="144780"/>
            </a:xfrm>
            <a:prstGeom prst="rtTriangle">
              <a:avLst/>
            </a:prstGeom>
            <a:noFill/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76" name="任意多边形: 形状 75">
              <a:extLst>
                <a:ext uri="{FF2B5EF4-FFF2-40B4-BE49-F238E27FC236}">
                  <a16:creationId xmlns:a16="http://schemas.microsoft.com/office/drawing/2014/main" id="{39F28C3C-3281-4B7F-C5B1-A89E75D94D49}"/>
                </a:ext>
              </a:extLst>
            </p:cNvPr>
            <p:cNvSpPr/>
            <p:nvPr/>
          </p:nvSpPr>
          <p:spPr>
            <a:xfrm>
              <a:off x="1872789" y="936925"/>
              <a:ext cx="8463736" cy="4922249"/>
            </a:xfrm>
            <a:custGeom>
              <a:avLst/>
              <a:gdLst>
                <a:gd name="connsiteX0" fmla="*/ 240502 w 8483600"/>
                <a:gd name="connsiteY0" fmla="*/ 0 h 4902200"/>
                <a:gd name="connsiteX1" fmla="*/ 3708375 w 8483600"/>
                <a:gd name="connsiteY1" fmla="*/ 0 h 4902200"/>
                <a:gd name="connsiteX2" fmla="*/ 3759729 w 8483600"/>
                <a:gd name="connsiteY2" fmla="*/ 56516 h 4902200"/>
                <a:gd name="connsiteX3" fmla="*/ 4723873 w 8483600"/>
                <a:gd name="connsiteY3" fmla="*/ 56516 h 4902200"/>
                <a:gd name="connsiteX4" fmla="*/ 4775228 w 8483600"/>
                <a:gd name="connsiteY4" fmla="*/ 0 h 4902200"/>
                <a:gd name="connsiteX5" fmla="*/ 8243098 w 8483600"/>
                <a:gd name="connsiteY5" fmla="*/ 0 h 4902200"/>
                <a:gd name="connsiteX6" fmla="*/ 8483600 w 8483600"/>
                <a:gd name="connsiteY6" fmla="*/ 240502 h 4902200"/>
                <a:gd name="connsiteX7" fmla="*/ 8483600 w 8483600"/>
                <a:gd name="connsiteY7" fmla="*/ 2864087 h 4902200"/>
                <a:gd name="connsiteX8" fmla="*/ 8370316 w 8483600"/>
                <a:gd name="connsiteY8" fmla="*/ 2890519 h 4902200"/>
                <a:gd name="connsiteX9" fmla="*/ 8370316 w 8483600"/>
                <a:gd name="connsiteY9" fmla="*/ 3660141 h 4902200"/>
                <a:gd name="connsiteX10" fmla="*/ 8483600 w 8483600"/>
                <a:gd name="connsiteY10" fmla="*/ 3686574 h 4902200"/>
                <a:gd name="connsiteX11" fmla="*/ 8483600 w 8483600"/>
                <a:gd name="connsiteY11" fmla="*/ 4902200 h 4902200"/>
                <a:gd name="connsiteX12" fmla="*/ 5032306 w 8483600"/>
                <a:gd name="connsiteY12" fmla="*/ 4902200 h 4902200"/>
                <a:gd name="connsiteX13" fmla="*/ 4789076 w 8483600"/>
                <a:gd name="connsiteY13" fmla="*/ 4658970 h 4902200"/>
                <a:gd name="connsiteX14" fmla="*/ 3694527 w 8483600"/>
                <a:gd name="connsiteY14" fmla="*/ 4658970 h 4902200"/>
                <a:gd name="connsiteX15" fmla="*/ 3451297 w 8483600"/>
                <a:gd name="connsiteY15" fmla="*/ 4902200 h 4902200"/>
                <a:gd name="connsiteX16" fmla="*/ 0 w 8483600"/>
                <a:gd name="connsiteY16" fmla="*/ 4902200 h 4902200"/>
                <a:gd name="connsiteX17" fmla="*/ 0 w 8483600"/>
                <a:gd name="connsiteY17" fmla="*/ 2147334 h 4902200"/>
                <a:gd name="connsiteX18" fmla="*/ 113284 w 8483600"/>
                <a:gd name="connsiteY18" fmla="*/ 2120901 h 4902200"/>
                <a:gd name="connsiteX19" fmla="*/ 113284 w 8483600"/>
                <a:gd name="connsiteY19" fmla="*/ 1351279 h 4902200"/>
                <a:gd name="connsiteX20" fmla="*/ 0 w 8483600"/>
                <a:gd name="connsiteY20" fmla="*/ 1324847 h 4902200"/>
                <a:gd name="connsiteX21" fmla="*/ 0 w 8483600"/>
                <a:gd name="connsiteY21" fmla="*/ 240502 h 490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483600" h="4902200">
                  <a:moveTo>
                    <a:pt x="240502" y="0"/>
                  </a:moveTo>
                  <a:lnTo>
                    <a:pt x="3708375" y="0"/>
                  </a:lnTo>
                  <a:lnTo>
                    <a:pt x="3759729" y="56516"/>
                  </a:lnTo>
                  <a:lnTo>
                    <a:pt x="4723873" y="56516"/>
                  </a:lnTo>
                  <a:lnTo>
                    <a:pt x="4775228" y="0"/>
                  </a:lnTo>
                  <a:lnTo>
                    <a:pt x="8243098" y="0"/>
                  </a:lnTo>
                  <a:lnTo>
                    <a:pt x="8483600" y="240502"/>
                  </a:lnTo>
                  <a:lnTo>
                    <a:pt x="8483600" y="2864087"/>
                  </a:lnTo>
                  <a:lnTo>
                    <a:pt x="8370316" y="2890519"/>
                  </a:lnTo>
                  <a:lnTo>
                    <a:pt x="8370316" y="3660141"/>
                  </a:lnTo>
                  <a:lnTo>
                    <a:pt x="8483600" y="3686574"/>
                  </a:lnTo>
                  <a:lnTo>
                    <a:pt x="8483600" y="4902200"/>
                  </a:lnTo>
                  <a:lnTo>
                    <a:pt x="5032306" y="4902200"/>
                  </a:lnTo>
                  <a:lnTo>
                    <a:pt x="4789076" y="4658970"/>
                  </a:lnTo>
                  <a:lnTo>
                    <a:pt x="3694527" y="4658970"/>
                  </a:lnTo>
                  <a:lnTo>
                    <a:pt x="3451297" y="4902200"/>
                  </a:lnTo>
                  <a:lnTo>
                    <a:pt x="0" y="4902200"/>
                  </a:lnTo>
                  <a:lnTo>
                    <a:pt x="0" y="2147334"/>
                  </a:lnTo>
                  <a:lnTo>
                    <a:pt x="113284" y="2120901"/>
                  </a:lnTo>
                  <a:lnTo>
                    <a:pt x="113284" y="1351279"/>
                  </a:lnTo>
                  <a:lnTo>
                    <a:pt x="0" y="1324847"/>
                  </a:lnTo>
                  <a:lnTo>
                    <a:pt x="0" y="24050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6FFFF">
                    <a:alpha val="50000"/>
                  </a:srgbClr>
                </a:gs>
                <a:gs pos="48000">
                  <a:srgbClr val="FFFFFF">
                    <a:alpha val="10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77" name="直角三角形 76">
              <a:extLst>
                <a:ext uri="{FF2B5EF4-FFF2-40B4-BE49-F238E27FC236}">
                  <a16:creationId xmlns:a16="http://schemas.microsoft.com/office/drawing/2014/main" id="{1A806A75-261E-B8E0-ED83-C7D6D0FB14F4}"/>
                </a:ext>
              </a:extLst>
            </p:cNvPr>
            <p:cNvSpPr/>
            <p:nvPr/>
          </p:nvSpPr>
          <p:spPr>
            <a:xfrm rot="16200000" flipH="1">
              <a:off x="10193020" y="977900"/>
              <a:ext cx="144780" cy="144780"/>
            </a:xfrm>
            <a:prstGeom prst="rtTriangle">
              <a:avLst/>
            </a:prstGeom>
            <a:noFill/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78" name="梯形 77">
              <a:extLst>
                <a:ext uri="{FF2B5EF4-FFF2-40B4-BE49-F238E27FC236}">
                  <a16:creationId xmlns:a16="http://schemas.microsoft.com/office/drawing/2014/main" id="{FD660E76-8C9D-EEFA-8812-A03A586642EC}"/>
                </a:ext>
              </a:extLst>
            </p:cNvPr>
            <p:cNvSpPr/>
            <p:nvPr/>
          </p:nvSpPr>
          <p:spPr>
            <a:xfrm rot="5400000">
              <a:off x="1533703" y="2652874"/>
              <a:ext cx="732790" cy="74891"/>
            </a:xfrm>
            <a:prstGeom prst="trapezoid">
              <a:avLst>
                <a:gd name="adj" fmla="val 23332"/>
              </a:avLst>
            </a:pr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79" name="梯形 78">
              <a:extLst>
                <a:ext uri="{FF2B5EF4-FFF2-40B4-BE49-F238E27FC236}">
                  <a16:creationId xmlns:a16="http://schemas.microsoft.com/office/drawing/2014/main" id="{5F2E55EA-995F-72F6-D4F8-31D07B750EB1}"/>
                </a:ext>
              </a:extLst>
            </p:cNvPr>
            <p:cNvSpPr/>
            <p:nvPr/>
          </p:nvSpPr>
          <p:spPr>
            <a:xfrm rot="16200000" flipH="1">
              <a:off x="9937435" y="4217548"/>
              <a:ext cx="732790" cy="67940"/>
            </a:xfrm>
            <a:prstGeom prst="trapezoid">
              <a:avLst>
                <a:gd name="adj" fmla="val 23332"/>
              </a:avLst>
            </a:pr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80" name="任意多边形: 形状 79">
              <a:extLst>
                <a:ext uri="{FF2B5EF4-FFF2-40B4-BE49-F238E27FC236}">
                  <a16:creationId xmlns:a16="http://schemas.microsoft.com/office/drawing/2014/main" id="{0089EA4D-3DF0-7C60-120A-0DB2E34B7946}"/>
                </a:ext>
              </a:extLst>
            </p:cNvPr>
            <p:cNvSpPr/>
            <p:nvPr/>
          </p:nvSpPr>
          <p:spPr>
            <a:xfrm>
              <a:off x="5374007" y="5680711"/>
              <a:ext cx="1443988" cy="199390"/>
            </a:xfrm>
            <a:custGeom>
              <a:avLst/>
              <a:gdLst>
                <a:gd name="connsiteX0" fmla="*/ 188346 w 1443988"/>
                <a:gd name="connsiteY0" fmla="*/ 0 h 199390"/>
                <a:gd name="connsiteX1" fmla="*/ 1255642 w 1443988"/>
                <a:gd name="connsiteY1" fmla="*/ 0 h 199390"/>
                <a:gd name="connsiteX2" fmla="*/ 1443988 w 1443988"/>
                <a:gd name="connsiteY2" fmla="*/ 199390 h 199390"/>
                <a:gd name="connsiteX3" fmla="*/ 1397375 w 1443988"/>
                <a:gd name="connsiteY3" fmla="*/ 199390 h 199390"/>
                <a:gd name="connsiteX4" fmla="*/ 1232782 w 1443988"/>
                <a:gd name="connsiteY4" fmla="*/ 25146 h 199390"/>
                <a:gd name="connsiteX5" fmla="*/ 211206 w 1443988"/>
                <a:gd name="connsiteY5" fmla="*/ 25146 h 199390"/>
                <a:gd name="connsiteX6" fmla="*/ 46613 w 1443988"/>
                <a:gd name="connsiteY6" fmla="*/ 199390 h 199390"/>
                <a:gd name="connsiteX7" fmla="*/ 0 w 1443988"/>
                <a:gd name="connsiteY7" fmla="*/ 199390 h 199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988" h="199390">
                  <a:moveTo>
                    <a:pt x="188346" y="0"/>
                  </a:moveTo>
                  <a:lnTo>
                    <a:pt x="1255642" y="0"/>
                  </a:lnTo>
                  <a:lnTo>
                    <a:pt x="1443988" y="199390"/>
                  </a:lnTo>
                  <a:lnTo>
                    <a:pt x="1397375" y="199390"/>
                  </a:lnTo>
                  <a:lnTo>
                    <a:pt x="1232782" y="25146"/>
                  </a:lnTo>
                  <a:lnTo>
                    <a:pt x="211206" y="25146"/>
                  </a:lnTo>
                  <a:lnTo>
                    <a:pt x="46613" y="199390"/>
                  </a:lnTo>
                  <a:lnTo>
                    <a:pt x="0" y="199390"/>
                  </a:lnTo>
                  <a:close/>
                </a:path>
              </a:pathLst>
            </a:cu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81" name="梯形 80">
              <a:extLst>
                <a:ext uri="{FF2B5EF4-FFF2-40B4-BE49-F238E27FC236}">
                  <a16:creationId xmlns:a16="http://schemas.microsoft.com/office/drawing/2014/main" id="{FD3C18BB-DBA1-1A34-E501-66BCD65E6BE5}"/>
                </a:ext>
              </a:extLst>
            </p:cNvPr>
            <p:cNvSpPr/>
            <p:nvPr/>
          </p:nvSpPr>
          <p:spPr>
            <a:xfrm>
              <a:off x="5505452" y="5760720"/>
              <a:ext cx="1181098" cy="119379"/>
            </a:xfrm>
            <a:prstGeom prst="trapezoid">
              <a:avLst>
                <a:gd name="adj" fmla="val 90868"/>
              </a:avLst>
            </a:prstGeom>
            <a:noFill/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83" name="半闭框 82">
              <a:extLst>
                <a:ext uri="{FF2B5EF4-FFF2-40B4-BE49-F238E27FC236}">
                  <a16:creationId xmlns:a16="http://schemas.microsoft.com/office/drawing/2014/main" id="{B2BFBFD5-57DC-0F81-E280-199027393E3A}"/>
                </a:ext>
              </a:extLst>
            </p:cNvPr>
            <p:cNvSpPr/>
            <p:nvPr/>
          </p:nvSpPr>
          <p:spPr>
            <a:xfrm rot="16200000">
              <a:off x="1854200" y="5509261"/>
              <a:ext cx="370840" cy="370840"/>
            </a:xfrm>
            <a:prstGeom prst="halfFrame">
              <a:avLst>
                <a:gd name="adj1" fmla="val 12801"/>
                <a:gd name="adj2" fmla="val 12134"/>
              </a:avLst>
            </a:pr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89" name="半闭框 88">
              <a:extLst>
                <a:ext uri="{FF2B5EF4-FFF2-40B4-BE49-F238E27FC236}">
                  <a16:creationId xmlns:a16="http://schemas.microsoft.com/office/drawing/2014/main" id="{A15C74B5-C698-0FE4-D94D-BE6B7DB59E4F}"/>
                </a:ext>
              </a:extLst>
            </p:cNvPr>
            <p:cNvSpPr/>
            <p:nvPr/>
          </p:nvSpPr>
          <p:spPr>
            <a:xfrm rot="5400000" flipH="1">
              <a:off x="9966960" y="5509261"/>
              <a:ext cx="370840" cy="370840"/>
            </a:xfrm>
            <a:prstGeom prst="halfFrame">
              <a:avLst>
                <a:gd name="adj1" fmla="val 12801"/>
                <a:gd name="adj2" fmla="val 12134"/>
              </a:avLst>
            </a:pr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</p:grpSp>
      <p:pic>
        <p:nvPicPr>
          <p:cNvPr id="38" name="图片 37" descr="图形用户界面&#10;&#10;AI 生成的内容可能不正确。">
            <a:extLst>
              <a:ext uri="{FF2B5EF4-FFF2-40B4-BE49-F238E27FC236}">
                <a16:creationId xmlns:a16="http://schemas.microsoft.com/office/drawing/2014/main" id="{BEE79F00-35CB-D2A6-E8C5-CE38896727F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34105" y="1985561"/>
            <a:ext cx="10062235" cy="413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960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013CD-1970-979B-7637-B7B7AF29F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3">
            <a:extLst>
              <a:ext uri="{FF2B5EF4-FFF2-40B4-BE49-F238E27FC236}">
                <a16:creationId xmlns:a16="http://schemas.microsoft.com/office/drawing/2014/main" id="{D0CC5ACF-CFF8-8AE2-53EF-ACB8B16F73FD}"/>
              </a:ext>
            </a:extLst>
          </p:cNvPr>
          <p:cNvSpPr/>
          <p:nvPr/>
        </p:nvSpPr>
        <p:spPr>
          <a:xfrm>
            <a:off x="-56322" y="-56152"/>
            <a:ext cx="12304644" cy="964096"/>
          </a:xfrm>
          <a:custGeom>
            <a:avLst/>
            <a:gdLst>
              <a:gd name="connsiteX0" fmla="*/ 77249 w 12304644"/>
              <a:gd name="connsiteY0" fmla="*/ 636105 h 964096"/>
              <a:gd name="connsiteX1" fmla="*/ 538633 w 12304644"/>
              <a:gd name="connsiteY1" fmla="*/ 636105 h 964096"/>
              <a:gd name="connsiteX2" fmla="*/ 618547 w 12304644"/>
              <a:gd name="connsiteY2" fmla="*/ 671456 h 964096"/>
              <a:gd name="connsiteX3" fmla="*/ 852445 w 12304644"/>
              <a:gd name="connsiteY3" fmla="*/ 928745 h 964096"/>
              <a:gd name="connsiteX4" fmla="*/ 932359 w 12304644"/>
              <a:gd name="connsiteY4" fmla="*/ 964096 h 964096"/>
              <a:gd name="connsiteX5" fmla="*/ 11336540 w 12304644"/>
              <a:gd name="connsiteY5" fmla="*/ 964096 h 964096"/>
              <a:gd name="connsiteX6" fmla="*/ 11411724 w 12304644"/>
              <a:gd name="connsiteY6" fmla="*/ 933629 h 964096"/>
              <a:gd name="connsiteX7" fmla="*/ 11676877 w 12304644"/>
              <a:gd name="connsiteY7" fmla="*/ 676511 h 964096"/>
              <a:gd name="connsiteX8" fmla="*/ 11752061 w 12304644"/>
              <a:gd name="connsiteY8" fmla="*/ 646044 h 964096"/>
              <a:gd name="connsiteX9" fmla="*/ 12196644 w 12304644"/>
              <a:gd name="connsiteY9" fmla="*/ 646044 h 964096"/>
              <a:gd name="connsiteX10" fmla="*/ 12304644 w 12304644"/>
              <a:gd name="connsiteY10" fmla="*/ 538044 h 964096"/>
              <a:gd name="connsiteX11" fmla="*/ 12304644 w 12304644"/>
              <a:gd name="connsiteY11" fmla="*/ 108000 h 964096"/>
              <a:gd name="connsiteX12" fmla="*/ 12196644 w 12304644"/>
              <a:gd name="connsiteY12" fmla="*/ 0 h 964096"/>
              <a:gd name="connsiteX13" fmla="*/ 108000 w 12304644"/>
              <a:gd name="connsiteY13" fmla="*/ 0 h 964096"/>
              <a:gd name="connsiteX14" fmla="*/ 0 w 12304644"/>
              <a:gd name="connsiteY14" fmla="*/ 108000 h 964096"/>
              <a:gd name="connsiteX15" fmla="*/ 0 w 12304644"/>
              <a:gd name="connsiteY15" fmla="*/ 532498 h 964096"/>
              <a:gd name="connsiteX16" fmla="*/ 92727 w 12304644"/>
              <a:gd name="connsiteY16" fmla="*/ 639412 h 964096"/>
              <a:gd name="connsiteX17" fmla="*/ 61976 w 12304644"/>
              <a:gd name="connsiteY17" fmla="*/ 635020 h 964096"/>
              <a:gd name="connsiteX18" fmla="*/ 77249 w 12304644"/>
              <a:gd name="connsiteY18" fmla="*/ 636105 h 96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304644" h="964096">
                <a:moveTo>
                  <a:pt x="77249" y="636105"/>
                </a:moveTo>
                <a:lnTo>
                  <a:pt x="538633" y="636105"/>
                </a:lnTo>
                <a:cubicBezTo>
                  <a:pt x="569066" y="636105"/>
                  <a:pt x="598075" y="648938"/>
                  <a:pt x="618547" y="671456"/>
                </a:cubicBezTo>
                <a:lnTo>
                  <a:pt x="852445" y="928745"/>
                </a:lnTo>
                <a:cubicBezTo>
                  <a:pt x="872917" y="951264"/>
                  <a:pt x="901926" y="964096"/>
                  <a:pt x="932359" y="964096"/>
                </a:cubicBezTo>
                <a:lnTo>
                  <a:pt x="11336540" y="964096"/>
                </a:lnTo>
                <a:cubicBezTo>
                  <a:pt x="11364594" y="964096"/>
                  <a:pt x="11391584" y="953158"/>
                  <a:pt x="11411724" y="933629"/>
                </a:cubicBezTo>
                <a:lnTo>
                  <a:pt x="11676877" y="676511"/>
                </a:lnTo>
                <a:cubicBezTo>
                  <a:pt x="11697017" y="656982"/>
                  <a:pt x="11724008" y="646044"/>
                  <a:pt x="11752061" y="646044"/>
                </a:cubicBezTo>
                <a:lnTo>
                  <a:pt x="12196644" y="646044"/>
                </a:lnTo>
                <a:cubicBezTo>
                  <a:pt x="12256260" y="646044"/>
                  <a:pt x="12304644" y="597660"/>
                  <a:pt x="12304644" y="538044"/>
                </a:cubicBezTo>
                <a:lnTo>
                  <a:pt x="12304644" y="108000"/>
                </a:lnTo>
                <a:cubicBezTo>
                  <a:pt x="12304644" y="48384"/>
                  <a:pt x="12256260" y="0"/>
                  <a:pt x="12196644" y="0"/>
                </a:cubicBezTo>
                <a:lnTo>
                  <a:pt x="108000" y="0"/>
                </a:lnTo>
                <a:cubicBezTo>
                  <a:pt x="48384" y="0"/>
                  <a:pt x="0" y="48384"/>
                  <a:pt x="0" y="108000"/>
                </a:cubicBezTo>
                <a:lnTo>
                  <a:pt x="0" y="532498"/>
                </a:lnTo>
                <a:cubicBezTo>
                  <a:pt x="0" y="586263"/>
                  <a:pt x="39502" y="631809"/>
                  <a:pt x="92727" y="639412"/>
                </a:cubicBezTo>
                <a:lnTo>
                  <a:pt x="61976" y="635020"/>
                </a:lnTo>
                <a:cubicBezTo>
                  <a:pt x="67036" y="635742"/>
                  <a:pt x="72138" y="636105"/>
                  <a:pt x="77249" y="636105"/>
                </a:cubicBezTo>
              </a:path>
            </a:pathLst>
          </a:custGeom>
          <a:solidFill>
            <a:srgbClr val="082C06"/>
          </a:solidFill>
          <a:ln w="6350">
            <a:gradFill>
              <a:gsLst>
                <a:gs pos="51300">
                  <a:schemeClr val="accent2">
                    <a:lumMod val="40000"/>
                    <a:lumOff val="60000"/>
                  </a:schemeClr>
                </a:gs>
                <a:gs pos="5000">
                  <a:schemeClr val="accent2">
                    <a:lumMod val="60000"/>
                    <a:lumOff val="40000"/>
                    <a:alpha val="10000"/>
                  </a:schemeClr>
                </a:gs>
                <a:gs pos="98000">
                  <a:schemeClr val="accent2">
                    <a:lumMod val="60000"/>
                    <a:lumOff val="40000"/>
                    <a:alpha val="10000"/>
                  </a:schemeClr>
                </a:gs>
              </a:gsLst>
              <a:lin ang="0" scaled="0"/>
            </a:gradFill>
          </a:ln>
          <a:effectLst>
            <a:glow rad="63500">
              <a:schemeClr val="accent2">
                <a:alpha val="2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 2.0 95 ExtraBold"/>
              <a:cs typeface="+mn-cs"/>
            </a:endParaRPr>
          </a:p>
        </p:txBody>
      </p:sp>
      <p:grpSp>
        <p:nvGrpSpPr>
          <p:cNvPr id="12" name="Group 451">
            <a:extLst>
              <a:ext uri="{FF2B5EF4-FFF2-40B4-BE49-F238E27FC236}">
                <a16:creationId xmlns:a16="http://schemas.microsoft.com/office/drawing/2014/main" id="{31CAA89D-F27C-35AB-49A1-15E2CA76155E}"/>
              </a:ext>
            </a:extLst>
          </p:cNvPr>
          <p:cNvGrpSpPr/>
          <p:nvPr/>
        </p:nvGrpSpPr>
        <p:grpSpPr>
          <a:xfrm>
            <a:off x="277775" y="435924"/>
            <a:ext cx="11812602" cy="611726"/>
            <a:chOff x="172697" y="150371"/>
            <a:chExt cx="11812602" cy="611726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68DDA677-15C8-C8B7-21F3-6C35E165B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4222" y="570263"/>
              <a:ext cx="4823557" cy="191834"/>
            </a:xfrm>
            <a:prstGeom prst="rect">
              <a:avLst/>
            </a:prstGeom>
          </p:spPr>
        </p:pic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433FE1C6-DEE7-6A62-699E-A5D6FA6B1CD8}"/>
                </a:ext>
              </a:extLst>
            </p:cNvPr>
            <p:cNvGrpSpPr/>
            <p:nvPr/>
          </p:nvGrpSpPr>
          <p:grpSpPr>
            <a:xfrm>
              <a:off x="11000250" y="336549"/>
              <a:ext cx="522884" cy="268334"/>
              <a:chOff x="11000250" y="273049"/>
              <a:chExt cx="522884" cy="268334"/>
            </a:xfrm>
          </p:grpSpPr>
          <p:sp>
            <p:nvSpPr>
              <p:cNvPr id="56" name="平行四边形 55">
                <a:extLst>
                  <a:ext uri="{FF2B5EF4-FFF2-40B4-BE49-F238E27FC236}">
                    <a16:creationId xmlns:a16="http://schemas.microsoft.com/office/drawing/2014/main" id="{AD006B04-0A43-AFD1-5D2F-A0E5C0DC6AB3}"/>
                  </a:ext>
                </a:extLst>
              </p:cNvPr>
              <p:cNvSpPr/>
              <p:nvPr/>
            </p:nvSpPr>
            <p:spPr>
              <a:xfrm>
                <a:off x="11160124" y="273050"/>
                <a:ext cx="363010" cy="268333"/>
              </a:xfrm>
              <a:prstGeom prst="parallelogram">
                <a:avLst>
                  <a:gd name="adj" fmla="val 97129"/>
                </a:avLst>
              </a:prstGeom>
              <a:solidFill>
                <a:srgbClr val="1DAA16">
                  <a:alpha val="8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57" name="平行四边形 56">
                <a:extLst>
                  <a:ext uri="{FF2B5EF4-FFF2-40B4-BE49-F238E27FC236}">
                    <a16:creationId xmlns:a16="http://schemas.microsoft.com/office/drawing/2014/main" id="{A405BDE7-49B8-2AFD-DD24-EF4BF1A8016D}"/>
                  </a:ext>
                </a:extLst>
              </p:cNvPr>
              <p:cNvSpPr/>
              <p:nvPr/>
            </p:nvSpPr>
            <p:spPr>
              <a:xfrm>
                <a:off x="11000250" y="273049"/>
                <a:ext cx="363010" cy="268333"/>
              </a:xfrm>
              <a:prstGeom prst="parallelogram">
                <a:avLst>
                  <a:gd name="adj" fmla="val 97129"/>
                </a:avLst>
              </a:prstGeom>
              <a:solidFill>
                <a:srgbClr val="64DE50">
                  <a:alpha val="5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C6EAF60F-FE92-B218-6472-439F02A2DBC9}"/>
                </a:ext>
              </a:extLst>
            </p:cNvPr>
            <p:cNvGrpSpPr/>
            <p:nvPr/>
          </p:nvGrpSpPr>
          <p:grpSpPr>
            <a:xfrm flipH="1">
              <a:off x="668866" y="336549"/>
              <a:ext cx="522884" cy="268334"/>
              <a:chOff x="11000250" y="273049"/>
              <a:chExt cx="522884" cy="268334"/>
            </a:xfrm>
          </p:grpSpPr>
          <p:sp>
            <p:nvSpPr>
              <p:cNvPr id="54" name="平行四边形 53">
                <a:extLst>
                  <a:ext uri="{FF2B5EF4-FFF2-40B4-BE49-F238E27FC236}">
                    <a16:creationId xmlns:a16="http://schemas.microsoft.com/office/drawing/2014/main" id="{85E20E21-085B-37F5-E1D2-313BEFD27A2B}"/>
                  </a:ext>
                </a:extLst>
              </p:cNvPr>
              <p:cNvSpPr/>
              <p:nvPr/>
            </p:nvSpPr>
            <p:spPr>
              <a:xfrm>
                <a:off x="11160124" y="273050"/>
                <a:ext cx="363010" cy="268333"/>
              </a:xfrm>
              <a:prstGeom prst="parallelogram">
                <a:avLst>
                  <a:gd name="adj" fmla="val 97129"/>
                </a:avLst>
              </a:prstGeom>
              <a:solidFill>
                <a:srgbClr val="1DAA16">
                  <a:alpha val="8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55" name="平行四边形 54">
                <a:extLst>
                  <a:ext uri="{FF2B5EF4-FFF2-40B4-BE49-F238E27FC236}">
                    <a16:creationId xmlns:a16="http://schemas.microsoft.com/office/drawing/2014/main" id="{39100146-48E8-023C-1293-FED64197A9D5}"/>
                  </a:ext>
                </a:extLst>
              </p:cNvPr>
              <p:cNvSpPr/>
              <p:nvPr/>
            </p:nvSpPr>
            <p:spPr>
              <a:xfrm>
                <a:off x="11000250" y="273049"/>
                <a:ext cx="363010" cy="268333"/>
              </a:xfrm>
              <a:prstGeom prst="parallelogram">
                <a:avLst>
                  <a:gd name="adj" fmla="val 97129"/>
                </a:avLst>
              </a:prstGeom>
              <a:solidFill>
                <a:srgbClr val="64DE50">
                  <a:alpha val="5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7AEA94AF-83A9-269E-DD20-A51D9DD2D27E}"/>
                </a:ext>
              </a:extLst>
            </p:cNvPr>
            <p:cNvGrpSpPr/>
            <p:nvPr/>
          </p:nvGrpSpPr>
          <p:grpSpPr>
            <a:xfrm>
              <a:off x="1295532" y="177758"/>
              <a:ext cx="1569635" cy="400110"/>
              <a:chOff x="1163180" y="165726"/>
              <a:chExt cx="1569635" cy="400110"/>
            </a:xfrm>
          </p:grpSpPr>
          <p:sp>
            <p:nvSpPr>
              <p:cNvPr id="52" name="文本框 13">
                <a:extLst>
                  <a:ext uri="{FF2B5EF4-FFF2-40B4-BE49-F238E27FC236}">
                    <a16:creationId xmlns:a16="http://schemas.microsoft.com/office/drawing/2014/main" id="{D348B754-F6BE-480D-372E-071CA9D954C8}"/>
                  </a:ext>
                </a:extLst>
              </p:cNvPr>
              <p:cNvSpPr txBox="1"/>
              <p:nvPr/>
            </p:nvSpPr>
            <p:spPr>
              <a:xfrm>
                <a:off x="1386614" y="165726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项目背景</a:t>
                </a:r>
              </a:p>
            </p:txBody>
          </p:sp>
          <p:sp>
            <p:nvSpPr>
              <p:cNvPr id="53" name="iconfont-10050-4705900">
                <a:extLst>
                  <a:ext uri="{FF2B5EF4-FFF2-40B4-BE49-F238E27FC236}">
                    <a16:creationId xmlns:a16="http://schemas.microsoft.com/office/drawing/2014/main" id="{4937F9C2-DE53-9BBF-12F7-2D530D5DFC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163180" y="290085"/>
                <a:ext cx="194268" cy="194300"/>
              </a:xfrm>
              <a:custGeom>
                <a:avLst/>
                <a:gdLst>
                  <a:gd name="T0" fmla="*/ 12774 w 12774"/>
                  <a:gd name="T1" fmla="*/ 3193 h 12774"/>
                  <a:gd name="T2" fmla="*/ 9581 w 12774"/>
                  <a:gd name="T3" fmla="*/ 0 h 12774"/>
                  <a:gd name="T4" fmla="*/ 6387 w 12774"/>
                  <a:gd name="T5" fmla="*/ 3193 h 12774"/>
                  <a:gd name="T6" fmla="*/ 3193 w 12774"/>
                  <a:gd name="T7" fmla="*/ 0 h 12774"/>
                  <a:gd name="T8" fmla="*/ 0 w 12774"/>
                  <a:gd name="T9" fmla="*/ 3193 h 12774"/>
                  <a:gd name="T10" fmla="*/ 3193 w 12774"/>
                  <a:gd name="T11" fmla="*/ 6387 h 12774"/>
                  <a:gd name="T12" fmla="*/ 0 w 12774"/>
                  <a:gd name="T13" fmla="*/ 9581 h 12774"/>
                  <a:gd name="T14" fmla="*/ 0 w 12774"/>
                  <a:gd name="T15" fmla="*/ 12774 h 12774"/>
                  <a:gd name="T16" fmla="*/ 3193 w 12774"/>
                  <a:gd name="T17" fmla="*/ 12774 h 12774"/>
                  <a:gd name="T18" fmla="*/ 6387 w 12774"/>
                  <a:gd name="T19" fmla="*/ 9581 h 12774"/>
                  <a:gd name="T20" fmla="*/ 9581 w 12774"/>
                  <a:gd name="T21" fmla="*/ 12774 h 12774"/>
                  <a:gd name="T22" fmla="*/ 12774 w 12774"/>
                  <a:gd name="T23" fmla="*/ 9581 h 12774"/>
                  <a:gd name="T24" fmla="*/ 9581 w 12774"/>
                  <a:gd name="T25" fmla="*/ 6387 h 12774"/>
                  <a:gd name="T26" fmla="*/ 12774 w 12774"/>
                  <a:gd name="T27" fmla="*/ 3193 h 12774"/>
                  <a:gd name="T28" fmla="*/ 3273 w 12774"/>
                  <a:gd name="T29" fmla="*/ 5349 h 12774"/>
                  <a:gd name="T30" fmla="*/ 4630 w 12774"/>
                  <a:gd name="T31" fmla="*/ 3992 h 12774"/>
                  <a:gd name="T32" fmla="*/ 4072 w 12774"/>
                  <a:gd name="T33" fmla="*/ 3433 h 12774"/>
                  <a:gd name="T34" fmla="*/ 2714 w 12774"/>
                  <a:gd name="T35" fmla="*/ 4790 h 12774"/>
                  <a:gd name="T36" fmla="*/ 2235 w 12774"/>
                  <a:gd name="T37" fmla="*/ 4311 h 12774"/>
                  <a:gd name="T38" fmla="*/ 3673 w 12774"/>
                  <a:gd name="T39" fmla="*/ 2875 h 12774"/>
                  <a:gd name="T40" fmla="*/ 3033 w 12774"/>
                  <a:gd name="T41" fmla="*/ 2315 h 12774"/>
                  <a:gd name="T42" fmla="*/ 1677 w 12774"/>
                  <a:gd name="T43" fmla="*/ 3753 h 12774"/>
                  <a:gd name="T44" fmla="*/ 1117 w 12774"/>
                  <a:gd name="T45" fmla="*/ 3194 h 12774"/>
                  <a:gd name="T46" fmla="*/ 3193 w 12774"/>
                  <a:gd name="T47" fmla="*/ 1118 h 12774"/>
                  <a:gd name="T48" fmla="*/ 5827 w 12774"/>
                  <a:gd name="T49" fmla="*/ 3752 h 12774"/>
                  <a:gd name="T50" fmla="*/ 3752 w 12774"/>
                  <a:gd name="T51" fmla="*/ 5828 h 12774"/>
                  <a:gd name="T52" fmla="*/ 3273 w 12774"/>
                  <a:gd name="T53" fmla="*/ 5349 h 12774"/>
                  <a:gd name="T54" fmla="*/ 798 w 12774"/>
                  <a:gd name="T55" fmla="*/ 11976 h 12774"/>
                  <a:gd name="T56" fmla="*/ 798 w 12774"/>
                  <a:gd name="T57" fmla="*/ 10379 h 12774"/>
                  <a:gd name="T58" fmla="*/ 2395 w 12774"/>
                  <a:gd name="T59" fmla="*/ 11976 h 12774"/>
                  <a:gd name="T60" fmla="*/ 798 w 12774"/>
                  <a:gd name="T61" fmla="*/ 11976 h 12774"/>
                  <a:gd name="T62" fmla="*/ 3193 w 12774"/>
                  <a:gd name="T63" fmla="*/ 11657 h 12774"/>
                  <a:gd name="T64" fmla="*/ 1117 w 12774"/>
                  <a:gd name="T65" fmla="*/ 9581 h 12774"/>
                  <a:gd name="T66" fmla="*/ 9581 w 12774"/>
                  <a:gd name="T67" fmla="*/ 1117 h 12774"/>
                  <a:gd name="T68" fmla="*/ 11657 w 12774"/>
                  <a:gd name="T69" fmla="*/ 3193 h 12774"/>
                  <a:gd name="T70" fmla="*/ 3193 w 12774"/>
                  <a:gd name="T71" fmla="*/ 11657 h 12774"/>
                  <a:gd name="T72" fmla="*/ 11657 w 12774"/>
                  <a:gd name="T73" fmla="*/ 9581 h 12774"/>
                  <a:gd name="T74" fmla="*/ 9581 w 12774"/>
                  <a:gd name="T75" fmla="*/ 11657 h 12774"/>
                  <a:gd name="T76" fmla="*/ 9022 w 12774"/>
                  <a:gd name="T77" fmla="*/ 11097 h 12774"/>
                  <a:gd name="T78" fmla="*/ 10459 w 12774"/>
                  <a:gd name="T79" fmla="*/ 9661 h 12774"/>
                  <a:gd name="T80" fmla="*/ 9900 w 12774"/>
                  <a:gd name="T81" fmla="*/ 9101 h 12774"/>
                  <a:gd name="T82" fmla="*/ 8463 w 12774"/>
                  <a:gd name="T83" fmla="*/ 10539 h 12774"/>
                  <a:gd name="T84" fmla="*/ 7984 w 12774"/>
                  <a:gd name="T85" fmla="*/ 10060 h 12774"/>
                  <a:gd name="T86" fmla="*/ 9421 w 12774"/>
                  <a:gd name="T87" fmla="*/ 8623 h 12774"/>
                  <a:gd name="T88" fmla="*/ 8782 w 12774"/>
                  <a:gd name="T89" fmla="*/ 8063 h 12774"/>
                  <a:gd name="T90" fmla="*/ 7345 w 12774"/>
                  <a:gd name="T91" fmla="*/ 9501 h 12774"/>
                  <a:gd name="T92" fmla="*/ 6865 w 12774"/>
                  <a:gd name="T93" fmla="*/ 9022 h 12774"/>
                  <a:gd name="T94" fmla="*/ 8942 w 12774"/>
                  <a:gd name="T95" fmla="*/ 6946 h 12774"/>
                  <a:gd name="T96" fmla="*/ 11657 w 12774"/>
                  <a:gd name="T97" fmla="*/ 9581 h 127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774" h="12774">
                    <a:moveTo>
                      <a:pt x="12774" y="3193"/>
                    </a:moveTo>
                    <a:lnTo>
                      <a:pt x="9581" y="0"/>
                    </a:lnTo>
                    <a:lnTo>
                      <a:pt x="6387" y="3193"/>
                    </a:lnTo>
                    <a:lnTo>
                      <a:pt x="3193" y="0"/>
                    </a:lnTo>
                    <a:lnTo>
                      <a:pt x="0" y="3193"/>
                    </a:lnTo>
                    <a:lnTo>
                      <a:pt x="3193" y="6387"/>
                    </a:lnTo>
                    <a:lnTo>
                      <a:pt x="0" y="9581"/>
                    </a:lnTo>
                    <a:lnTo>
                      <a:pt x="0" y="12774"/>
                    </a:lnTo>
                    <a:lnTo>
                      <a:pt x="3193" y="12774"/>
                    </a:lnTo>
                    <a:lnTo>
                      <a:pt x="6387" y="9581"/>
                    </a:lnTo>
                    <a:lnTo>
                      <a:pt x="9581" y="12774"/>
                    </a:lnTo>
                    <a:lnTo>
                      <a:pt x="12774" y="9581"/>
                    </a:lnTo>
                    <a:lnTo>
                      <a:pt x="9581" y="6387"/>
                    </a:lnTo>
                    <a:lnTo>
                      <a:pt x="12774" y="3193"/>
                    </a:lnTo>
                    <a:close/>
                    <a:moveTo>
                      <a:pt x="3273" y="5349"/>
                    </a:moveTo>
                    <a:lnTo>
                      <a:pt x="4630" y="3992"/>
                    </a:lnTo>
                    <a:lnTo>
                      <a:pt x="4072" y="3433"/>
                    </a:lnTo>
                    <a:lnTo>
                      <a:pt x="2714" y="4790"/>
                    </a:lnTo>
                    <a:lnTo>
                      <a:pt x="2235" y="4311"/>
                    </a:lnTo>
                    <a:lnTo>
                      <a:pt x="3673" y="2875"/>
                    </a:lnTo>
                    <a:lnTo>
                      <a:pt x="3033" y="2315"/>
                    </a:lnTo>
                    <a:lnTo>
                      <a:pt x="1677" y="3753"/>
                    </a:lnTo>
                    <a:lnTo>
                      <a:pt x="1117" y="3194"/>
                    </a:lnTo>
                    <a:lnTo>
                      <a:pt x="3193" y="1118"/>
                    </a:lnTo>
                    <a:lnTo>
                      <a:pt x="5827" y="3752"/>
                    </a:lnTo>
                    <a:lnTo>
                      <a:pt x="3752" y="5828"/>
                    </a:lnTo>
                    <a:lnTo>
                      <a:pt x="3273" y="5349"/>
                    </a:lnTo>
                    <a:close/>
                    <a:moveTo>
                      <a:pt x="798" y="11976"/>
                    </a:moveTo>
                    <a:lnTo>
                      <a:pt x="798" y="10379"/>
                    </a:lnTo>
                    <a:lnTo>
                      <a:pt x="2395" y="11976"/>
                    </a:lnTo>
                    <a:lnTo>
                      <a:pt x="798" y="11976"/>
                    </a:lnTo>
                    <a:close/>
                    <a:moveTo>
                      <a:pt x="3193" y="11657"/>
                    </a:moveTo>
                    <a:lnTo>
                      <a:pt x="1117" y="9581"/>
                    </a:lnTo>
                    <a:lnTo>
                      <a:pt x="9581" y="1117"/>
                    </a:lnTo>
                    <a:lnTo>
                      <a:pt x="11657" y="3193"/>
                    </a:lnTo>
                    <a:lnTo>
                      <a:pt x="3193" y="11657"/>
                    </a:lnTo>
                    <a:close/>
                    <a:moveTo>
                      <a:pt x="11657" y="9581"/>
                    </a:moveTo>
                    <a:lnTo>
                      <a:pt x="9581" y="11657"/>
                    </a:lnTo>
                    <a:lnTo>
                      <a:pt x="9022" y="11097"/>
                    </a:lnTo>
                    <a:lnTo>
                      <a:pt x="10459" y="9661"/>
                    </a:lnTo>
                    <a:lnTo>
                      <a:pt x="9900" y="9101"/>
                    </a:lnTo>
                    <a:lnTo>
                      <a:pt x="8463" y="10539"/>
                    </a:lnTo>
                    <a:lnTo>
                      <a:pt x="7984" y="10060"/>
                    </a:lnTo>
                    <a:lnTo>
                      <a:pt x="9421" y="8623"/>
                    </a:lnTo>
                    <a:lnTo>
                      <a:pt x="8782" y="8063"/>
                    </a:lnTo>
                    <a:lnTo>
                      <a:pt x="7345" y="9501"/>
                    </a:lnTo>
                    <a:lnTo>
                      <a:pt x="6865" y="9022"/>
                    </a:lnTo>
                    <a:lnTo>
                      <a:pt x="8942" y="6946"/>
                    </a:lnTo>
                    <a:lnTo>
                      <a:pt x="11657" y="9581"/>
                    </a:lnTo>
                    <a:close/>
                  </a:path>
                </a:pathLst>
              </a:cu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9C854296-9E33-24A0-DA26-29CC88482218}"/>
                </a:ext>
              </a:extLst>
            </p:cNvPr>
            <p:cNvGrpSpPr/>
            <p:nvPr/>
          </p:nvGrpSpPr>
          <p:grpSpPr>
            <a:xfrm>
              <a:off x="2931777" y="159232"/>
              <a:ext cx="5225647" cy="400110"/>
              <a:chOff x="2695782" y="147200"/>
              <a:chExt cx="5225647" cy="400110"/>
            </a:xfrm>
          </p:grpSpPr>
          <p:sp>
            <p:nvSpPr>
              <p:cNvPr id="48" name="文本框 14">
                <a:extLst>
                  <a:ext uri="{FF2B5EF4-FFF2-40B4-BE49-F238E27FC236}">
                    <a16:creationId xmlns:a16="http://schemas.microsoft.com/office/drawing/2014/main" id="{2B99D1B0-353A-09F3-EC9C-26DFBB4475F1}"/>
                  </a:ext>
                </a:extLst>
              </p:cNvPr>
              <p:cNvSpPr txBox="1"/>
              <p:nvPr/>
            </p:nvSpPr>
            <p:spPr>
              <a:xfrm>
                <a:off x="2982378" y="147200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项目介绍</a:t>
                </a:r>
              </a:p>
            </p:txBody>
          </p:sp>
          <p:sp>
            <p:nvSpPr>
              <p:cNvPr id="49" name="iconfont-11607-6172721">
                <a:extLst>
                  <a:ext uri="{FF2B5EF4-FFF2-40B4-BE49-F238E27FC236}">
                    <a16:creationId xmlns:a16="http://schemas.microsoft.com/office/drawing/2014/main" id="{3D03F4D5-0C96-F1AC-1046-A51AEB5F06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695782" y="267035"/>
                <a:ext cx="213298" cy="191648"/>
              </a:xfrm>
              <a:custGeom>
                <a:avLst/>
                <a:gdLst>
                  <a:gd name="connsiteX0" fmla="*/ 171888 w 607639"/>
                  <a:gd name="connsiteY0" fmla="*/ 486408 h 545965"/>
                  <a:gd name="connsiteX1" fmla="*/ 171977 w 607639"/>
                  <a:gd name="connsiteY1" fmla="*/ 486408 h 545965"/>
                  <a:gd name="connsiteX2" fmla="*/ 181494 w 607639"/>
                  <a:gd name="connsiteY2" fmla="*/ 495899 h 545965"/>
                  <a:gd name="connsiteX3" fmla="*/ 171977 w 607639"/>
                  <a:gd name="connsiteY3" fmla="*/ 505390 h 545965"/>
                  <a:gd name="connsiteX4" fmla="*/ 162371 w 607639"/>
                  <a:gd name="connsiteY4" fmla="*/ 495899 h 545965"/>
                  <a:gd name="connsiteX5" fmla="*/ 171888 w 607639"/>
                  <a:gd name="connsiteY5" fmla="*/ 486408 h 545965"/>
                  <a:gd name="connsiteX6" fmla="*/ 121136 w 607639"/>
                  <a:gd name="connsiteY6" fmla="*/ 464910 h 545965"/>
                  <a:gd name="connsiteX7" fmla="*/ 120513 w 607639"/>
                  <a:gd name="connsiteY7" fmla="*/ 465532 h 545965"/>
                  <a:gd name="connsiteX8" fmla="*/ 120513 w 607639"/>
                  <a:gd name="connsiteY8" fmla="*/ 526323 h 545965"/>
                  <a:gd name="connsiteX9" fmla="*/ 121136 w 607639"/>
                  <a:gd name="connsiteY9" fmla="*/ 526946 h 545965"/>
                  <a:gd name="connsiteX10" fmla="*/ 222602 w 607639"/>
                  <a:gd name="connsiteY10" fmla="*/ 526946 h 545965"/>
                  <a:gd name="connsiteX11" fmla="*/ 223225 w 607639"/>
                  <a:gd name="connsiteY11" fmla="*/ 526323 h 545965"/>
                  <a:gd name="connsiteX12" fmla="*/ 223225 w 607639"/>
                  <a:gd name="connsiteY12" fmla="*/ 465532 h 545965"/>
                  <a:gd name="connsiteX13" fmla="*/ 222602 w 607639"/>
                  <a:gd name="connsiteY13" fmla="*/ 464910 h 545965"/>
                  <a:gd name="connsiteX14" fmla="*/ 171869 w 607639"/>
                  <a:gd name="connsiteY14" fmla="*/ 464910 h 545965"/>
                  <a:gd name="connsiteX15" fmla="*/ 212990 w 607639"/>
                  <a:gd name="connsiteY15" fmla="*/ 397987 h 545965"/>
                  <a:gd name="connsiteX16" fmla="*/ 181393 w 607639"/>
                  <a:gd name="connsiteY16" fmla="*/ 413451 h 545965"/>
                  <a:gd name="connsiteX17" fmla="*/ 181393 w 607639"/>
                  <a:gd name="connsiteY17" fmla="*/ 445891 h 545965"/>
                  <a:gd name="connsiteX18" fmla="*/ 222602 w 607639"/>
                  <a:gd name="connsiteY18" fmla="*/ 445891 h 545965"/>
                  <a:gd name="connsiteX19" fmla="*/ 242272 w 607639"/>
                  <a:gd name="connsiteY19" fmla="*/ 465532 h 545965"/>
                  <a:gd name="connsiteX20" fmla="*/ 242272 w 607639"/>
                  <a:gd name="connsiteY20" fmla="*/ 526323 h 545965"/>
                  <a:gd name="connsiteX21" fmla="*/ 242272 w 607639"/>
                  <a:gd name="connsiteY21" fmla="*/ 526946 h 545965"/>
                  <a:gd name="connsiteX22" fmla="*/ 253665 w 607639"/>
                  <a:gd name="connsiteY22" fmla="*/ 526946 h 545965"/>
                  <a:gd name="connsiteX23" fmla="*/ 253665 w 607639"/>
                  <a:gd name="connsiteY23" fmla="*/ 419317 h 545965"/>
                  <a:gd name="connsiteX24" fmla="*/ 246278 w 607639"/>
                  <a:gd name="connsiteY24" fmla="*/ 409096 h 545965"/>
                  <a:gd name="connsiteX25" fmla="*/ 213168 w 607639"/>
                  <a:gd name="connsiteY25" fmla="*/ 398075 h 545965"/>
                  <a:gd name="connsiteX26" fmla="*/ 212990 w 607639"/>
                  <a:gd name="connsiteY26" fmla="*/ 397987 h 545965"/>
                  <a:gd name="connsiteX27" fmla="*/ 130749 w 607639"/>
                  <a:gd name="connsiteY27" fmla="*/ 397987 h 545965"/>
                  <a:gd name="connsiteX28" fmla="*/ 130571 w 607639"/>
                  <a:gd name="connsiteY28" fmla="*/ 398075 h 545965"/>
                  <a:gd name="connsiteX29" fmla="*/ 97372 w 607639"/>
                  <a:gd name="connsiteY29" fmla="*/ 409096 h 545965"/>
                  <a:gd name="connsiteX30" fmla="*/ 90073 w 607639"/>
                  <a:gd name="connsiteY30" fmla="*/ 419317 h 545965"/>
                  <a:gd name="connsiteX31" fmla="*/ 90073 w 607639"/>
                  <a:gd name="connsiteY31" fmla="*/ 526946 h 545965"/>
                  <a:gd name="connsiteX32" fmla="*/ 101555 w 607639"/>
                  <a:gd name="connsiteY32" fmla="*/ 526946 h 545965"/>
                  <a:gd name="connsiteX33" fmla="*/ 101466 w 607639"/>
                  <a:gd name="connsiteY33" fmla="*/ 526323 h 545965"/>
                  <a:gd name="connsiteX34" fmla="*/ 101466 w 607639"/>
                  <a:gd name="connsiteY34" fmla="*/ 465532 h 545965"/>
                  <a:gd name="connsiteX35" fmla="*/ 121136 w 607639"/>
                  <a:gd name="connsiteY35" fmla="*/ 445891 h 545965"/>
                  <a:gd name="connsiteX36" fmla="*/ 162346 w 607639"/>
                  <a:gd name="connsiteY36" fmla="*/ 445891 h 545965"/>
                  <a:gd name="connsiteX37" fmla="*/ 162346 w 607639"/>
                  <a:gd name="connsiteY37" fmla="*/ 413451 h 545965"/>
                  <a:gd name="connsiteX38" fmla="*/ 130749 w 607639"/>
                  <a:gd name="connsiteY38" fmla="*/ 397987 h 545965"/>
                  <a:gd name="connsiteX39" fmla="*/ 150953 w 607639"/>
                  <a:gd name="connsiteY39" fmla="*/ 364303 h 545965"/>
                  <a:gd name="connsiteX40" fmla="*/ 150953 w 607639"/>
                  <a:gd name="connsiteY40" fmla="*/ 369813 h 545965"/>
                  <a:gd name="connsiteX41" fmla="*/ 146058 w 607639"/>
                  <a:gd name="connsiteY41" fmla="*/ 386077 h 545965"/>
                  <a:gd name="connsiteX42" fmla="*/ 171869 w 607639"/>
                  <a:gd name="connsiteY42" fmla="*/ 395231 h 545965"/>
                  <a:gd name="connsiteX43" fmla="*/ 197681 w 607639"/>
                  <a:gd name="connsiteY43" fmla="*/ 386077 h 545965"/>
                  <a:gd name="connsiteX44" fmla="*/ 192785 w 607639"/>
                  <a:gd name="connsiteY44" fmla="*/ 369813 h 545965"/>
                  <a:gd name="connsiteX45" fmla="*/ 192785 w 607639"/>
                  <a:gd name="connsiteY45" fmla="*/ 364303 h 545965"/>
                  <a:gd name="connsiteX46" fmla="*/ 171869 w 607639"/>
                  <a:gd name="connsiteY46" fmla="*/ 368835 h 545965"/>
                  <a:gd name="connsiteX47" fmla="*/ 150953 w 607639"/>
                  <a:gd name="connsiteY47" fmla="*/ 364303 h 545965"/>
                  <a:gd name="connsiteX48" fmla="*/ 201597 w 607639"/>
                  <a:gd name="connsiteY48" fmla="*/ 245564 h 545965"/>
                  <a:gd name="connsiteX49" fmla="*/ 112859 w 607639"/>
                  <a:gd name="connsiteY49" fmla="*/ 271960 h 545965"/>
                  <a:gd name="connsiteX50" fmla="*/ 119089 w 607639"/>
                  <a:gd name="connsiteY50" fmla="*/ 321820 h 545965"/>
                  <a:gd name="connsiteX51" fmla="*/ 124963 w 607639"/>
                  <a:gd name="connsiteY51" fmla="*/ 330085 h 545965"/>
                  <a:gd name="connsiteX52" fmla="*/ 157984 w 607639"/>
                  <a:gd name="connsiteY52" fmla="*/ 346616 h 545965"/>
                  <a:gd name="connsiteX53" fmla="*/ 185754 w 607639"/>
                  <a:gd name="connsiteY53" fmla="*/ 346616 h 545965"/>
                  <a:gd name="connsiteX54" fmla="*/ 218775 w 607639"/>
                  <a:gd name="connsiteY54" fmla="*/ 330085 h 545965"/>
                  <a:gd name="connsiteX55" fmla="*/ 224649 w 607639"/>
                  <a:gd name="connsiteY55" fmla="*/ 321820 h 545965"/>
                  <a:gd name="connsiteX56" fmla="*/ 230346 w 607639"/>
                  <a:gd name="connsiteY56" fmla="*/ 276226 h 545965"/>
                  <a:gd name="connsiteX57" fmla="*/ 234262 w 607639"/>
                  <a:gd name="connsiteY57" fmla="*/ 224501 h 545965"/>
                  <a:gd name="connsiteX58" fmla="*/ 213435 w 607639"/>
                  <a:gd name="connsiteY58" fmla="*/ 230455 h 545965"/>
                  <a:gd name="connsiteX59" fmla="*/ 243251 w 607639"/>
                  <a:gd name="connsiteY59" fmla="*/ 262184 h 545965"/>
                  <a:gd name="connsiteX60" fmla="*/ 243518 w 607639"/>
                  <a:gd name="connsiteY60" fmla="*/ 256585 h 545965"/>
                  <a:gd name="connsiteX61" fmla="*/ 234262 w 607639"/>
                  <a:gd name="connsiteY61" fmla="*/ 224501 h 545965"/>
                  <a:gd name="connsiteX62" fmla="*/ 109387 w 607639"/>
                  <a:gd name="connsiteY62" fmla="*/ 224501 h 545965"/>
                  <a:gd name="connsiteX63" fmla="*/ 100309 w 607639"/>
                  <a:gd name="connsiteY63" fmla="*/ 253563 h 545965"/>
                  <a:gd name="connsiteX64" fmla="*/ 102089 w 607639"/>
                  <a:gd name="connsiteY64" fmla="*/ 253296 h 545965"/>
                  <a:gd name="connsiteX65" fmla="*/ 169377 w 607639"/>
                  <a:gd name="connsiteY65" fmla="*/ 241565 h 545965"/>
                  <a:gd name="connsiteX66" fmla="*/ 169288 w 607639"/>
                  <a:gd name="connsiteY66" fmla="*/ 241565 h 545965"/>
                  <a:gd name="connsiteX67" fmla="*/ 313299 w 607639"/>
                  <a:gd name="connsiteY67" fmla="*/ 221657 h 545965"/>
                  <a:gd name="connsiteX68" fmla="*/ 313299 w 607639"/>
                  <a:gd name="connsiteY68" fmla="*/ 304045 h 545965"/>
                  <a:gd name="connsiteX69" fmla="*/ 345074 w 607639"/>
                  <a:gd name="connsiteY69" fmla="*/ 304045 h 545965"/>
                  <a:gd name="connsiteX70" fmla="*/ 345074 w 607639"/>
                  <a:gd name="connsiteY70" fmla="*/ 221657 h 545965"/>
                  <a:gd name="connsiteX71" fmla="*/ 224827 w 607639"/>
                  <a:gd name="connsiteY71" fmla="*/ 187973 h 545965"/>
                  <a:gd name="connsiteX72" fmla="*/ 182461 w 607639"/>
                  <a:gd name="connsiteY72" fmla="*/ 199971 h 545965"/>
                  <a:gd name="connsiteX73" fmla="*/ 181393 w 607639"/>
                  <a:gd name="connsiteY73" fmla="*/ 200238 h 545965"/>
                  <a:gd name="connsiteX74" fmla="*/ 181393 w 607639"/>
                  <a:gd name="connsiteY74" fmla="*/ 219879 h 545965"/>
                  <a:gd name="connsiteX75" fmla="*/ 229990 w 607639"/>
                  <a:gd name="connsiteY75" fmla="*/ 205926 h 545965"/>
                  <a:gd name="connsiteX76" fmla="*/ 230524 w 607639"/>
                  <a:gd name="connsiteY76" fmla="*/ 205392 h 545965"/>
                  <a:gd name="connsiteX77" fmla="*/ 230524 w 607639"/>
                  <a:gd name="connsiteY77" fmla="*/ 205126 h 545965"/>
                  <a:gd name="connsiteX78" fmla="*/ 118911 w 607639"/>
                  <a:gd name="connsiteY78" fmla="*/ 187973 h 545965"/>
                  <a:gd name="connsiteX79" fmla="*/ 113215 w 607639"/>
                  <a:gd name="connsiteY79" fmla="*/ 205126 h 545965"/>
                  <a:gd name="connsiteX80" fmla="*/ 113215 w 607639"/>
                  <a:gd name="connsiteY80" fmla="*/ 205392 h 545965"/>
                  <a:gd name="connsiteX81" fmla="*/ 113749 w 607639"/>
                  <a:gd name="connsiteY81" fmla="*/ 206014 h 545965"/>
                  <a:gd name="connsiteX82" fmla="*/ 162346 w 607639"/>
                  <a:gd name="connsiteY82" fmla="*/ 219879 h 545965"/>
                  <a:gd name="connsiteX83" fmla="*/ 162346 w 607639"/>
                  <a:gd name="connsiteY83" fmla="*/ 200238 h 545965"/>
                  <a:gd name="connsiteX84" fmla="*/ 161277 w 607639"/>
                  <a:gd name="connsiteY84" fmla="*/ 199971 h 545965"/>
                  <a:gd name="connsiteX85" fmla="*/ 166440 w 607639"/>
                  <a:gd name="connsiteY85" fmla="*/ 141313 h 545965"/>
                  <a:gd name="connsiteX86" fmla="*/ 95147 w 607639"/>
                  <a:gd name="connsiteY86" fmla="*/ 161488 h 545965"/>
                  <a:gd name="connsiteX87" fmla="*/ 166440 w 607639"/>
                  <a:gd name="connsiteY87" fmla="*/ 181662 h 545965"/>
                  <a:gd name="connsiteX88" fmla="*/ 177299 w 607639"/>
                  <a:gd name="connsiteY88" fmla="*/ 181662 h 545965"/>
                  <a:gd name="connsiteX89" fmla="*/ 248592 w 607639"/>
                  <a:gd name="connsiteY89" fmla="*/ 161488 h 545965"/>
                  <a:gd name="connsiteX90" fmla="*/ 177299 w 607639"/>
                  <a:gd name="connsiteY90" fmla="*/ 141313 h 545965"/>
                  <a:gd name="connsiteX91" fmla="*/ 166440 w 607639"/>
                  <a:gd name="connsiteY91" fmla="*/ 141313 h 545965"/>
                  <a:gd name="connsiteX92" fmla="*/ 404618 w 607639"/>
                  <a:gd name="connsiteY92" fmla="*/ 140602 h 545965"/>
                  <a:gd name="connsiteX93" fmla="*/ 404618 w 607639"/>
                  <a:gd name="connsiteY93" fmla="*/ 304045 h 545965"/>
                  <a:gd name="connsiteX94" fmla="*/ 436393 w 607639"/>
                  <a:gd name="connsiteY94" fmla="*/ 304045 h 545965"/>
                  <a:gd name="connsiteX95" fmla="*/ 436393 w 607639"/>
                  <a:gd name="connsiteY95" fmla="*/ 140602 h 545965"/>
                  <a:gd name="connsiteX96" fmla="*/ 495937 w 607639"/>
                  <a:gd name="connsiteY96" fmla="*/ 59547 h 545965"/>
                  <a:gd name="connsiteX97" fmla="*/ 495937 w 607639"/>
                  <a:gd name="connsiteY97" fmla="*/ 304045 h 545965"/>
                  <a:gd name="connsiteX98" fmla="*/ 527712 w 607639"/>
                  <a:gd name="connsiteY98" fmla="*/ 304045 h 545965"/>
                  <a:gd name="connsiteX99" fmla="*/ 527712 w 607639"/>
                  <a:gd name="connsiteY99" fmla="*/ 59547 h 545965"/>
                  <a:gd name="connsiteX100" fmla="*/ 192162 w 607639"/>
                  <a:gd name="connsiteY100" fmla="*/ 19019 h 545965"/>
                  <a:gd name="connsiteX101" fmla="*/ 181393 w 607639"/>
                  <a:gd name="connsiteY101" fmla="*/ 29773 h 545965"/>
                  <a:gd name="connsiteX102" fmla="*/ 181393 w 607639"/>
                  <a:gd name="connsiteY102" fmla="*/ 122827 h 545965"/>
                  <a:gd name="connsiteX103" fmla="*/ 182461 w 607639"/>
                  <a:gd name="connsiteY103" fmla="*/ 123093 h 545965"/>
                  <a:gd name="connsiteX104" fmla="*/ 273246 w 607639"/>
                  <a:gd name="connsiteY104" fmla="*/ 148689 h 545965"/>
                  <a:gd name="connsiteX105" fmla="*/ 282770 w 607639"/>
                  <a:gd name="connsiteY105" fmla="*/ 160421 h 545965"/>
                  <a:gd name="connsiteX106" fmla="*/ 282859 w 607639"/>
                  <a:gd name="connsiteY106" fmla="*/ 161488 h 545965"/>
                  <a:gd name="connsiteX107" fmla="*/ 282859 w 607639"/>
                  <a:gd name="connsiteY107" fmla="*/ 222279 h 545965"/>
                  <a:gd name="connsiteX108" fmla="*/ 273335 w 607639"/>
                  <a:gd name="connsiteY108" fmla="*/ 231789 h 545965"/>
                  <a:gd name="connsiteX109" fmla="*/ 263812 w 607639"/>
                  <a:gd name="connsiteY109" fmla="*/ 222279 h 545965"/>
                  <a:gd name="connsiteX110" fmla="*/ 263812 w 607639"/>
                  <a:gd name="connsiteY110" fmla="*/ 176952 h 545965"/>
                  <a:gd name="connsiteX111" fmla="*/ 243073 w 607639"/>
                  <a:gd name="connsiteY111" fmla="*/ 182818 h 545965"/>
                  <a:gd name="connsiteX112" fmla="*/ 248592 w 607639"/>
                  <a:gd name="connsiteY112" fmla="*/ 199082 h 545965"/>
                  <a:gd name="connsiteX113" fmla="*/ 248503 w 607639"/>
                  <a:gd name="connsiteY113" fmla="*/ 211525 h 545965"/>
                  <a:gd name="connsiteX114" fmla="*/ 262566 w 607639"/>
                  <a:gd name="connsiteY114" fmla="*/ 256585 h 545965"/>
                  <a:gd name="connsiteX115" fmla="*/ 246723 w 607639"/>
                  <a:gd name="connsiteY115" fmla="*/ 304045 h 545965"/>
                  <a:gd name="connsiteX116" fmla="*/ 294252 w 607639"/>
                  <a:gd name="connsiteY116" fmla="*/ 304045 h 545965"/>
                  <a:gd name="connsiteX117" fmla="*/ 294252 w 607639"/>
                  <a:gd name="connsiteY117" fmla="*/ 212147 h 545965"/>
                  <a:gd name="connsiteX118" fmla="*/ 303775 w 607639"/>
                  <a:gd name="connsiteY118" fmla="*/ 202637 h 545965"/>
                  <a:gd name="connsiteX119" fmla="*/ 354508 w 607639"/>
                  <a:gd name="connsiteY119" fmla="*/ 202637 h 545965"/>
                  <a:gd name="connsiteX120" fmla="*/ 364032 w 607639"/>
                  <a:gd name="connsiteY120" fmla="*/ 212147 h 545965"/>
                  <a:gd name="connsiteX121" fmla="*/ 364032 w 607639"/>
                  <a:gd name="connsiteY121" fmla="*/ 304045 h 545965"/>
                  <a:gd name="connsiteX122" fmla="*/ 385660 w 607639"/>
                  <a:gd name="connsiteY122" fmla="*/ 304045 h 545965"/>
                  <a:gd name="connsiteX123" fmla="*/ 385660 w 607639"/>
                  <a:gd name="connsiteY123" fmla="*/ 131092 h 545965"/>
                  <a:gd name="connsiteX124" fmla="*/ 395094 w 607639"/>
                  <a:gd name="connsiteY124" fmla="*/ 121582 h 545965"/>
                  <a:gd name="connsiteX125" fmla="*/ 445916 w 607639"/>
                  <a:gd name="connsiteY125" fmla="*/ 121582 h 545965"/>
                  <a:gd name="connsiteX126" fmla="*/ 455351 w 607639"/>
                  <a:gd name="connsiteY126" fmla="*/ 131092 h 545965"/>
                  <a:gd name="connsiteX127" fmla="*/ 455351 w 607639"/>
                  <a:gd name="connsiteY127" fmla="*/ 304045 h 545965"/>
                  <a:gd name="connsiteX128" fmla="*/ 476979 w 607639"/>
                  <a:gd name="connsiteY128" fmla="*/ 304045 h 545965"/>
                  <a:gd name="connsiteX129" fmla="*/ 476979 w 607639"/>
                  <a:gd name="connsiteY129" fmla="*/ 50037 h 545965"/>
                  <a:gd name="connsiteX130" fmla="*/ 486503 w 607639"/>
                  <a:gd name="connsiteY130" fmla="*/ 40527 h 545965"/>
                  <a:gd name="connsiteX131" fmla="*/ 537236 w 607639"/>
                  <a:gd name="connsiteY131" fmla="*/ 40527 h 545965"/>
                  <a:gd name="connsiteX132" fmla="*/ 546759 w 607639"/>
                  <a:gd name="connsiteY132" fmla="*/ 50037 h 545965"/>
                  <a:gd name="connsiteX133" fmla="*/ 546759 w 607639"/>
                  <a:gd name="connsiteY133" fmla="*/ 304045 h 545965"/>
                  <a:gd name="connsiteX134" fmla="*/ 557529 w 607639"/>
                  <a:gd name="connsiteY134" fmla="*/ 304045 h 545965"/>
                  <a:gd name="connsiteX135" fmla="*/ 567053 w 607639"/>
                  <a:gd name="connsiteY135" fmla="*/ 313465 h 545965"/>
                  <a:gd name="connsiteX136" fmla="*/ 557529 w 607639"/>
                  <a:gd name="connsiteY136" fmla="*/ 322975 h 545965"/>
                  <a:gd name="connsiteX137" fmla="*/ 243697 w 607639"/>
                  <a:gd name="connsiteY137" fmla="*/ 322975 h 545965"/>
                  <a:gd name="connsiteX138" fmla="*/ 243518 w 607639"/>
                  <a:gd name="connsiteY138" fmla="*/ 324219 h 545965"/>
                  <a:gd name="connsiteX139" fmla="*/ 231503 w 607639"/>
                  <a:gd name="connsiteY139" fmla="*/ 344572 h 545965"/>
                  <a:gd name="connsiteX140" fmla="*/ 577822 w 607639"/>
                  <a:gd name="connsiteY140" fmla="*/ 344572 h 545965"/>
                  <a:gd name="connsiteX141" fmla="*/ 588592 w 607639"/>
                  <a:gd name="connsiteY141" fmla="*/ 333729 h 545965"/>
                  <a:gd name="connsiteX142" fmla="*/ 588592 w 607639"/>
                  <a:gd name="connsiteY142" fmla="*/ 29773 h 545965"/>
                  <a:gd name="connsiteX143" fmla="*/ 577822 w 607639"/>
                  <a:gd name="connsiteY143" fmla="*/ 19019 h 545965"/>
                  <a:gd name="connsiteX144" fmla="*/ 192162 w 607639"/>
                  <a:gd name="connsiteY144" fmla="*/ 0 h 545965"/>
                  <a:gd name="connsiteX145" fmla="*/ 577822 w 607639"/>
                  <a:gd name="connsiteY145" fmla="*/ 0 h 545965"/>
                  <a:gd name="connsiteX146" fmla="*/ 607639 w 607639"/>
                  <a:gd name="connsiteY146" fmla="*/ 29773 h 545965"/>
                  <a:gd name="connsiteX147" fmla="*/ 607639 w 607639"/>
                  <a:gd name="connsiteY147" fmla="*/ 333729 h 545965"/>
                  <a:gd name="connsiteX148" fmla="*/ 577822 w 607639"/>
                  <a:gd name="connsiteY148" fmla="*/ 363503 h 545965"/>
                  <a:gd name="connsiteX149" fmla="*/ 211833 w 607639"/>
                  <a:gd name="connsiteY149" fmla="*/ 363503 h 545965"/>
                  <a:gd name="connsiteX150" fmla="*/ 211833 w 607639"/>
                  <a:gd name="connsiteY150" fmla="*/ 369813 h 545965"/>
                  <a:gd name="connsiteX151" fmla="*/ 219220 w 607639"/>
                  <a:gd name="connsiteY151" fmla="*/ 380034 h 545965"/>
                  <a:gd name="connsiteX152" fmla="*/ 252330 w 607639"/>
                  <a:gd name="connsiteY152" fmla="*/ 391054 h 545965"/>
                  <a:gd name="connsiteX153" fmla="*/ 272712 w 607639"/>
                  <a:gd name="connsiteY153" fmla="*/ 419317 h 545965"/>
                  <a:gd name="connsiteX154" fmla="*/ 272712 w 607639"/>
                  <a:gd name="connsiteY154" fmla="*/ 526946 h 545965"/>
                  <a:gd name="connsiteX155" fmla="*/ 334215 w 607639"/>
                  <a:gd name="connsiteY155" fmla="*/ 526946 h 545965"/>
                  <a:gd name="connsiteX156" fmla="*/ 343738 w 607639"/>
                  <a:gd name="connsiteY156" fmla="*/ 536455 h 545965"/>
                  <a:gd name="connsiteX157" fmla="*/ 334215 w 607639"/>
                  <a:gd name="connsiteY157" fmla="*/ 545965 h 545965"/>
                  <a:gd name="connsiteX158" fmla="*/ 9524 w 607639"/>
                  <a:gd name="connsiteY158" fmla="*/ 545965 h 545965"/>
                  <a:gd name="connsiteX159" fmla="*/ 0 w 607639"/>
                  <a:gd name="connsiteY159" fmla="*/ 536455 h 545965"/>
                  <a:gd name="connsiteX160" fmla="*/ 9524 w 607639"/>
                  <a:gd name="connsiteY160" fmla="*/ 526946 h 545965"/>
                  <a:gd name="connsiteX161" fmla="*/ 71026 w 607639"/>
                  <a:gd name="connsiteY161" fmla="*/ 526946 h 545965"/>
                  <a:gd name="connsiteX162" fmla="*/ 71026 w 607639"/>
                  <a:gd name="connsiteY162" fmla="*/ 419317 h 545965"/>
                  <a:gd name="connsiteX163" fmla="*/ 91408 w 607639"/>
                  <a:gd name="connsiteY163" fmla="*/ 391054 h 545965"/>
                  <a:gd name="connsiteX164" fmla="*/ 124518 w 607639"/>
                  <a:gd name="connsiteY164" fmla="*/ 380034 h 545965"/>
                  <a:gd name="connsiteX165" fmla="*/ 131906 w 607639"/>
                  <a:gd name="connsiteY165" fmla="*/ 369813 h 545965"/>
                  <a:gd name="connsiteX166" fmla="*/ 131906 w 607639"/>
                  <a:gd name="connsiteY166" fmla="*/ 354882 h 545965"/>
                  <a:gd name="connsiteX167" fmla="*/ 116419 w 607639"/>
                  <a:gd name="connsiteY167" fmla="*/ 347149 h 545965"/>
                  <a:gd name="connsiteX168" fmla="*/ 100220 w 607639"/>
                  <a:gd name="connsiteY168" fmla="*/ 324219 h 545965"/>
                  <a:gd name="connsiteX169" fmla="*/ 97817 w 607639"/>
                  <a:gd name="connsiteY169" fmla="*/ 305111 h 545965"/>
                  <a:gd name="connsiteX170" fmla="*/ 81173 w 607639"/>
                  <a:gd name="connsiteY170" fmla="*/ 256585 h 545965"/>
                  <a:gd name="connsiteX171" fmla="*/ 95147 w 607639"/>
                  <a:gd name="connsiteY171" fmla="*/ 211525 h 545965"/>
                  <a:gd name="connsiteX172" fmla="*/ 95147 w 607639"/>
                  <a:gd name="connsiteY172" fmla="*/ 199082 h 545965"/>
                  <a:gd name="connsiteX173" fmla="*/ 100576 w 607639"/>
                  <a:gd name="connsiteY173" fmla="*/ 182818 h 545965"/>
                  <a:gd name="connsiteX174" fmla="*/ 70492 w 607639"/>
                  <a:gd name="connsiteY174" fmla="*/ 174286 h 545965"/>
                  <a:gd name="connsiteX175" fmla="*/ 60880 w 607639"/>
                  <a:gd name="connsiteY175" fmla="*/ 161488 h 545965"/>
                  <a:gd name="connsiteX176" fmla="*/ 70492 w 607639"/>
                  <a:gd name="connsiteY176" fmla="*/ 148689 h 545965"/>
                  <a:gd name="connsiteX177" fmla="*/ 161277 w 607639"/>
                  <a:gd name="connsiteY177" fmla="*/ 123093 h 545965"/>
                  <a:gd name="connsiteX178" fmla="*/ 162346 w 607639"/>
                  <a:gd name="connsiteY178" fmla="*/ 122827 h 545965"/>
                  <a:gd name="connsiteX179" fmla="*/ 162346 w 607639"/>
                  <a:gd name="connsiteY179" fmla="*/ 29773 h 545965"/>
                  <a:gd name="connsiteX180" fmla="*/ 192162 w 607639"/>
                  <a:gd name="connsiteY180" fmla="*/ 0 h 545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</a:cxnLst>
                <a:rect l="l" t="t" r="r" b="b"/>
                <a:pathLst>
                  <a:path w="607639" h="545965">
                    <a:moveTo>
                      <a:pt x="171888" y="486408"/>
                    </a:moveTo>
                    <a:lnTo>
                      <a:pt x="171977" y="486408"/>
                    </a:lnTo>
                    <a:cubicBezTo>
                      <a:pt x="177225" y="486408"/>
                      <a:pt x="181494" y="490666"/>
                      <a:pt x="181494" y="495899"/>
                    </a:cubicBezTo>
                    <a:cubicBezTo>
                      <a:pt x="181494" y="501132"/>
                      <a:pt x="177225" y="505390"/>
                      <a:pt x="171977" y="505390"/>
                    </a:cubicBezTo>
                    <a:cubicBezTo>
                      <a:pt x="166729" y="505390"/>
                      <a:pt x="162371" y="501132"/>
                      <a:pt x="162371" y="495899"/>
                    </a:cubicBezTo>
                    <a:cubicBezTo>
                      <a:pt x="162371" y="490666"/>
                      <a:pt x="166640" y="486408"/>
                      <a:pt x="171888" y="486408"/>
                    </a:cubicBezTo>
                    <a:close/>
                    <a:moveTo>
                      <a:pt x="121136" y="464910"/>
                    </a:moveTo>
                    <a:cubicBezTo>
                      <a:pt x="120780" y="464910"/>
                      <a:pt x="120513" y="465177"/>
                      <a:pt x="120513" y="465532"/>
                    </a:cubicBezTo>
                    <a:lnTo>
                      <a:pt x="120513" y="526323"/>
                    </a:lnTo>
                    <a:cubicBezTo>
                      <a:pt x="120513" y="526679"/>
                      <a:pt x="120780" y="526946"/>
                      <a:pt x="121136" y="526946"/>
                    </a:cubicBezTo>
                    <a:lnTo>
                      <a:pt x="222602" y="526946"/>
                    </a:lnTo>
                    <a:cubicBezTo>
                      <a:pt x="222958" y="526946"/>
                      <a:pt x="223225" y="526679"/>
                      <a:pt x="223225" y="526323"/>
                    </a:cubicBezTo>
                    <a:lnTo>
                      <a:pt x="223225" y="465532"/>
                    </a:lnTo>
                    <a:cubicBezTo>
                      <a:pt x="223225" y="465177"/>
                      <a:pt x="222958" y="464910"/>
                      <a:pt x="222602" y="464910"/>
                    </a:cubicBezTo>
                    <a:lnTo>
                      <a:pt x="171869" y="464910"/>
                    </a:lnTo>
                    <a:close/>
                    <a:moveTo>
                      <a:pt x="212990" y="397987"/>
                    </a:moveTo>
                    <a:cubicBezTo>
                      <a:pt x="204178" y="406163"/>
                      <a:pt x="193231" y="411585"/>
                      <a:pt x="181393" y="413451"/>
                    </a:cubicBezTo>
                    <a:lnTo>
                      <a:pt x="181393" y="445891"/>
                    </a:lnTo>
                    <a:lnTo>
                      <a:pt x="222602" y="445891"/>
                    </a:lnTo>
                    <a:cubicBezTo>
                      <a:pt x="233461" y="445891"/>
                      <a:pt x="242272" y="454689"/>
                      <a:pt x="242272" y="465532"/>
                    </a:cubicBezTo>
                    <a:lnTo>
                      <a:pt x="242272" y="526323"/>
                    </a:lnTo>
                    <a:cubicBezTo>
                      <a:pt x="242272" y="526501"/>
                      <a:pt x="242272" y="526679"/>
                      <a:pt x="242272" y="526946"/>
                    </a:cubicBezTo>
                    <a:lnTo>
                      <a:pt x="253665" y="526946"/>
                    </a:lnTo>
                    <a:lnTo>
                      <a:pt x="253665" y="419317"/>
                    </a:lnTo>
                    <a:cubicBezTo>
                      <a:pt x="253665" y="414695"/>
                      <a:pt x="250728" y="410518"/>
                      <a:pt x="246278" y="409096"/>
                    </a:cubicBezTo>
                    <a:lnTo>
                      <a:pt x="213168" y="398075"/>
                    </a:lnTo>
                    <a:cubicBezTo>
                      <a:pt x="213079" y="398075"/>
                      <a:pt x="213079" y="397987"/>
                      <a:pt x="212990" y="397987"/>
                    </a:cubicBezTo>
                    <a:close/>
                    <a:moveTo>
                      <a:pt x="130749" y="397987"/>
                    </a:moveTo>
                    <a:cubicBezTo>
                      <a:pt x="130660" y="397987"/>
                      <a:pt x="130571" y="398075"/>
                      <a:pt x="130571" y="398075"/>
                    </a:cubicBezTo>
                    <a:lnTo>
                      <a:pt x="97372" y="409096"/>
                    </a:lnTo>
                    <a:cubicBezTo>
                      <a:pt x="93010" y="410518"/>
                      <a:pt x="90073" y="414695"/>
                      <a:pt x="90073" y="419317"/>
                    </a:cubicBezTo>
                    <a:lnTo>
                      <a:pt x="90073" y="526946"/>
                    </a:lnTo>
                    <a:lnTo>
                      <a:pt x="101555" y="526946"/>
                    </a:lnTo>
                    <a:cubicBezTo>
                      <a:pt x="101466" y="526679"/>
                      <a:pt x="101466" y="526501"/>
                      <a:pt x="101466" y="526323"/>
                    </a:cubicBezTo>
                    <a:lnTo>
                      <a:pt x="101466" y="465532"/>
                    </a:lnTo>
                    <a:cubicBezTo>
                      <a:pt x="101466" y="454689"/>
                      <a:pt x="110277" y="445891"/>
                      <a:pt x="121136" y="445891"/>
                    </a:cubicBezTo>
                    <a:lnTo>
                      <a:pt x="162346" y="445891"/>
                    </a:lnTo>
                    <a:lnTo>
                      <a:pt x="162346" y="413451"/>
                    </a:lnTo>
                    <a:cubicBezTo>
                      <a:pt x="150508" y="411585"/>
                      <a:pt x="139560" y="406163"/>
                      <a:pt x="130749" y="397987"/>
                    </a:cubicBezTo>
                    <a:close/>
                    <a:moveTo>
                      <a:pt x="150953" y="364303"/>
                    </a:moveTo>
                    <a:lnTo>
                      <a:pt x="150953" y="369813"/>
                    </a:lnTo>
                    <a:cubicBezTo>
                      <a:pt x="150953" y="375768"/>
                      <a:pt x="149173" y="381367"/>
                      <a:pt x="146058" y="386077"/>
                    </a:cubicBezTo>
                    <a:cubicBezTo>
                      <a:pt x="153356" y="391943"/>
                      <a:pt x="162435" y="395231"/>
                      <a:pt x="171869" y="395231"/>
                    </a:cubicBezTo>
                    <a:cubicBezTo>
                      <a:pt x="181304" y="395231"/>
                      <a:pt x="190382" y="391943"/>
                      <a:pt x="197681" y="386077"/>
                    </a:cubicBezTo>
                    <a:cubicBezTo>
                      <a:pt x="194566" y="381367"/>
                      <a:pt x="192785" y="375768"/>
                      <a:pt x="192785" y="369813"/>
                    </a:cubicBezTo>
                    <a:lnTo>
                      <a:pt x="192785" y="364303"/>
                    </a:lnTo>
                    <a:cubicBezTo>
                      <a:pt x="186199" y="367324"/>
                      <a:pt x="178990" y="368835"/>
                      <a:pt x="171869" y="368835"/>
                    </a:cubicBezTo>
                    <a:cubicBezTo>
                      <a:pt x="164660" y="368835"/>
                      <a:pt x="157539" y="367324"/>
                      <a:pt x="150953" y="364303"/>
                    </a:cubicBezTo>
                    <a:close/>
                    <a:moveTo>
                      <a:pt x="201597" y="245564"/>
                    </a:moveTo>
                    <a:cubicBezTo>
                      <a:pt x="174806" y="265739"/>
                      <a:pt x="132529" y="270716"/>
                      <a:pt x="112859" y="271960"/>
                    </a:cubicBezTo>
                    <a:lnTo>
                      <a:pt x="119089" y="321820"/>
                    </a:lnTo>
                    <a:cubicBezTo>
                      <a:pt x="119534" y="325375"/>
                      <a:pt x="121670" y="328486"/>
                      <a:pt x="124963" y="330085"/>
                    </a:cubicBezTo>
                    <a:lnTo>
                      <a:pt x="157984" y="346616"/>
                    </a:lnTo>
                    <a:cubicBezTo>
                      <a:pt x="166707" y="350971"/>
                      <a:pt x="177032" y="350971"/>
                      <a:pt x="185754" y="346616"/>
                    </a:cubicBezTo>
                    <a:lnTo>
                      <a:pt x="218775" y="330085"/>
                    </a:lnTo>
                    <a:cubicBezTo>
                      <a:pt x="221979" y="328486"/>
                      <a:pt x="224204" y="325375"/>
                      <a:pt x="224649" y="321820"/>
                    </a:cubicBezTo>
                    <a:lnTo>
                      <a:pt x="230346" y="276226"/>
                    </a:lnTo>
                    <a:close/>
                    <a:moveTo>
                      <a:pt x="234262" y="224501"/>
                    </a:moveTo>
                    <a:lnTo>
                      <a:pt x="213435" y="230455"/>
                    </a:lnTo>
                    <a:lnTo>
                      <a:pt x="243251" y="262184"/>
                    </a:lnTo>
                    <a:cubicBezTo>
                      <a:pt x="243429" y="260318"/>
                      <a:pt x="243518" y="258451"/>
                      <a:pt x="243518" y="256585"/>
                    </a:cubicBezTo>
                    <a:cubicBezTo>
                      <a:pt x="243518" y="245209"/>
                      <a:pt x="240314" y="234277"/>
                      <a:pt x="234262" y="224501"/>
                    </a:cubicBezTo>
                    <a:close/>
                    <a:moveTo>
                      <a:pt x="109387" y="224501"/>
                    </a:moveTo>
                    <a:cubicBezTo>
                      <a:pt x="103869" y="233388"/>
                      <a:pt x="100754" y="243253"/>
                      <a:pt x="100309" y="253563"/>
                    </a:cubicBezTo>
                    <a:cubicBezTo>
                      <a:pt x="100843" y="253385"/>
                      <a:pt x="101466" y="253296"/>
                      <a:pt x="102089" y="253296"/>
                    </a:cubicBezTo>
                    <a:cubicBezTo>
                      <a:pt x="102623" y="253296"/>
                      <a:pt x="139382" y="253119"/>
                      <a:pt x="169377" y="241565"/>
                    </a:cubicBezTo>
                    <a:cubicBezTo>
                      <a:pt x="169288" y="241565"/>
                      <a:pt x="169288" y="241565"/>
                      <a:pt x="169288" y="241565"/>
                    </a:cubicBezTo>
                    <a:close/>
                    <a:moveTo>
                      <a:pt x="313299" y="221657"/>
                    </a:moveTo>
                    <a:lnTo>
                      <a:pt x="313299" y="304045"/>
                    </a:lnTo>
                    <a:lnTo>
                      <a:pt x="345074" y="304045"/>
                    </a:lnTo>
                    <a:lnTo>
                      <a:pt x="345074" y="221657"/>
                    </a:lnTo>
                    <a:close/>
                    <a:moveTo>
                      <a:pt x="224827" y="187973"/>
                    </a:moveTo>
                    <a:lnTo>
                      <a:pt x="182461" y="199971"/>
                    </a:lnTo>
                    <a:cubicBezTo>
                      <a:pt x="182105" y="200060"/>
                      <a:pt x="181749" y="200149"/>
                      <a:pt x="181393" y="200238"/>
                    </a:cubicBezTo>
                    <a:lnTo>
                      <a:pt x="181393" y="219879"/>
                    </a:lnTo>
                    <a:lnTo>
                      <a:pt x="229990" y="205926"/>
                    </a:lnTo>
                    <a:cubicBezTo>
                      <a:pt x="230168" y="205748"/>
                      <a:pt x="230346" y="205570"/>
                      <a:pt x="230524" y="205392"/>
                    </a:cubicBezTo>
                    <a:cubicBezTo>
                      <a:pt x="230524" y="205303"/>
                      <a:pt x="230524" y="205215"/>
                      <a:pt x="230524" y="205126"/>
                    </a:cubicBezTo>
                    <a:close/>
                    <a:moveTo>
                      <a:pt x="118911" y="187973"/>
                    </a:moveTo>
                    <a:lnTo>
                      <a:pt x="113215" y="205126"/>
                    </a:lnTo>
                    <a:cubicBezTo>
                      <a:pt x="113215" y="205215"/>
                      <a:pt x="113215" y="205303"/>
                      <a:pt x="113215" y="205392"/>
                    </a:cubicBezTo>
                    <a:cubicBezTo>
                      <a:pt x="113393" y="205570"/>
                      <a:pt x="113571" y="205748"/>
                      <a:pt x="113749" y="206014"/>
                    </a:cubicBezTo>
                    <a:lnTo>
                      <a:pt x="162346" y="219879"/>
                    </a:lnTo>
                    <a:lnTo>
                      <a:pt x="162346" y="200238"/>
                    </a:lnTo>
                    <a:cubicBezTo>
                      <a:pt x="161990" y="200149"/>
                      <a:pt x="161634" y="200060"/>
                      <a:pt x="161277" y="199971"/>
                    </a:cubicBezTo>
                    <a:close/>
                    <a:moveTo>
                      <a:pt x="166440" y="141313"/>
                    </a:moveTo>
                    <a:lnTo>
                      <a:pt x="95147" y="161488"/>
                    </a:lnTo>
                    <a:lnTo>
                      <a:pt x="166440" y="181662"/>
                    </a:lnTo>
                    <a:cubicBezTo>
                      <a:pt x="170000" y="182640"/>
                      <a:pt x="173738" y="182640"/>
                      <a:pt x="177299" y="181662"/>
                    </a:cubicBezTo>
                    <a:lnTo>
                      <a:pt x="248592" y="161488"/>
                    </a:lnTo>
                    <a:lnTo>
                      <a:pt x="177299" y="141313"/>
                    </a:lnTo>
                    <a:cubicBezTo>
                      <a:pt x="173738" y="140335"/>
                      <a:pt x="170000" y="140335"/>
                      <a:pt x="166440" y="141313"/>
                    </a:cubicBezTo>
                    <a:close/>
                    <a:moveTo>
                      <a:pt x="404618" y="140602"/>
                    </a:moveTo>
                    <a:lnTo>
                      <a:pt x="404618" y="304045"/>
                    </a:lnTo>
                    <a:lnTo>
                      <a:pt x="436393" y="304045"/>
                    </a:lnTo>
                    <a:lnTo>
                      <a:pt x="436393" y="140602"/>
                    </a:lnTo>
                    <a:close/>
                    <a:moveTo>
                      <a:pt x="495937" y="59547"/>
                    </a:moveTo>
                    <a:lnTo>
                      <a:pt x="495937" y="304045"/>
                    </a:lnTo>
                    <a:lnTo>
                      <a:pt x="527712" y="304045"/>
                    </a:lnTo>
                    <a:lnTo>
                      <a:pt x="527712" y="59547"/>
                    </a:lnTo>
                    <a:close/>
                    <a:moveTo>
                      <a:pt x="192162" y="19019"/>
                    </a:moveTo>
                    <a:cubicBezTo>
                      <a:pt x="186199" y="19019"/>
                      <a:pt x="181393" y="23819"/>
                      <a:pt x="181393" y="29773"/>
                    </a:cubicBezTo>
                    <a:lnTo>
                      <a:pt x="181393" y="122827"/>
                    </a:lnTo>
                    <a:cubicBezTo>
                      <a:pt x="181749" y="122915"/>
                      <a:pt x="182105" y="123004"/>
                      <a:pt x="182461" y="123093"/>
                    </a:cubicBezTo>
                    <a:lnTo>
                      <a:pt x="273246" y="148689"/>
                    </a:lnTo>
                    <a:cubicBezTo>
                      <a:pt x="278676" y="150289"/>
                      <a:pt x="282325" y="154911"/>
                      <a:pt x="282770" y="160421"/>
                    </a:cubicBezTo>
                    <a:cubicBezTo>
                      <a:pt x="282859" y="160777"/>
                      <a:pt x="282859" y="161132"/>
                      <a:pt x="282859" y="161488"/>
                    </a:cubicBezTo>
                    <a:lnTo>
                      <a:pt x="282859" y="222279"/>
                    </a:lnTo>
                    <a:cubicBezTo>
                      <a:pt x="282859" y="227522"/>
                      <a:pt x="278587" y="231789"/>
                      <a:pt x="273335" y="231789"/>
                    </a:cubicBezTo>
                    <a:cubicBezTo>
                      <a:pt x="268084" y="231789"/>
                      <a:pt x="263812" y="227522"/>
                      <a:pt x="263812" y="222279"/>
                    </a:cubicBezTo>
                    <a:lnTo>
                      <a:pt x="263812" y="176952"/>
                    </a:lnTo>
                    <a:lnTo>
                      <a:pt x="243073" y="182818"/>
                    </a:lnTo>
                    <a:lnTo>
                      <a:pt x="248592" y="199082"/>
                    </a:lnTo>
                    <a:cubicBezTo>
                      <a:pt x="249927" y="203170"/>
                      <a:pt x="249838" y="207525"/>
                      <a:pt x="248503" y="211525"/>
                    </a:cubicBezTo>
                    <a:cubicBezTo>
                      <a:pt x="257759" y="224945"/>
                      <a:pt x="262566" y="240409"/>
                      <a:pt x="262566" y="256585"/>
                    </a:cubicBezTo>
                    <a:cubicBezTo>
                      <a:pt x="262566" y="273649"/>
                      <a:pt x="257136" y="290002"/>
                      <a:pt x="246723" y="304045"/>
                    </a:cubicBezTo>
                    <a:lnTo>
                      <a:pt x="294252" y="304045"/>
                    </a:lnTo>
                    <a:lnTo>
                      <a:pt x="294252" y="212147"/>
                    </a:lnTo>
                    <a:cubicBezTo>
                      <a:pt x="294252" y="206903"/>
                      <a:pt x="298524" y="202637"/>
                      <a:pt x="303775" y="202637"/>
                    </a:cubicBezTo>
                    <a:lnTo>
                      <a:pt x="354508" y="202637"/>
                    </a:lnTo>
                    <a:cubicBezTo>
                      <a:pt x="359759" y="202637"/>
                      <a:pt x="364032" y="206903"/>
                      <a:pt x="364032" y="212147"/>
                    </a:cubicBezTo>
                    <a:lnTo>
                      <a:pt x="364032" y="304045"/>
                    </a:lnTo>
                    <a:lnTo>
                      <a:pt x="385660" y="304045"/>
                    </a:lnTo>
                    <a:lnTo>
                      <a:pt x="385660" y="131092"/>
                    </a:lnTo>
                    <a:cubicBezTo>
                      <a:pt x="385660" y="125848"/>
                      <a:pt x="389843" y="121582"/>
                      <a:pt x="395094" y="121582"/>
                    </a:cubicBezTo>
                    <a:lnTo>
                      <a:pt x="445916" y="121582"/>
                    </a:lnTo>
                    <a:cubicBezTo>
                      <a:pt x="451168" y="121582"/>
                      <a:pt x="455351" y="125848"/>
                      <a:pt x="455351" y="131092"/>
                    </a:cubicBezTo>
                    <a:lnTo>
                      <a:pt x="455351" y="304045"/>
                    </a:lnTo>
                    <a:lnTo>
                      <a:pt x="476979" y="304045"/>
                    </a:lnTo>
                    <a:lnTo>
                      <a:pt x="476979" y="50037"/>
                    </a:lnTo>
                    <a:cubicBezTo>
                      <a:pt x="476979" y="44793"/>
                      <a:pt x="481252" y="40527"/>
                      <a:pt x="486503" y="40527"/>
                    </a:cubicBezTo>
                    <a:lnTo>
                      <a:pt x="537236" y="40527"/>
                    </a:lnTo>
                    <a:cubicBezTo>
                      <a:pt x="542487" y="40527"/>
                      <a:pt x="546759" y="44793"/>
                      <a:pt x="546759" y="50037"/>
                    </a:cubicBezTo>
                    <a:lnTo>
                      <a:pt x="546759" y="304045"/>
                    </a:lnTo>
                    <a:lnTo>
                      <a:pt x="557529" y="304045"/>
                    </a:lnTo>
                    <a:cubicBezTo>
                      <a:pt x="562780" y="304045"/>
                      <a:pt x="567053" y="308222"/>
                      <a:pt x="567053" y="313465"/>
                    </a:cubicBezTo>
                    <a:cubicBezTo>
                      <a:pt x="567053" y="318709"/>
                      <a:pt x="562780" y="322975"/>
                      <a:pt x="557529" y="322975"/>
                    </a:cubicBezTo>
                    <a:lnTo>
                      <a:pt x="243697" y="322975"/>
                    </a:lnTo>
                    <a:lnTo>
                      <a:pt x="243518" y="324219"/>
                    </a:lnTo>
                    <a:cubicBezTo>
                      <a:pt x="242539" y="332396"/>
                      <a:pt x="238089" y="339773"/>
                      <a:pt x="231503" y="344572"/>
                    </a:cubicBezTo>
                    <a:lnTo>
                      <a:pt x="577822" y="344572"/>
                    </a:lnTo>
                    <a:cubicBezTo>
                      <a:pt x="583786" y="344572"/>
                      <a:pt x="588592" y="339684"/>
                      <a:pt x="588592" y="333729"/>
                    </a:cubicBezTo>
                    <a:lnTo>
                      <a:pt x="588592" y="29773"/>
                    </a:lnTo>
                    <a:cubicBezTo>
                      <a:pt x="588592" y="23819"/>
                      <a:pt x="583786" y="19019"/>
                      <a:pt x="577822" y="19019"/>
                    </a:cubicBezTo>
                    <a:close/>
                    <a:moveTo>
                      <a:pt x="192162" y="0"/>
                    </a:moveTo>
                    <a:lnTo>
                      <a:pt x="577822" y="0"/>
                    </a:lnTo>
                    <a:cubicBezTo>
                      <a:pt x="594199" y="0"/>
                      <a:pt x="607639" y="13331"/>
                      <a:pt x="607639" y="29773"/>
                    </a:cubicBezTo>
                    <a:lnTo>
                      <a:pt x="607639" y="333729"/>
                    </a:lnTo>
                    <a:cubicBezTo>
                      <a:pt x="607639" y="350171"/>
                      <a:pt x="594199" y="363503"/>
                      <a:pt x="577822" y="363503"/>
                    </a:cubicBezTo>
                    <a:lnTo>
                      <a:pt x="211833" y="363503"/>
                    </a:lnTo>
                    <a:lnTo>
                      <a:pt x="211833" y="369813"/>
                    </a:lnTo>
                    <a:cubicBezTo>
                      <a:pt x="211833" y="374434"/>
                      <a:pt x="214770" y="378612"/>
                      <a:pt x="219220" y="380034"/>
                    </a:cubicBezTo>
                    <a:lnTo>
                      <a:pt x="252330" y="391054"/>
                    </a:lnTo>
                    <a:cubicBezTo>
                      <a:pt x="264524" y="395143"/>
                      <a:pt x="272712" y="406519"/>
                      <a:pt x="272712" y="419317"/>
                    </a:cubicBezTo>
                    <a:lnTo>
                      <a:pt x="272712" y="526946"/>
                    </a:lnTo>
                    <a:lnTo>
                      <a:pt x="334215" y="526946"/>
                    </a:lnTo>
                    <a:cubicBezTo>
                      <a:pt x="339466" y="526946"/>
                      <a:pt x="343738" y="531212"/>
                      <a:pt x="343738" y="536455"/>
                    </a:cubicBezTo>
                    <a:cubicBezTo>
                      <a:pt x="343738" y="541699"/>
                      <a:pt x="339466" y="545965"/>
                      <a:pt x="334215" y="545965"/>
                    </a:cubicBezTo>
                    <a:lnTo>
                      <a:pt x="9524" y="545965"/>
                    </a:lnTo>
                    <a:cubicBezTo>
                      <a:pt x="4272" y="545965"/>
                      <a:pt x="0" y="541699"/>
                      <a:pt x="0" y="536455"/>
                    </a:cubicBezTo>
                    <a:cubicBezTo>
                      <a:pt x="0" y="531212"/>
                      <a:pt x="4272" y="526946"/>
                      <a:pt x="9524" y="526946"/>
                    </a:cubicBezTo>
                    <a:lnTo>
                      <a:pt x="71026" y="526946"/>
                    </a:lnTo>
                    <a:lnTo>
                      <a:pt x="71026" y="419317"/>
                    </a:lnTo>
                    <a:cubicBezTo>
                      <a:pt x="71026" y="406430"/>
                      <a:pt x="79215" y="395143"/>
                      <a:pt x="91408" y="391054"/>
                    </a:cubicBezTo>
                    <a:lnTo>
                      <a:pt x="124518" y="380034"/>
                    </a:lnTo>
                    <a:cubicBezTo>
                      <a:pt x="128969" y="378612"/>
                      <a:pt x="131906" y="374434"/>
                      <a:pt x="131906" y="369813"/>
                    </a:cubicBezTo>
                    <a:lnTo>
                      <a:pt x="131906" y="354882"/>
                    </a:lnTo>
                    <a:lnTo>
                      <a:pt x="116419" y="347149"/>
                    </a:lnTo>
                    <a:cubicBezTo>
                      <a:pt x="107518" y="342617"/>
                      <a:pt x="101466" y="334085"/>
                      <a:pt x="100220" y="324219"/>
                    </a:cubicBezTo>
                    <a:lnTo>
                      <a:pt x="97817" y="305111"/>
                    </a:lnTo>
                    <a:cubicBezTo>
                      <a:pt x="86869" y="290891"/>
                      <a:pt x="81173" y="274093"/>
                      <a:pt x="81173" y="256585"/>
                    </a:cubicBezTo>
                    <a:cubicBezTo>
                      <a:pt x="81173" y="240409"/>
                      <a:pt x="85979" y="224945"/>
                      <a:pt x="95147" y="211525"/>
                    </a:cubicBezTo>
                    <a:cubicBezTo>
                      <a:pt x="93811" y="207525"/>
                      <a:pt x="93811" y="203170"/>
                      <a:pt x="95147" y="199082"/>
                    </a:cubicBezTo>
                    <a:lnTo>
                      <a:pt x="100576" y="182818"/>
                    </a:lnTo>
                    <a:lnTo>
                      <a:pt x="70492" y="174286"/>
                    </a:lnTo>
                    <a:cubicBezTo>
                      <a:pt x="64707" y="172686"/>
                      <a:pt x="60880" y="167531"/>
                      <a:pt x="60880" y="161488"/>
                    </a:cubicBezTo>
                    <a:cubicBezTo>
                      <a:pt x="60880" y="155444"/>
                      <a:pt x="64707" y="150378"/>
                      <a:pt x="70492" y="148689"/>
                    </a:cubicBezTo>
                    <a:lnTo>
                      <a:pt x="161277" y="123093"/>
                    </a:lnTo>
                    <a:cubicBezTo>
                      <a:pt x="161634" y="123004"/>
                      <a:pt x="161990" y="122915"/>
                      <a:pt x="162346" y="122827"/>
                    </a:cubicBezTo>
                    <a:lnTo>
                      <a:pt x="162346" y="29773"/>
                    </a:lnTo>
                    <a:cubicBezTo>
                      <a:pt x="162346" y="13331"/>
                      <a:pt x="175696" y="0"/>
                      <a:pt x="192162" y="0"/>
                    </a:cubicBezTo>
                    <a:close/>
                  </a:path>
                </a:pathLst>
              </a:cu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alpha val="70000"/>
                    </a:prstClr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51" name="iconfont-11607-6172721">
                <a:extLst>
                  <a:ext uri="{FF2B5EF4-FFF2-40B4-BE49-F238E27FC236}">
                    <a16:creationId xmlns:a16="http://schemas.microsoft.com/office/drawing/2014/main" id="{DF77F9D1-89F1-4881-8844-B3C55D3851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708131" y="279672"/>
                <a:ext cx="213298" cy="191648"/>
              </a:xfrm>
              <a:custGeom>
                <a:avLst/>
                <a:gdLst>
                  <a:gd name="connsiteX0" fmla="*/ 171888 w 607639"/>
                  <a:gd name="connsiteY0" fmla="*/ 486408 h 545965"/>
                  <a:gd name="connsiteX1" fmla="*/ 171977 w 607639"/>
                  <a:gd name="connsiteY1" fmla="*/ 486408 h 545965"/>
                  <a:gd name="connsiteX2" fmla="*/ 181494 w 607639"/>
                  <a:gd name="connsiteY2" fmla="*/ 495899 h 545965"/>
                  <a:gd name="connsiteX3" fmla="*/ 171977 w 607639"/>
                  <a:gd name="connsiteY3" fmla="*/ 505390 h 545965"/>
                  <a:gd name="connsiteX4" fmla="*/ 162371 w 607639"/>
                  <a:gd name="connsiteY4" fmla="*/ 495899 h 545965"/>
                  <a:gd name="connsiteX5" fmla="*/ 171888 w 607639"/>
                  <a:gd name="connsiteY5" fmla="*/ 486408 h 545965"/>
                  <a:gd name="connsiteX6" fmla="*/ 121136 w 607639"/>
                  <a:gd name="connsiteY6" fmla="*/ 464910 h 545965"/>
                  <a:gd name="connsiteX7" fmla="*/ 120513 w 607639"/>
                  <a:gd name="connsiteY7" fmla="*/ 465532 h 545965"/>
                  <a:gd name="connsiteX8" fmla="*/ 120513 w 607639"/>
                  <a:gd name="connsiteY8" fmla="*/ 526323 h 545965"/>
                  <a:gd name="connsiteX9" fmla="*/ 121136 w 607639"/>
                  <a:gd name="connsiteY9" fmla="*/ 526946 h 545965"/>
                  <a:gd name="connsiteX10" fmla="*/ 222602 w 607639"/>
                  <a:gd name="connsiteY10" fmla="*/ 526946 h 545965"/>
                  <a:gd name="connsiteX11" fmla="*/ 223225 w 607639"/>
                  <a:gd name="connsiteY11" fmla="*/ 526323 h 545965"/>
                  <a:gd name="connsiteX12" fmla="*/ 223225 w 607639"/>
                  <a:gd name="connsiteY12" fmla="*/ 465532 h 545965"/>
                  <a:gd name="connsiteX13" fmla="*/ 222602 w 607639"/>
                  <a:gd name="connsiteY13" fmla="*/ 464910 h 545965"/>
                  <a:gd name="connsiteX14" fmla="*/ 171869 w 607639"/>
                  <a:gd name="connsiteY14" fmla="*/ 464910 h 545965"/>
                  <a:gd name="connsiteX15" fmla="*/ 212990 w 607639"/>
                  <a:gd name="connsiteY15" fmla="*/ 397987 h 545965"/>
                  <a:gd name="connsiteX16" fmla="*/ 181393 w 607639"/>
                  <a:gd name="connsiteY16" fmla="*/ 413451 h 545965"/>
                  <a:gd name="connsiteX17" fmla="*/ 181393 w 607639"/>
                  <a:gd name="connsiteY17" fmla="*/ 445891 h 545965"/>
                  <a:gd name="connsiteX18" fmla="*/ 222602 w 607639"/>
                  <a:gd name="connsiteY18" fmla="*/ 445891 h 545965"/>
                  <a:gd name="connsiteX19" fmla="*/ 242272 w 607639"/>
                  <a:gd name="connsiteY19" fmla="*/ 465532 h 545965"/>
                  <a:gd name="connsiteX20" fmla="*/ 242272 w 607639"/>
                  <a:gd name="connsiteY20" fmla="*/ 526323 h 545965"/>
                  <a:gd name="connsiteX21" fmla="*/ 242272 w 607639"/>
                  <a:gd name="connsiteY21" fmla="*/ 526946 h 545965"/>
                  <a:gd name="connsiteX22" fmla="*/ 253665 w 607639"/>
                  <a:gd name="connsiteY22" fmla="*/ 526946 h 545965"/>
                  <a:gd name="connsiteX23" fmla="*/ 253665 w 607639"/>
                  <a:gd name="connsiteY23" fmla="*/ 419317 h 545965"/>
                  <a:gd name="connsiteX24" fmla="*/ 246278 w 607639"/>
                  <a:gd name="connsiteY24" fmla="*/ 409096 h 545965"/>
                  <a:gd name="connsiteX25" fmla="*/ 213168 w 607639"/>
                  <a:gd name="connsiteY25" fmla="*/ 398075 h 545965"/>
                  <a:gd name="connsiteX26" fmla="*/ 212990 w 607639"/>
                  <a:gd name="connsiteY26" fmla="*/ 397987 h 545965"/>
                  <a:gd name="connsiteX27" fmla="*/ 130749 w 607639"/>
                  <a:gd name="connsiteY27" fmla="*/ 397987 h 545965"/>
                  <a:gd name="connsiteX28" fmla="*/ 130571 w 607639"/>
                  <a:gd name="connsiteY28" fmla="*/ 398075 h 545965"/>
                  <a:gd name="connsiteX29" fmla="*/ 97372 w 607639"/>
                  <a:gd name="connsiteY29" fmla="*/ 409096 h 545965"/>
                  <a:gd name="connsiteX30" fmla="*/ 90073 w 607639"/>
                  <a:gd name="connsiteY30" fmla="*/ 419317 h 545965"/>
                  <a:gd name="connsiteX31" fmla="*/ 90073 w 607639"/>
                  <a:gd name="connsiteY31" fmla="*/ 526946 h 545965"/>
                  <a:gd name="connsiteX32" fmla="*/ 101555 w 607639"/>
                  <a:gd name="connsiteY32" fmla="*/ 526946 h 545965"/>
                  <a:gd name="connsiteX33" fmla="*/ 101466 w 607639"/>
                  <a:gd name="connsiteY33" fmla="*/ 526323 h 545965"/>
                  <a:gd name="connsiteX34" fmla="*/ 101466 w 607639"/>
                  <a:gd name="connsiteY34" fmla="*/ 465532 h 545965"/>
                  <a:gd name="connsiteX35" fmla="*/ 121136 w 607639"/>
                  <a:gd name="connsiteY35" fmla="*/ 445891 h 545965"/>
                  <a:gd name="connsiteX36" fmla="*/ 162346 w 607639"/>
                  <a:gd name="connsiteY36" fmla="*/ 445891 h 545965"/>
                  <a:gd name="connsiteX37" fmla="*/ 162346 w 607639"/>
                  <a:gd name="connsiteY37" fmla="*/ 413451 h 545965"/>
                  <a:gd name="connsiteX38" fmla="*/ 130749 w 607639"/>
                  <a:gd name="connsiteY38" fmla="*/ 397987 h 545965"/>
                  <a:gd name="connsiteX39" fmla="*/ 150953 w 607639"/>
                  <a:gd name="connsiteY39" fmla="*/ 364303 h 545965"/>
                  <a:gd name="connsiteX40" fmla="*/ 150953 w 607639"/>
                  <a:gd name="connsiteY40" fmla="*/ 369813 h 545965"/>
                  <a:gd name="connsiteX41" fmla="*/ 146058 w 607639"/>
                  <a:gd name="connsiteY41" fmla="*/ 386077 h 545965"/>
                  <a:gd name="connsiteX42" fmla="*/ 171869 w 607639"/>
                  <a:gd name="connsiteY42" fmla="*/ 395231 h 545965"/>
                  <a:gd name="connsiteX43" fmla="*/ 197681 w 607639"/>
                  <a:gd name="connsiteY43" fmla="*/ 386077 h 545965"/>
                  <a:gd name="connsiteX44" fmla="*/ 192785 w 607639"/>
                  <a:gd name="connsiteY44" fmla="*/ 369813 h 545965"/>
                  <a:gd name="connsiteX45" fmla="*/ 192785 w 607639"/>
                  <a:gd name="connsiteY45" fmla="*/ 364303 h 545965"/>
                  <a:gd name="connsiteX46" fmla="*/ 171869 w 607639"/>
                  <a:gd name="connsiteY46" fmla="*/ 368835 h 545965"/>
                  <a:gd name="connsiteX47" fmla="*/ 150953 w 607639"/>
                  <a:gd name="connsiteY47" fmla="*/ 364303 h 545965"/>
                  <a:gd name="connsiteX48" fmla="*/ 201597 w 607639"/>
                  <a:gd name="connsiteY48" fmla="*/ 245564 h 545965"/>
                  <a:gd name="connsiteX49" fmla="*/ 112859 w 607639"/>
                  <a:gd name="connsiteY49" fmla="*/ 271960 h 545965"/>
                  <a:gd name="connsiteX50" fmla="*/ 119089 w 607639"/>
                  <a:gd name="connsiteY50" fmla="*/ 321820 h 545965"/>
                  <a:gd name="connsiteX51" fmla="*/ 124963 w 607639"/>
                  <a:gd name="connsiteY51" fmla="*/ 330085 h 545965"/>
                  <a:gd name="connsiteX52" fmla="*/ 157984 w 607639"/>
                  <a:gd name="connsiteY52" fmla="*/ 346616 h 545965"/>
                  <a:gd name="connsiteX53" fmla="*/ 185754 w 607639"/>
                  <a:gd name="connsiteY53" fmla="*/ 346616 h 545965"/>
                  <a:gd name="connsiteX54" fmla="*/ 218775 w 607639"/>
                  <a:gd name="connsiteY54" fmla="*/ 330085 h 545965"/>
                  <a:gd name="connsiteX55" fmla="*/ 224649 w 607639"/>
                  <a:gd name="connsiteY55" fmla="*/ 321820 h 545965"/>
                  <a:gd name="connsiteX56" fmla="*/ 230346 w 607639"/>
                  <a:gd name="connsiteY56" fmla="*/ 276226 h 545965"/>
                  <a:gd name="connsiteX57" fmla="*/ 234262 w 607639"/>
                  <a:gd name="connsiteY57" fmla="*/ 224501 h 545965"/>
                  <a:gd name="connsiteX58" fmla="*/ 213435 w 607639"/>
                  <a:gd name="connsiteY58" fmla="*/ 230455 h 545965"/>
                  <a:gd name="connsiteX59" fmla="*/ 243251 w 607639"/>
                  <a:gd name="connsiteY59" fmla="*/ 262184 h 545965"/>
                  <a:gd name="connsiteX60" fmla="*/ 243518 w 607639"/>
                  <a:gd name="connsiteY60" fmla="*/ 256585 h 545965"/>
                  <a:gd name="connsiteX61" fmla="*/ 234262 w 607639"/>
                  <a:gd name="connsiteY61" fmla="*/ 224501 h 545965"/>
                  <a:gd name="connsiteX62" fmla="*/ 109387 w 607639"/>
                  <a:gd name="connsiteY62" fmla="*/ 224501 h 545965"/>
                  <a:gd name="connsiteX63" fmla="*/ 100309 w 607639"/>
                  <a:gd name="connsiteY63" fmla="*/ 253563 h 545965"/>
                  <a:gd name="connsiteX64" fmla="*/ 102089 w 607639"/>
                  <a:gd name="connsiteY64" fmla="*/ 253296 h 545965"/>
                  <a:gd name="connsiteX65" fmla="*/ 169377 w 607639"/>
                  <a:gd name="connsiteY65" fmla="*/ 241565 h 545965"/>
                  <a:gd name="connsiteX66" fmla="*/ 169288 w 607639"/>
                  <a:gd name="connsiteY66" fmla="*/ 241565 h 545965"/>
                  <a:gd name="connsiteX67" fmla="*/ 313299 w 607639"/>
                  <a:gd name="connsiteY67" fmla="*/ 221657 h 545965"/>
                  <a:gd name="connsiteX68" fmla="*/ 313299 w 607639"/>
                  <a:gd name="connsiteY68" fmla="*/ 304045 h 545965"/>
                  <a:gd name="connsiteX69" fmla="*/ 345074 w 607639"/>
                  <a:gd name="connsiteY69" fmla="*/ 304045 h 545965"/>
                  <a:gd name="connsiteX70" fmla="*/ 345074 w 607639"/>
                  <a:gd name="connsiteY70" fmla="*/ 221657 h 545965"/>
                  <a:gd name="connsiteX71" fmla="*/ 224827 w 607639"/>
                  <a:gd name="connsiteY71" fmla="*/ 187973 h 545965"/>
                  <a:gd name="connsiteX72" fmla="*/ 182461 w 607639"/>
                  <a:gd name="connsiteY72" fmla="*/ 199971 h 545965"/>
                  <a:gd name="connsiteX73" fmla="*/ 181393 w 607639"/>
                  <a:gd name="connsiteY73" fmla="*/ 200238 h 545965"/>
                  <a:gd name="connsiteX74" fmla="*/ 181393 w 607639"/>
                  <a:gd name="connsiteY74" fmla="*/ 219879 h 545965"/>
                  <a:gd name="connsiteX75" fmla="*/ 229990 w 607639"/>
                  <a:gd name="connsiteY75" fmla="*/ 205926 h 545965"/>
                  <a:gd name="connsiteX76" fmla="*/ 230524 w 607639"/>
                  <a:gd name="connsiteY76" fmla="*/ 205392 h 545965"/>
                  <a:gd name="connsiteX77" fmla="*/ 230524 w 607639"/>
                  <a:gd name="connsiteY77" fmla="*/ 205126 h 545965"/>
                  <a:gd name="connsiteX78" fmla="*/ 118911 w 607639"/>
                  <a:gd name="connsiteY78" fmla="*/ 187973 h 545965"/>
                  <a:gd name="connsiteX79" fmla="*/ 113215 w 607639"/>
                  <a:gd name="connsiteY79" fmla="*/ 205126 h 545965"/>
                  <a:gd name="connsiteX80" fmla="*/ 113215 w 607639"/>
                  <a:gd name="connsiteY80" fmla="*/ 205392 h 545965"/>
                  <a:gd name="connsiteX81" fmla="*/ 113749 w 607639"/>
                  <a:gd name="connsiteY81" fmla="*/ 206014 h 545965"/>
                  <a:gd name="connsiteX82" fmla="*/ 162346 w 607639"/>
                  <a:gd name="connsiteY82" fmla="*/ 219879 h 545965"/>
                  <a:gd name="connsiteX83" fmla="*/ 162346 w 607639"/>
                  <a:gd name="connsiteY83" fmla="*/ 200238 h 545965"/>
                  <a:gd name="connsiteX84" fmla="*/ 161277 w 607639"/>
                  <a:gd name="connsiteY84" fmla="*/ 199971 h 545965"/>
                  <a:gd name="connsiteX85" fmla="*/ 166440 w 607639"/>
                  <a:gd name="connsiteY85" fmla="*/ 141313 h 545965"/>
                  <a:gd name="connsiteX86" fmla="*/ 95147 w 607639"/>
                  <a:gd name="connsiteY86" fmla="*/ 161488 h 545965"/>
                  <a:gd name="connsiteX87" fmla="*/ 166440 w 607639"/>
                  <a:gd name="connsiteY87" fmla="*/ 181662 h 545965"/>
                  <a:gd name="connsiteX88" fmla="*/ 177299 w 607639"/>
                  <a:gd name="connsiteY88" fmla="*/ 181662 h 545965"/>
                  <a:gd name="connsiteX89" fmla="*/ 248592 w 607639"/>
                  <a:gd name="connsiteY89" fmla="*/ 161488 h 545965"/>
                  <a:gd name="connsiteX90" fmla="*/ 177299 w 607639"/>
                  <a:gd name="connsiteY90" fmla="*/ 141313 h 545965"/>
                  <a:gd name="connsiteX91" fmla="*/ 166440 w 607639"/>
                  <a:gd name="connsiteY91" fmla="*/ 141313 h 545965"/>
                  <a:gd name="connsiteX92" fmla="*/ 404618 w 607639"/>
                  <a:gd name="connsiteY92" fmla="*/ 140602 h 545965"/>
                  <a:gd name="connsiteX93" fmla="*/ 404618 w 607639"/>
                  <a:gd name="connsiteY93" fmla="*/ 304045 h 545965"/>
                  <a:gd name="connsiteX94" fmla="*/ 436393 w 607639"/>
                  <a:gd name="connsiteY94" fmla="*/ 304045 h 545965"/>
                  <a:gd name="connsiteX95" fmla="*/ 436393 w 607639"/>
                  <a:gd name="connsiteY95" fmla="*/ 140602 h 545965"/>
                  <a:gd name="connsiteX96" fmla="*/ 495937 w 607639"/>
                  <a:gd name="connsiteY96" fmla="*/ 59547 h 545965"/>
                  <a:gd name="connsiteX97" fmla="*/ 495937 w 607639"/>
                  <a:gd name="connsiteY97" fmla="*/ 304045 h 545965"/>
                  <a:gd name="connsiteX98" fmla="*/ 527712 w 607639"/>
                  <a:gd name="connsiteY98" fmla="*/ 304045 h 545965"/>
                  <a:gd name="connsiteX99" fmla="*/ 527712 w 607639"/>
                  <a:gd name="connsiteY99" fmla="*/ 59547 h 545965"/>
                  <a:gd name="connsiteX100" fmla="*/ 192162 w 607639"/>
                  <a:gd name="connsiteY100" fmla="*/ 19019 h 545965"/>
                  <a:gd name="connsiteX101" fmla="*/ 181393 w 607639"/>
                  <a:gd name="connsiteY101" fmla="*/ 29773 h 545965"/>
                  <a:gd name="connsiteX102" fmla="*/ 181393 w 607639"/>
                  <a:gd name="connsiteY102" fmla="*/ 122827 h 545965"/>
                  <a:gd name="connsiteX103" fmla="*/ 182461 w 607639"/>
                  <a:gd name="connsiteY103" fmla="*/ 123093 h 545965"/>
                  <a:gd name="connsiteX104" fmla="*/ 273246 w 607639"/>
                  <a:gd name="connsiteY104" fmla="*/ 148689 h 545965"/>
                  <a:gd name="connsiteX105" fmla="*/ 282770 w 607639"/>
                  <a:gd name="connsiteY105" fmla="*/ 160421 h 545965"/>
                  <a:gd name="connsiteX106" fmla="*/ 282859 w 607639"/>
                  <a:gd name="connsiteY106" fmla="*/ 161488 h 545965"/>
                  <a:gd name="connsiteX107" fmla="*/ 282859 w 607639"/>
                  <a:gd name="connsiteY107" fmla="*/ 222279 h 545965"/>
                  <a:gd name="connsiteX108" fmla="*/ 273335 w 607639"/>
                  <a:gd name="connsiteY108" fmla="*/ 231789 h 545965"/>
                  <a:gd name="connsiteX109" fmla="*/ 263812 w 607639"/>
                  <a:gd name="connsiteY109" fmla="*/ 222279 h 545965"/>
                  <a:gd name="connsiteX110" fmla="*/ 263812 w 607639"/>
                  <a:gd name="connsiteY110" fmla="*/ 176952 h 545965"/>
                  <a:gd name="connsiteX111" fmla="*/ 243073 w 607639"/>
                  <a:gd name="connsiteY111" fmla="*/ 182818 h 545965"/>
                  <a:gd name="connsiteX112" fmla="*/ 248592 w 607639"/>
                  <a:gd name="connsiteY112" fmla="*/ 199082 h 545965"/>
                  <a:gd name="connsiteX113" fmla="*/ 248503 w 607639"/>
                  <a:gd name="connsiteY113" fmla="*/ 211525 h 545965"/>
                  <a:gd name="connsiteX114" fmla="*/ 262566 w 607639"/>
                  <a:gd name="connsiteY114" fmla="*/ 256585 h 545965"/>
                  <a:gd name="connsiteX115" fmla="*/ 246723 w 607639"/>
                  <a:gd name="connsiteY115" fmla="*/ 304045 h 545965"/>
                  <a:gd name="connsiteX116" fmla="*/ 294252 w 607639"/>
                  <a:gd name="connsiteY116" fmla="*/ 304045 h 545965"/>
                  <a:gd name="connsiteX117" fmla="*/ 294252 w 607639"/>
                  <a:gd name="connsiteY117" fmla="*/ 212147 h 545965"/>
                  <a:gd name="connsiteX118" fmla="*/ 303775 w 607639"/>
                  <a:gd name="connsiteY118" fmla="*/ 202637 h 545965"/>
                  <a:gd name="connsiteX119" fmla="*/ 354508 w 607639"/>
                  <a:gd name="connsiteY119" fmla="*/ 202637 h 545965"/>
                  <a:gd name="connsiteX120" fmla="*/ 364032 w 607639"/>
                  <a:gd name="connsiteY120" fmla="*/ 212147 h 545965"/>
                  <a:gd name="connsiteX121" fmla="*/ 364032 w 607639"/>
                  <a:gd name="connsiteY121" fmla="*/ 304045 h 545965"/>
                  <a:gd name="connsiteX122" fmla="*/ 385660 w 607639"/>
                  <a:gd name="connsiteY122" fmla="*/ 304045 h 545965"/>
                  <a:gd name="connsiteX123" fmla="*/ 385660 w 607639"/>
                  <a:gd name="connsiteY123" fmla="*/ 131092 h 545965"/>
                  <a:gd name="connsiteX124" fmla="*/ 395094 w 607639"/>
                  <a:gd name="connsiteY124" fmla="*/ 121582 h 545965"/>
                  <a:gd name="connsiteX125" fmla="*/ 445916 w 607639"/>
                  <a:gd name="connsiteY125" fmla="*/ 121582 h 545965"/>
                  <a:gd name="connsiteX126" fmla="*/ 455351 w 607639"/>
                  <a:gd name="connsiteY126" fmla="*/ 131092 h 545965"/>
                  <a:gd name="connsiteX127" fmla="*/ 455351 w 607639"/>
                  <a:gd name="connsiteY127" fmla="*/ 304045 h 545965"/>
                  <a:gd name="connsiteX128" fmla="*/ 476979 w 607639"/>
                  <a:gd name="connsiteY128" fmla="*/ 304045 h 545965"/>
                  <a:gd name="connsiteX129" fmla="*/ 476979 w 607639"/>
                  <a:gd name="connsiteY129" fmla="*/ 50037 h 545965"/>
                  <a:gd name="connsiteX130" fmla="*/ 486503 w 607639"/>
                  <a:gd name="connsiteY130" fmla="*/ 40527 h 545965"/>
                  <a:gd name="connsiteX131" fmla="*/ 537236 w 607639"/>
                  <a:gd name="connsiteY131" fmla="*/ 40527 h 545965"/>
                  <a:gd name="connsiteX132" fmla="*/ 546759 w 607639"/>
                  <a:gd name="connsiteY132" fmla="*/ 50037 h 545965"/>
                  <a:gd name="connsiteX133" fmla="*/ 546759 w 607639"/>
                  <a:gd name="connsiteY133" fmla="*/ 304045 h 545965"/>
                  <a:gd name="connsiteX134" fmla="*/ 557529 w 607639"/>
                  <a:gd name="connsiteY134" fmla="*/ 304045 h 545965"/>
                  <a:gd name="connsiteX135" fmla="*/ 567053 w 607639"/>
                  <a:gd name="connsiteY135" fmla="*/ 313465 h 545965"/>
                  <a:gd name="connsiteX136" fmla="*/ 557529 w 607639"/>
                  <a:gd name="connsiteY136" fmla="*/ 322975 h 545965"/>
                  <a:gd name="connsiteX137" fmla="*/ 243697 w 607639"/>
                  <a:gd name="connsiteY137" fmla="*/ 322975 h 545965"/>
                  <a:gd name="connsiteX138" fmla="*/ 243518 w 607639"/>
                  <a:gd name="connsiteY138" fmla="*/ 324219 h 545965"/>
                  <a:gd name="connsiteX139" fmla="*/ 231503 w 607639"/>
                  <a:gd name="connsiteY139" fmla="*/ 344572 h 545965"/>
                  <a:gd name="connsiteX140" fmla="*/ 577822 w 607639"/>
                  <a:gd name="connsiteY140" fmla="*/ 344572 h 545965"/>
                  <a:gd name="connsiteX141" fmla="*/ 588592 w 607639"/>
                  <a:gd name="connsiteY141" fmla="*/ 333729 h 545965"/>
                  <a:gd name="connsiteX142" fmla="*/ 588592 w 607639"/>
                  <a:gd name="connsiteY142" fmla="*/ 29773 h 545965"/>
                  <a:gd name="connsiteX143" fmla="*/ 577822 w 607639"/>
                  <a:gd name="connsiteY143" fmla="*/ 19019 h 545965"/>
                  <a:gd name="connsiteX144" fmla="*/ 192162 w 607639"/>
                  <a:gd name="connsiteY144" fmla="*/ 0 h 545965"/>
                  <a:gd name="connsiteX145" fmla="*/ 577822 w 607639"/>
                  <a:gd name="connsiteY145" fmla="*/ 0 h 545965"/>
                  <a:gd name="connsiteX146" fmla="*/ 607639 w 607639"/>
                  <a:gd name="connsiteY146" fmla="*/ 29773 h 545965"/>
                  <a:gd name="connsiteX147" fmla="*/ 607639 w 607639"/>
                  <a:gd name="connsiteY147" fmla="*/ 333729 h 545965"/>
                  <a:gd name="connsiteX148" fmla="*/ 577822 w 607639"/>
                  <a:gd name="connsiteY148" fmla="*/ 363503 h 545965"/>
                  <a:gd name="connsiteX149" fmla="*/ 211833 w 607639"/>
                  <a:gd name="connsiteY149" fmla="*/ 363503 h 545965"/>
                  <a:gd name="connsiteX150" fmla="*/ 211833 w 607639"/>
                  <a:gd name="connsiteY150" fmla="*/ 369813 h 545965"/>
                  <a:gd name="connsiteX151" fmla="*/ 219220 w 607639"/>
                  <a:gd name="connsiteY151" fmla="*/ 380034 h 545965"/>
                  <a:gd name="connsiteX152" fmla="*/ 252330 w 607639"/>
                  <a:gd name="connsiteY152" fmla="*/ 391054 h 545965"/>
                  <a:gd name="connsiteX153" fmla="*/ 272712 w 607639"/>
                  <a:gd name="connsiteY153" fmla="*/ 419317 h 545965"/>
                  <a:gd name="connsiteX154" fmla="*/ 272712 w 607639"/>
                  <a:gd name="connsiteY154" fmla="*/ 526946 h 545965"/>
                  <a:gd name="connsiteX155" fmla="*/ 334215 w 607639"/>
                  <a:gd name="connsiteY155" fmla="*/ 526946 h 545965"/>
                  <a:gd name="connsiteX156" fmla="*/ 343738 w 607639"/>
                  <a:gd name="connsiteY156" fmla="*/ 536455 h 545965"/>
                  <a:gd name="connsiteX157" fmla="*/ 334215 w 607639"/>
                  <a:gd name="connsiteY157" fmla="*/ 545965 h 545965"/>
                  <a:gd name="connsiteX158" fmla="*/ 9524 w 607639"/>
                  <a:gd name="connsiteY158" fmla="*/ 545965 h 545965"/>
                  <a:gd name="connsiteX159" fmla="*/ 0 w 607639"/>
                  <a:gd name="connsiteY159" fmla="*/ 536455 h 545965"/>
                  <a:gd name="connsiteX160" fmla="*/ 9524 w 607639"/>
                  <a:gd name="connsiteY160" fmla="*/ 526946 h 545965"/>
                  <a:gd name="connsiteX161" fmla="*/ 71026 w 607639"/>
                  <a:gd name="connsiteY161" fmla="*/ 526946 h 545965"/>
                  <a:gd name="connsiteX162" fmla="*/ 71026 w 607639"/>
                  <a:gd name="connsiteY162" fmla="*/ 419317 h 545965"/>
                  <a:gd name="connsiteX163" fmla="*/ 91408 w 607639"/>
                  <a:gd name="connsiteY163" fmla="*/ 391054 h 545965"/>
                  <a:gd name="connsiteX164" fmla="*/ 124518 w 607639"/>
                  <a:gd name="connsiteY164" fmla="*/ 380034 h 545965"/>
                  <a:gd name="connsiteX165" fmla="*/ 131906 w 607639"/>
                  <a:gd name="connsiteY165" fmla="*/ 369813 h 545965"/>
                  <a:gd name="connsiteX166" fmla="*/ 131906 w 607639"/>
                  <a:gd name="connsiteY166" fmla="*/ 354882 h 545965"/>
                  <a:gd name="connsiteX167" fmla="*/ 116419 w 607639"/>
                  <a:gd name="connsiteY167" fmla="*/ 347149 h 545965"/>
                  <a:gd name="connsiteX168" fmla="*/ 100220 w 607639"/>
                  <a:gd name="connsiteY168" fmla="*/ 324219 h 545965"/>
                  <a:gd name="connsiteX169" fmla="*/ 97817 w 607639"/>
                  <a:gd name="connsiteY169" fmla="*/ 305111 h 545965"/>
                  <a:gd name="connsiteX170" fmla="*/ 81173 w 607639"/>
                  <a:gd name="connsiteY170" fmla="*/ 256585 h 545965"/>
                  <a:gd name="connsiteX171" fmla="*/ 95147 w 607639"/>
                  <a:gd name="connsiteY171" fmla="*/ 211525 h 545965"/>
                  <a:gd name="connsiteX172" fmla="*/ 95147 w 607639"/>
                  <a:gd name="connsiteY172" fmla="*/ 199082 h 545965"/>
                  <a:gd name="connsiteX173" fmla="*/ 100576 w 607639"/>
                  <a:gd name="connsiteY173" fmla="*/ 182818 h 545965"/>
                  <a:gd name="connsiteX174" fmla="*/ 70492 w 607639"/>
                  <a:gd name="connsiteY174" fmla="*/ 174286 h 545965"/>
                  <a:gd name="connsiteX175" fmla="*/ 60880 w 607639"/>
                  <a:gd name="connsiteY175" fmla="*/ 161488 h 545965"/>
                  <a:gd name="connsiteX176" fmla="*/ 70492 w 607639"/>
                  <a:gd name="connsiteY176" fmla="*/ 148689 h 545965"/>
                  <a:gd name="connsiteX177" fmla="*/ 161277 w 607639"/>
                  <a:gd name="connsiteY177" fmla="*/ 123093 h 545965"/>
                  <a:gd name="connsiteX178" fmla="*/ 162346 w 607639"/>
                  <a:gd name="connsiteY178" fmla="*/ 122827 h 545965"/>
                  <a:gd name="connsiteX179" fmla="*/ 162346 w 607639"/>
                  <a:gd name="connsiteY179" fmla="*/ 29773 h 545965"/>
                  <a:gd name="connsiteX180" fmla="*/ 192162 w 607639"/>
                  <a:gd name="connsiteY180" fmla="*/ 0 h 545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</a:cxnLst>
                <a:rect l="l" t="t" r="r" b="b"/>
                <a:pathLst>
                  <a:path w="607639" h="545965">
                    <a:moveTo>
                      <a:pt x="171888" y="486408"/>
                    </a:moveTo>
                    <a:lnTo>
                      <a:pt x="171977" y="486408"/>
                    </a:lnTo>
                    <a:cubicBezTo>
                      <a:pt x="177225" y="486408"/>
                      <a:pt x="181494" y="490666"/>
                      <a:pt x="181494" y="495899"/>
                    </a:cubicBezTo>
                    <a:cubicBezTo>
                      <a:pt x="181494" y="501132"/>
                      <a:pt x="177225" y="505390"/>
                      <a:pt x="171977" y="505390"/>
                    </a:cubicBezTo>
                    <a:cubicBezTo>
                      <a:pt x="166729" y="505390"/>
                      <a:pt x="162371" y="501132"/>
                      <a:pt x="162371" y="495899"/>
                    </a:cubicBezTo>
                    <a:cubicBezTo>
                      <a:pt x="162371" y="490666"/>
                      <a:pt x="166640" y="486408"/>
                      <a:pt x="171888" y="486408"/>
                    </a:cubicBezTo>
                    <a:close/>
                    <a:moveTo>
                      <a:pt x="121136" y="464910"/>
                    </a:moveTo>
                    <a:cubicBezTo>
                      <a:pt x="120780" y="464910"/>
                      <a:pt x="120513" y="465177"/>
                      <a:pt x="120513" y="465532"/>
                    </a:cubicBezTo>
                    <a:lnTo>
                      <a:pt x="120513" y="526323"/>
                    </a:lnTo>
                    <a:cubicBezTo>
                      <a:pt x="120513" y="526679"/>
                      <a:pt x="120780" y="526946"/>
                      <a:pt x="121136" y="526946"/>
                    </a:cubicBezTo>
                    <a:lnTo>
                      <a:pt x="222602" y="526946"/>
                    </a:lnTo>
                    <a:cubicBezTo>
                      <a:pt x="222958" y="526946"/>
                      <a:pt x="223225" y="526679"/>
                      <a:pt x="223225" y="526323"/>
                    </a:cubicBezTo>
                    <a:lnTo>
                      <a:pt x="223225" y="465532"/>
                    </a:lnTo>
                    <a:cubicBezTo>
                      <a:pt x="223225" y="465177"/>
                      <a:pt x="222958" y="464910"/>
                      <a:pt x="222602" y="464910"/>
                    </a:cubicBezTo>
                    <a:lnTo>
                      <a:pt x="171869" y="464910"/>
                    </a:lnTo>
                    <a:close/>
                    <a:moveTo>
                      <a:pt x="212990" y="397987"/>
                    </a:moveTo>
                    <a:cubicBezTo>
                      <a:pt x="204178" y="406163"/>
                      <a:pt x="193231" y="411585"/>
                      <a:pt x="181393" y="413451"/>
                    </a:cubicBezTo>
                    <a:lnTo>
                      <a:pt x="181393" y="445891"/>
                    </a:lnTo>
                    <a:lnTo>
                      <a:pt x="222602" y="445891"/>
                    </a:lnTo>
                    <a:cubicBezTo>
                      <a:pt x="233461" y="445891"/>
                      <a:pt x="242272" y="454689"/>
                      <a:pt x="242272" y="465532"/>
                    </a:cubicBezTo>
                    <a:lnTo>
                      <a:pt x="242272" y="526323"/>
                    </a:lnTo>
                    <a:cubicBezTo>
                      <a:pt x="242272" y="526501"/>
                      <a:pt x="242272" y="526679"/>
                      <a:pt x="242272" y="526946"/>
                    </a:cubicBezTo>
                    <a:lnTo>
                      <a:pt x="253665" y="526946"/>
                    </a:lnTo>
                    <a:lnTo>
                      <a:pt x="253665" y="419317"/>
                    </a:lnTo>
                    <a:cubicBezTo>
                      <a:pt x="253665" y="414695"/>
                      <a:pt x="250728" y="410518"/>
                      <a:pt x="246278" y="409096"/>
                    </a:cubicBezTo>
                    <a:lnTo>
                      <a:pt x="213168" y="398075"/>
                    </a:lnTo>
                    <a:cubicBezTo>
                      <a:pt x="213079" y="398075"/>
                      <a:pt x="213079" y="397987"/>
                      <a:pt x="212990" y="397987"/>
                    </a:cubicBezTo>
                    <a:close/>
                    <a:moveTo>
                      <a:pt x="130749" y="397987"/>
                    </a:moveTo>
                    <a:cubicBezTo>
                      <a:pt x="130660" y="397987"/>
                      <a:pt x="130571" y="398075"/>
                      <a:pt x="130571" y="398075"/>
                    </a:cubicBezTo>
                    <a:lnTo>
                      <a:pt x="97372" y="409096"/>
                    </a:lnTo>
                    <a:cubicBezTo>
                      <a:pt x="93010" y="410518"/>
                      <a:pt x="90073" y="414695"/>
                      <a:pt x="90073" y="419317"/>
                    </a:cubicBezTo>
                    <a:lnTo>
                      <a:pt x="90073" y="526946"/>
                    </a:lnTo>
                    <a:lnTo>
                      <a:pt x="101555" y="526946"/>
                    </a:lnTo>
                    <a:cubicBezTo>
                      <a:pt x="101466" y="526679"/>
                      <a:pt x="101466" y="526501"/>
                      <a:pt x="101466" y="526323"/>
                    </a:cubicBezTo>
                    <a:lnTo>
                      <a:pt x="101466" y="465532"/>
                    </a:lnTo>
                    <a:cubicBezTo>
                      <a:pt x="101466" y="454689"/>
                      <a:pt x="110277" y="445891"/>
                      <a:pt x="121136" y="445891"/>
                    </a:cubicBezTo>
                    <a:lnTo>
                      <a:pt x="162346" y="445891"/>
                    </a:lnTo>
                    <a:lnTo>
                      <a:pt x="162346" y="413451"/>
                    </a:lnTo>
                    <a:cubicBezTo>
                      <a:pt x="150508" y="411585"/>
                      <a:pt x="139560" y="406163"/>
                      <a:pt x="130749" y="397987"/>
                    </a:cubicBezTo>
                    <a:close/>
                    <a:moveTo>
                      <a:pt x="150953" y="364303"/>
                    </a:moveTo>
                    <a:lnTo>
                      <a:pt x="150953" y="369813"/>
                    </a:lnTo>
                    <a:cubicBezTo>
                      <a:pt x="150953" y="375768"/>
                      <a:pt x="149173" y="381367"/>
                      <a:pt x="146058" y="386077"/>
                    </a:cubicBezTo>
                    <a:cubicBezTo>
                      <a:pt x="153356" y="391943"/>
                      <a:pt x="162435" y="395231"/>
                      <a:pt x="171869" y="395231"/>
                    </a:cubicBezTo>
                    <a:cubicBezTo>
                      <a:pt x="181304" y="395231"/>
                      <a:pt x="190382" y="391943"/>
                      <a:pt x="197681" y="386077"/>
                    </a:cubicBezTo>
                    <a:cubicBezTo>
                      <a:pt x="194566" y="381367"/>
                      <a:pt x="192785" y="375768"/>
                      <a:pt x="192785" y="369813"/>
                    </a:cubicBezTo>
                    <a:lnTo>
                      <a:pt x="192785" y="364303"/>
                    </a:lnTo>
                    <a:cubicBezTo>
                      <a:pt x="186199" y="367324"/>
                      <a:pt x="178990" y="368835"/>
                      <a:pt x="171869" y="368835"/>
                    </a:cubicBezTo>
                    <a:cubicBezTo>
                      <a:pt x="164660" y="368835"/>
                      <a:pt x="157539" y="367324"/>
                      <a:pt x="150953" y="364303"/>
                    </a:cubicBezTo>
                    <a:close/>
                    <a:moveTo>
                      <a:pt x="201597" y="245564"/>
                    </a:moveTo>
                    <a:cubicBezTo>
                      <a:pt x="174806" y="265739"/>
                      <a:pt x="132529" y="270716"/>
                      <a:pt x="112859" y="271960"/>
                    </a:cubicBezTo>
                    <a:lnTo>
                      <a:pt x="119089" y="321820"/>
                    </a:lnTo>
                    <a:cubicBezTo>
                      <a:pt x="119534" y="325375"/>
                      <a:pt x="121670" y="328486"/>
                      <a:pt x="124963" y="330085"/>
                    </a:cubicBezTo>
                    <a:lnTo>
                      <a:pt x="157984" y="346616"/>
                    </a:lnTo>
                    <a:cubicBezTo>
                      <a:pt x="166707" y="350971"/>
                      <a:pt x="177032" y="350971"/>
                      <a:pt x="185754" y="346616"/>
                    </a:cubicBezTo>
                    <a:lnTo>
                      <a:pt x="218775" y="330085"/>
                    </a:lnTo>
                    <a:cubicBezTo>
                      <a:pt x="221979" y="328486"/>
                      <a:pt x="224204" y="325375"/>
                      <a:pt x="224649" y="321820"/>
                    </a:cubicBezTo>
                    <a:lnTo>
                      <a:pt x="230346" y="276226"/>
                    </a:lnTo>
                    <a:close/>
                    <a:moveTo>
                      <a:pt x="234262" y="224501"/>
                    </a:moveTo>
                    <a:lnTo>
                      <a:pt x="213435" y="230455"/>
                    </a:lnTo>
                    <a:lnTo>
                      <a:pt x="243251" y="262184"/>
                    </a:lnTo>
                    <a:cubicBezTo>
                      <a:pt x="243429" y="260318"/>
                      <a:pt x="243518" y="258451"/>
                      <a:pt x="243518" y="256585"/>
                    </a:cubicBezTo>
                    <a:cubicBezTo>
                      <a:pt x="243518" y="245209"/>
                      <a:pt x="240314" y="234277"/>
                      <a:pt x="234262" y="224501"/>
                    </a:cubicBezTo>
                    <a:close/>
                    <a:moveTo>
                      <a:pt x="109387" y="224501"/>
                    </a:moveTo>
                    <a:cubicBezTo>
                      <a:pt x="103869" y="233388"/>
                      <a:pt x="100754" y="243253"/>
                      <a:pt x="100309" y="253563"/>
                    </a:cubicBezTo>
                    <a:cubicBezTo>
                      <a:pt x="100843" y="253385"/>
                      <a:pt x="101466" y="253296"/>
                      <a:pt x="102089" y="253296"/>
                    </a:cubicBezTo>
                    <a:cubicBezTo>
                      <a:pt x="102623" y="253296"/>
                      <a:pt x="139382" y="253119"/>
                      <a:pt x="169377" y="241565"/>
                    </a:cubicBezTo>
                    <a:cubicBezTo>
                      <a:pt x="169288" y="241565"/>
                      <a:pt x="169288" y="241565"/>
                      <a:pt x="169288" y="241565"/>
                    </a:cubicBezTo>
                    <a:close/>
                    <a:moveTo>
                      <a:pt x="313299" y="221657"/>
                    </a:moveTo>
                    <a:lnTo>
                      <a:pt x="313299" y="304045"/>
                    </a:lnTo>
                    <a:lnTo>
                      <a:pt x="345074" y="304045"/>
                    </a:lnTo>
                    <a:lnTo>
                      <a:pt x="345074" y="221657"/>
                    </a:lnTo>
                    <a:close/>
                    <a:moveTo>
                      <a:pt x="224827" y="187973"/>
                    </a:moveTo>
                    <a:lnTo>
                      <a:pt x="182461" y="199971"/>
                    </a:lnTo>
                    <a:cubicBezTo>
                      <a:pt x="182105" y="200060"/>
                      <a:pt x="181749" y="200149"/>
                      <a:pt x="181393" y="200238"/>
                    </a:cubicBezTo>
                    <a:lnTo>
                      <a:pt x="181393" y="219879"/>
                    </a:lnTo>
                    <a:lnTo>
                      <a:pt x="229990" y="205926"/>
                    </a:lnTo>
                    <a:cubicBezTo>
                      <a:pt x="230168" y="205748"/>
                      <a:pt x="230346" y="205570"/>
                      <a:pt x="230524" y="205392"/>
                    </a:cubicBezTo>
                    <a:cubicBezTo>
                      <a:pt x="230524" y="205303"/>
                      <a:pt x="230524" y="205215"/>
                      <a:pt x="230524" y="205126"/>
                    </a:cubicBezTo>
                    <a:close/>
                    <a:moveTo>
                      <a:pt x="118911" y="187973"/>
                    </a:moveTo>
                    <a:lnTo>
                      <a:pt x="113215" y="205126"/>
                    </a:lnTo>
                    <a:cubicBezTo>
                      <a:pt x="113215" y="205215"/>
                      <a:pt x="113215" y="205303"/>
                      <a:pt x="113215" y="205392"/>
                    </a:cubicBezTo>
                    <a:cubicBezTo>
                      <a:pt x="113393" y="205570"/>
                      <a:pt x="113571" y="205748"/>
                      <a:pt x="113749" y="206014"/>
                    </a:cubicBezTo>
                    <a:lnTo>
                      <a:pt x="162346" y="219879"/>
                    </a:lnTo>
                    <a:lnTo>
                      <a:pt x="162346" y="200238"/>
                    </a:lnTo>
                    <a:cubicBezTo>
                      <a:pt x="161990" y="200149"/>
                      <a:pt x="161634" y="200060"/>
                      <a:pt x="161277" y="199971"/>
                    </a:cubicBezTo>
                    <a:close/>
                    <a:moveTo>
                      <a:pt x="166440" y="141313"/>
                    </a:moveTo>
                    <a:lnTo>
                      <a:pt x="95147" y="161488"/>
                    </a:lnTo>
                    <a:lnTo>
                      <a:pt x="166440" y="181662"/>
                    </a:lnTo>
                    <a:cubicBezTo>
                      <a:pt x="170000" y="182640"/>
                      <a:pt x="173738" y="182640"/>
                      <a:pt x="177299" y="181662"/>
                    </a:cubicBezTo>
                    <a:lnTo>
                      <a:pt x="248592" y="161488"/>
                    </a:lnTo>
                    <a:lnTo>
                      <a:pt x="177299" y="141313"/>
                    </a:lnTo>
                    <a:cubicBezTo>
                      <a:pt x="173738" y="140335"/>
                      <a:pt x="170000" y="140335"/>
                      <a:pt x="166440" y="141313"/>
                    </a:cubicBezTo>
                    <a:close/>
                    <a:moveTo>
                      <a:pt x="404618" y="140602"/>
                    </a:moveTo>
                    <a:lnTo>
                      <a:pt x="404618" y="304045"/>
                    </a:lnTo>
                    <a:lnTo>
                      <a:pt x="436393" y="304045"/>
                    </a:lnTo>
                    <a:lnTo>
                      <a:pt x="436393" y="140602"/>
                    </a:lnTo>
                    <a:close/>
                    <a:moveTo>
                      <a:pt x="495937" y="59547"/>
                    </a:moveTo>
                    <a:lnTo>
                      <a:pt x="495937" y="304045"/>
                    </a:lnTo>
                    <a:lnTo>
                      <a:pt x="527712" y="304045"/>
                    </a:lnTo>
                    <a:lnTo>
                      <a:pt x="527712" y="59547"/>
                    </a:lnTo>
                    <a:close/>
                    <a:moveTo>
                      <a:pt x="192162" y="19019"/>
                    </a:moveTo>
                    <a:cubicBezTo>
                      <a:pt x="186199" y="19019"/>
                      <a:pt x="181393" y="23819"/>
                      <a:pt x="181393" y="29773"/>
                    </a:cubicBezTo>
                    <a:lnTo>
                      <a:pt x="181393" y="122827"/>
                    </a:lnTo>
                    <a:cubicBezTo>
                      <a:pt x="181749" y="122915"/>
                      <a:pt x="182105" y="123004"/>
                      <a:pt x="182461" y="123093"/>
                    </a:cubicBezTo>
                    <a:lnTo>
                      <a:pt x="273246" y="148689"/>
                    </a:lnTo>
                    <a:cubicBezTo>
                      <a:pt x="278676" y="150289"/>
                      <a:pt x="282325" y="154911"/>
                      <a:pt x="282770" y="160421"/>
                    </a:cubicBezTo>
                    <a:cubicBezTo>
                      <a:pt x="282859" y="160777"/>
                      <a:pt x="282859" y="161132"/>
                      <a:pt x="282859" y="161488"/>
                    </a:cubicBezTo>
                    <a:lnTo>
                      <a:pt x="282859" y="222279"/>
                    </a:lnTo>
                    <a:cubicBezTo>
                      <a:pt x="282859" y="227522"/>
                      <a:pt x="278587" y="231789"/>
                      <a:pt x="273335" y="231789"/>
                    </a:cubicBezTo>
                    <a:cubicBezTo>
                      <a:pt x="268084" y="231789"/>
                      <a:pt x="263812" y="227522"/>
                      <a:pt x="263812" y="222279"/>
                    </a:cubicBezTo>
                    <a:lnTo>
                      <a:pt x="263812" y="176952"/>
                    </a:lnTo>
                    <a:lnTo>
                      <a:pt x="243073" y="182818"/>
                    </a:lnTo>
                    <a:lnTo>
                      <a:pt x="248592" y="199082"/>
                    </a:lnTo>
                    <a:cubicBezTo>
                      <a:pt x="249927" y="203170"/>
                      <a:pt x="249838" y="207525"/>
                      <a:pt x="248503" y="211525"/>
                    </a:cubicBezTo>
                    <a:cubicBezTo>
                      <a:pt x="257759" y="224945"/>
                      <a:pt x="262566" y="240409"/>
                      <a:pt x="262566" y="256585"/>
                    </a:cubicBezTo>
                    <a:cubicBezTo>
                      <a:pt x="262566" y="273649"/>
                      <a:pt x="257136" y="290002"/>
                      <a:pt x="246723" y="304045"/>
                    </a:cubicBezTo>
                    <a:lnTo>
                      <a:pt x="294252" y="304045"/>
                    </a:lnTo>
                    <a:lnTo>
                      <a:pt x="294252" y="212147"/>
                    </a:lnTo>
                    <a:cubicBezTo>
                      <a:pt x="294252" y="206903"/>
                      <a:pt x="298524" y="202637"/>
                      <a:pt x="303775" y="202637"/>
                    </a:cubicBezTo>
                    <a:lnTo>
                      <a:pt x="354508" y="202637"/>
                    </a:lnTo>
                    <a:cubicBezTo>
                      <a:pt x="359759" y="202637"/>
                      <a:pt x="364032" y="206903"/>
                      <a:pt x="364032" y="212147"/>
                    </a:cubicBezTo>
                    <a:lnTo>
                      <a:pt x="364032" y="304045"/>
                    </a:lnTo>
                    <a:lnTo>
                      <a:pt x="385660" y="304045"/>
                    </a:lnTo>
                    <a:lnTo>
                      <a:pt x="385660" y="131092"/>
                    </a:lnTo>
                    <a:cubicBezTo>
                      <a:pt x="385660" y="125848"/>
                      <a:pt x="389843" y="121582"/>
                      <a:pt x="395094" y="121582"/>
                    </a:cubicBezTo>
                    <a:lnTo>
                      <a:pt x="445916" y="121582"/>
                    </a:lnTo>
                    <a:cubicBezTo>
                      <a:pt x="451168" y="121582"/>
                      <a:pt x="455351" y="125848"/>
                      <a:pt x="455351" y="131092"/>
                    </a:cubicBezTo>
                    <a:lnTo>
                      <a:pt x="455351" y="304045"/>
                    </a:lnTo>
                    <a:lnTo>
                      <a:pt x="476979" y="304045"/>
                    </a:lnTo>
                    <a:lnTo>
                      <a:pt x="476979" y="50037"/>
                    </a:lnTo>
                    <a:cubicBezTo>
                      <a:pt x="476979" y="44793"/>
                      <a:pt x="481252" y="40527"/>
                      <a:pt x="486503" y="40527"/>
                    </a:cubicBezTo>
                    <a:lnTo>
                      <a:pt x="537236" y="40527"/>
                    </a:lnTo>
                    <a:cubicBezTo>
                      <a:pt x="542487" y="40527"/>
                      <a:pt x="546759" y="44793"/>
                      <a:pt x="546759" y="50037"/>
                    </a:cubicBezTo>
                    <a:lnTo>
                      <a:pt x="546759" y="304045"/>
                    </a:lnTo>
                    <a:lnTo>
                      <a:pt x="557529" y="304045"/>
                    </a:lnTo>
                    <a:cubicBezTo>
                      <a:pt x="562780" y="304045"/>
                      <a:pt x="567053" y="308222"/>
                      <a:pt x="567053" y="313465"/>
                    </a:cubicBezTo>
                    <a:cubicBezTo>
                      <a:pt x="567053" y="318709"/>
                      <a:pt x="562780" y="322975"/>
                      <a:pt x="557529" y="322975"/>
                    </a:cubicBezTo>
                    <a:lnTo>
                      <a:pt x="243697" y="322975"/>
                    </a:lnTo>
                    <a:lnTo>
                      <a:pt x="243518" y="324219"/>
                    </a:lnTo>
                    <a:cubicBezTo>
                      <a:pt x="242539" y="332396"/>
                      <a:pt x="238089" y="339773"/>
                      <a:pt x="231503" y="344572"/>
                    </a:cubicBezTo>
                    <a:lnTo>
                      <a:pt x="577822" y="344572"/>
                    </a:lnTo>
                    <a:cubicBezTo>
                      <a:pt x="583786" y="344572"/>
                      <a:pt x="588592" y="339684"/>
                      <a:pt x="588592" y="333729"/>
                    </a:cubicBezTo>
                    <a:lnTo>
                      <a:pt x="588592" y="29773"/>
                    </a:lnTo>
                    <a:cubicBezTo>
                      <a:pt x="588592" y="23819"/>
                      <a:pt x="583786" y="19019"/>
                      <a:pt x="577822" y="19019"/>
                    </a:cubicBezTo>
                    <a:close/>
                    <a:moveTo>
                      <a:pt x="192162" y="0"/>
                    </a:moveTo>
                    <a:lnTo>
                      <a:pt x="577822" y="0"/>
                    </a:lnTo>
                    <a:cubicBezTo>
                      <a:pt x="594199" y="0"/>
                      <a:pt x="607639" y="13331"/>
                      <a:pt x="607639" y="29773"/>
                    </a:cubicBezTo>
                    <a:lnTo>
                      <a:pt x="607639" y="333729"/>
                    </a:lnTo>
                    <a:cubicBezTo>
                      <a:pt x="607639" y="350171"/>
                      <a:pt x="594199" y="363503"/>
                      <a:pt x="577822" y="363503"/>
                    </a:cubicBezTo>
                    <a:lnTo>
                      <a:pt x="211833" y="363503"/>
                    </a:lnTo>
                    <a:lnTo>
                      <a:pt x="211833" y="369813"/>
                    </a:lnTo>
                    <a:cubicBezTo>
                      <a:pt x="211833" y="374434"/>
                      <a:pt x="214770" y="378612"/>
                      <a:pt x="219220" y="380034"/>
                    </a:cubicBezTo>
                    <a:lnTo>
                      <a:pt x="252330" y="391054"/>
                    </a:lnTo>
                    <a:cubicBezTo>
                      <a:pt x="264524" y="395143"/>
                      <a:pt x="272712" y="406519"/>
                      <a:pt x="272712" y="419317"/>
                    </a:cubicBezTo>
                    <a:lnTo>
                      <a:pt x="272712" y="526946"/>
                    </a:lnTo>
                    <a:lnTo>
                      <a:pt x="334215" y="526946"/>
                    </a:lnTo>
                    <a:cubicBezTo>
                      <a:pt x="339466" y="526946"/>
                      <a:pt x="343738" y="531212"/>
                      <a:pt x="343738" y="536455"/>
                    </a:cubicBezTo>
                    <a:cubicBezTo>
                      <a:pt x="343738" y="541699"/>
                      <a:pt x="339466" y="545965"/>
                      <a:pt x="334215" y="545965"/>
                    </a:cubicBezTo>
                    <a:lnTo>
                      <a:pt x="9524" y="545965"/>
                    </a:lnTo>
                    <a:cubicBezTo>
                      <a:pt x="4272" y="545965"/>
                      <a:pt x="0" y="541699"/>
                      <a:pt x="0" y="536455"/>
                    </a:cubicBezTo>
                    <a:cubicBezTo>
                      <a:pt x="0" y="531212"/>
                      <a:pt x="4272" y="526946"/>
                      <a:pt x="9524" y="526946"/>
                    </a:cubicBezTo>
                    <a:lnTo>
                      <a:pt x="71026" y="526946"/>
                    </a:lnTo>
                    <a:lnTo>
                      <a:pt x="71026" y="419317"/>
                    </a:lnTo>
                    <a:cubicBezTo>
                      <a:pt x="71026" y="406430"/>
                      <a:pt x="79215" y="395143"/>
                      <a:pt x="91408" y="391054"/>
                    </a:cubicBezTo>
                    <a:lnTo>
                      <a:pt x="124518" y="380034"/>
                    </a:lnTo>
                    <a:cubicBezTo>
                      <a:pt x="128969" y="378612"/>
                      <a:pt x="131906" y="374434"/>
                      <a:pt x="131906" y="369813"/>
                    </a:cubicBezTo>
                    <a:lnTo>
                      <a:pt x="131906" y="354882"/>
                    </a:lnTo>
                    <a:lnTo>
                      <a:pt x="116419" y="347149"/>
                    </a:lnTo>
                    <a:cubicBezTo>
                      <a:pt x="107518" y="342617"/>
                      <a:pt x="101466" y="334085"/>
                      <a:pt x="100220" y="324219"/>
                    </a:cubicBezTo>
                    <a:lnTo>
                      <a:pt x="97817" y="305111"/>
                    </a:lnTo>
                    <a:cubicBezTo>
                      <a:pt x="86869" y="290891"/>
                      <a:pt x="81173" y="274093"/>
                      <a:pt x="81173" y="256585"/>
                    </a:cubicBezTo>
                    <a:cubicBezTo>
                      <a:pt x="81173" y="240409"/>
                      <a:pt x="85979" y="224945"/>
                      <a:pt x="95147" y="211525"/>
                    </a:cubicBezTo>
                    <a:cubicBezTo>
                      <a:pt x="93811" y="207525"/>
                      <a:pt x="93811" y="203170"/>
                      <a:pt x="95147" y="199082"/>
                    </a:cubicBezTo>
                    <a:lnTo>
                      <a:pt x="100576" y="182818"/>
                    </a:lnTo>
                    <a:lnTo>
                      <a:pt x="70492" y="174286"/>
                    </a:lnTo>
                    <a:cubicBezTo>
                      <a:pt x="64707" y="172686"/>
                      <a:pt x="60880" y="167531"/>
                      <a:pt x="60880" y="161488"/>
                    </a:cubicBezTo>
                    <a:cubicBezTo>
                      <a:pt x="60880" y="155444"/>
                      <a:pt x="64707" y="150378"/>
                      <a:pt x="70492" y="148689"/>
                    </a:cubicBezTo>
                    <a:lnTo>
                      <a:pt x="161277" y="123093"/>
                    </a:lnTo>
                    <a:cubicBezTo>
                      <a:pt x="161634" y="123004"/>
                      <a:pt x="161990" y="122915"/>
                      <a:pt x="162346" y="122827"/>
                    </a:cubicBezTo>
                    <a:lnTo>
                      <a:pt x="162346" y="29773"/>
                    </a:lnTo>
                    <a:cubicBezTo>
                      <a:pt x="162346" y="13331"/>
                      <a:pt x="175696" y="0"/>
                      <a:pt x="192162" y="0"/>
                    </a:cubicBezTo>
                    <a:close/>
                  </a:path>
                </a:pathLst>
              </a:cu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alpha val="70000"/>
                    </a:prstClr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5D487509-5209-30B7-7861-55CEB7DAF5F8}"/>
                </a:ext>
              </a:extLst>
            </p:cNvPr>
            <p:cNvGrpSpPr/>
            <p:nvPr/>
          </p:nvGrpSpPr>
          <p:grpSpPr>
            <a:xfrm>
              <a:off x="4639504" y="152734"/>
              <a:ext cx="6440683" cy="413844"/>
              <a:chOff x="4278242" y="140702"/>
              <a:chExt cx="6440683" cy="413844"/>
            </a:xfrm>
          </p:grpSpPr>
          <p:sp>
            <p:nvSpPr>
              <p:cNvPr id="41" name="文本框 15">
                <a:extLst>
                  <a:ext uri="{FF2B5EF4-FFF2-40B4-BE49-F238E27FC236}">
                    <a16:creationId xmlns:a16="http://schemas.microsoft.com/office/drawing/2014/main" id="{6A28E051-C7D3-772D-7FDD-D9B7C7E29D43}"/>
                  </a:ext>
                </a:extLst>
              </p:cNvPr>
              <p:cNvSpPr txBox="1"/>
              <p:nvPr/>
            </p:nvSpPr>
            <p:spPr>
              <a:xfrm>
                <a:off x="4587634" y="152661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项目实施</a:t>
                </a:r>
              </a:p>
            </p:txBody>
          </p:sp>
          <p:sp>
            <p:nvSpPr>
              <p:cNvPr id="42" name="stars_273718">
                <a:extLst>
                  <a:ext uri="{FF2B5EF4-FFF2-40B4-BE49-F238E27FC236}">
                    <a16:creationId xmlns:a16="http://schemas.microsoft.com/office/drawing/2014/main" id="{8D50CC99-9493-6201-5787-5E03D9FF59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78242" y="246249"/>
                <a:ext cx="216505" cy="216000"/>
              </a:xfrm>
              <a:custGeom>
                <a:avLst/>
                <a:gdLst>
                  <a:gd name="connsiteX0" fmla="*/ 435684 w 607336"/>
                  <a:gd name="connsiteY0" fmla="*/ 463990 h 605919"/>
                  <a:gd name="connsiteX1" fmla="*/ 421104 w 607336"/>
                  <a:gd name="connsiteY1" fmla="*/ 493187 h 605919"/>
                  <a:gd name="connsiteX2" fmla="*/ 409311 w 607336"/>
                  <a:gd name="connsiteY2" fmla="*/ 500417 h 605919"/>
                  <a:gd name="connsiteX3" fmla="*/ 388325 w 607336"/>
                  <a:gd name="connsiteY3" fmla="*/ 500417 h 605919"/>
                  <a:gd name="connsiteX4" fmla="*/ 405411 w 607336"/>
                  <a:gd name="connsiteY4" fmla="*/ 517472 h 605919"/>
                  <a:gd name="connsiteX5" fmla="*/ 409033 w 607336"/>
                  <a:gd name="connsiteY5" fmla="*/ 529429 h 605919"/>
                  <a:gd name="connsiteX6" fmla="*/ 402625 w 607336"/>
                  <a:gd name="connsiteY6" fmla="*/ 561499 h 605919"/>
                  <a:gd name="connsiteX7" fmla="*/ 427790 w 607336"/>
                  <a:gd name="connsiteY7" fmla="*/ 542591 h 605919"/>
                  <a:gd name="connsiteX8" fmla="*/ 435684 w 607336"/>
                  <a:gd name="connsiteY8" fmla="*/ 539995 h 605919"/>
                  <a:gd name="connsiteX9" fmla="*/ 443670 w 607336"/>
                  <a:gd name="connsiteY9" fmla="*/ 542591 h 605919"/>
                  <a:gd name="connsiteX10" fmla="*/ 468835 w 607336"/>
                  <a:gd name="connsiteY10" fmla="*/ 561499 h 605919"/>
                  <a:gd name="connsiteX11" fmla="*/ 462427 w 607336"/>
                  <a:gd name="connsiteY11" fmla="*/ 529429 h 605919"/>
                  <a:gd name="connsiteX12" fmla="*/ 466049 w 607336"/>
                  <a:gd name="connsiteY12" fmla="*/ 517472 h 605919"/>
                  <a:gd name="connsiteX13" fmla="*/ 483042 w 607336"/>
                  <a:gd name="connsiteY13" fmla="*/ 500417 h 605919"/>
                  <a:gd name="connsiteX14" fmla="*/ 462149 w 607336"/>
                  <a:gd name="connsiteY14" fmla="*/ 500417 h 605919"/>
                  <a:gd name="connsiteX15" fmla="*/ 450356 w 607336"/>
                  <a:gd name="connsiteY15" fmla="*/ 493187 h 605919"/>
                  <a:gd name="connsiteX16" fmla="*/ 171614 w 607336"/>
                  <a:gd name="connsiteY16" fmla="*/ 463990 h 605919"/>
                  <a:gd name="connsiteX17" fmla="*/ 157040 w 607336"/>
                  <a:gd name="connsiteY17" fmla="*/ 493187 h 605919"/>
                  <a:gd name="connsiteX18" fmla="*/ 145252 w 607336"/>
                  <a:gd name="connsiteY18" fmla="*/ 500417 h 605919"/>
                  <a:gd name="connsiteX19" fmla="*/ 124273 w 607336"/>
                  <a:gd name="connsiteY19" fmla="*/ 500417 h 605919"/>
                  <a:gd name="connsiteX20" fmla="*/ 141353 w 607336"/>
                  <a:gd name="connsiteY20" fmla="*/ 517472 h 605919"/>
                  <a:gd name="connsiteX21" fmla="*/ 144973 w 607336"/>
                  <a:gd name="connsiteY21" fmla="*/ 529429 h 605919"/>
                  <a:gd name="connsiteX22" fmla="*/ 138568 w 607336"/>
                  <a:gd name="connsiteY22" fmla="*/ 561499 h 605919"/>
                  <a:gd name="connsiteX23" fmla="*/ 163724 w 607336"/>
                  <a:gd name="connsiteY23" fmla="*/ 542591 h 605919"/>
                  <a:gd name="connsiteX24" fmla="*/ 171614 w 607336"/>
                  <a:gd name="connsiteY24" fmla="*/ 539995 h 605919"/>
                  <a:gd name="connsiteX25" fmla="*/ 179504 w 607336"/>
                  <a:gd name="connsiteY25" fmla="*/ 542591 h 605919"/>
                  <a:gd name="connsiteX26" fmla="*/ 204660 w 607336"/>
                  <a:gd name="connsiteY26" fmla="*/ 561499 h 605919"/>
                  <a:gd name="connsiteX27" fmla="*/ 198255 w 607336"/>
                  <a:gd name="connsiteY27" fmla="*/ 529429 h 605919"/>
                  <a:gd name="connsiteX28" fmla="*/ 201875 w 607336"/>
                  <a:gd name="connsiteY28" fmla="*/ 517472 h 605919"/>
                  <a:gd name="connsiteX29" fmla="*/ 218955 w 607336"/>
                  <a:gd name="connsiteY29" fmla="*/ 500417 h 605919"/>
                  <a:gd name="connsiteX30" fmla="*/ 197976 w 607336"/>
                  <a:gd name="connsiteY30" fmla="*/ 500417 h 605919"/>
                  <a:gd name="connsiteX31" fmla="*/ 186187 w 607336"/>
                  <a:gd name="connsiteY31" fmla="*/ 493187 h 605919"/>
                  <a:gd name="connsiteX32" fmla="*/ 435695 w 607336"/>
                  <a:gd name="connsiteY32" fmla="*/ 421910 h 605919"/>
                  <a:gd name="connsiteX33" fmla="*/ 447570 w 607336"/>
                  <a:gd name="connsiteY33" fmla="*/ 428583 h 605919"/>
                  <a:gd name="connsiteX34" fmla="*/ 470321 w 607336"/>
                  <a:gd name="connsiteY34" fmla="*/ 474094 h 605919"/>
                  <a:gd name="connsiteX35" fmla="*/ 514986 w 607336"/>
                  <a:gd name="connsiteY35" fmla="*/ 474094 h 605919"/>
                  <a:gd name="connsiteX36" fmla="*/ 527151 w 607336"/>
                  <a:gd name="connsiteY36" fmla="*/ 482250 h 605919"/>
                  <a:gd name="connsiteX37" fmla="*/ 524272 w 607336"/>
                  <a:gd name="connsiteY37" fmla="*/ 496617 h 605919"/>
                  <a:gd name="connsiteX38" fmla="*/ 489635 w 607336"/>
                  <a:gd name="connsiteY38" fmla="*/ 531190 h 605919"/>
                  <a:gd name="connsiteX39" fmla="*/ 501429 w 607336"/>
                  <a:gd name="connsiteY39" fmla="*/ 590140 h 605919"/>
                  <a:gd name="connsiteX40" fmla="*/ 495579 w 607336"/>
                  <a:gd name="connsiteY40" fmla="*/ 603858 h 605919"/>
                  <a:gd name="connsiteX41" fmla="*/ 488521 w 607336"/>
                  <a:gd name="connsiteY41" fmla="*/ 605897 h 605919"/>
                  <a:gd name="connsiteX42" fmla="*/ 480628 w 607336"/>
                  <a:gd name="connsiteY42" fmla="*/ 603302 h 605919"/>
                  <a:gd name="connsiteX43" fmla="*/ 435684 w 607336"/>
                  <a:gd name="connsiteY43" fmla="*/ 569656 h 605919"/>
                  <a:gd name="connsiteX44" fmla="*/ 390832 w 607336"/>
                  <a:gd name="connsiteY44" fmla="*/ 603302 h 605919"/>
                  <a:gd name="connsiteX45" fmla="*/ 375881 w 607336"/>
                  <a:gd name="connsiteY45" fmla="*/ 603858 h 605919"/>
                  <a:gd name="connsiteX46" fmla="*/ 369938 w 607336"/>
                  <a:gd name="connsiteY46" fmla="*/ 590140 h 605919"/>
                  <a:gd name="connsiteX47" fmla="*/ 381732 w 607336"/>
                  <a:gd name="connsiteY47" fmla="*/ 531190 h 605919"/>
                  <a:gd name="connsiteX48" fmla="*/ 347095 w 607336"/>
                  <a:gd name="connsiteY48" fmla="*/ 496617 h 605919"/>
                  <a:gd name="connsiteX49" fmla="*/ 344309 w 607336"/>
                  <a:gd name="connsiteY49" fmla="*/ 482250 h 605919"/>
                  <a:gd name="connsiteX50" fmla="*/ 356474 w 607336"/>
                  <a:gd name="connsiteY50" fmla="*/ 474094 h 605919"/>
                  <a:gd name="connsiteX51" fmla="*/ 401139 w 607336"/>
                  <a:gd name="connsiteY51" fmla="*/ 474094 h 605919"/>
                  <a:gd name="connsiteX52" fmla="*/ 423890 w 607336"/>
                  <a:gd name="connsiteY52" fmla="*/ 428583 h 605919"/>
                  <a:gd name="connsiteX53" fmla="*/ 435695 w 607336"/>
                  <a:gd name="connsiteY53" fmla="*/ 421910 h 605919"/>
                  <a:gd name="connsiteX54" fmla="*/ 171614 w 607336"/>
                  <a:gd name="connsiteY54" fmla="*/ 421910 h 605919"/>
                  <a:gd name="connsiteX55" fmla="*/ 183403 w 607336"/>
                  <a:gd name="connsiteY55" fmla="*/ 428583 h 605919"/>
                  <a:gd name="connsiteX56" fmla="*/ 206145 w 607336"/>
                  <a:gd name="connsiteY56" fmla="*/ 474094 h 605919"/>
                  <a:gd name="connsiteX57" fmla="*/ 250794 w 607336"/>
                  <a:gd name="connsiteY57" fmla="*/ 474094 h 605919"/>
                  <a:gd name="connsiteX58" fmla="*/ 262954 w 607336"/>
                  <a:gd name="connsiteY58" fmla="*/ 482250 h 605919"/>
                  <a:gd name="connsiteX59" fmla="*/ 260169 w 607336"/>
                  <a:gd name="connsiteY59" fmla="*/ 496617 h 605919"/>
                  <a:gd name="connsiteX60" fmla="*/ 225545 w 607336"/>
                  <a:gd name="connsiteY60" fmla="*/ 531190 h 605919"/>
                  <a:gd name="connsiteX61" fmla="*/ 237334 w 607336"/>
                  <a:gd name="connsiteY61" fmla="*/ 590140 h 605919"/>
                  <a:gd name="connsiteX62" fmla="*/ 231393 w 607336"/>
                  <a:gd name="connsiteY62" fmla="*/ 603858 h 605919"/>
                  <a:gd name="connsiteX63" fmla="*/ 224431 w 607336"/>
                  <a:gd name="connsiteY63" fmla="*/ 605897 h 605919"/>
                  <a:gd name="connsiteX64" fmla="*/ 216541 w 607336"/>
                  <a:gd name="connsiteY64" fmla="*/ 603302 h 605919"/>
                  <a:gd name="connsiteX65" fmla="*/ 171614 w 607336"/>
                  <a:gd name="connsiteY65" fmla="*/ 569656 h 605919"/>
                  <a:gd name="connsiteX66" fmla="*/ 126687 w 607336"/>
                  <a:gd name="connsiteY66" fmla="*/ 603302 h 605919"/>
                  <a:gd name="connsiteX67" fmla="*/ 111742 w 607336"/>
                  <a:gd name="connsiteY67" fmla="*/ 603858 h 605919"/>
                  <a:gd name="connsiteX68" fmla="*/ 105894 w 607336"/>
                  <a:gd name="connsiteY68" fmla="*/ 590140 h 605919"/>
                  <a:gd name="connsiteX69" fmla="*/ 117683 w 607336"/>
                  <a:gd name="connsiteY69" fmla="*/ 531190 h 605919"/>
                  <a:gd name="connsiteX70" fmla="*/ 83059 w 607336"/>
                  <a:gd name="connsiteY70" fmla="*/ 496617 h 605919"/>
                  <a:gd name="connsiteX71" fmla="*/ 80181 w 607336"/>
                  <a:gd name="connsiteY71" fmla="*/ 482250 h 605919"/>
                  <a:gd name="connsiteX72" fmla="*/ 92434 w 607336"/>
                  <a:gd name="connsiteY72" fmla="*/ 474094 h 605919"/>
                  <a:gd name="connsiteX73" fmla="*/ 137083 w 607336"/>
                  <a:gd name="connsiteY73" fmla="*/ 474094 h 605919"/>
                  <a:gd name="connsiteX74" fmla="*/ 159825 w 607336"/>
                  <a:gd name="connsiteY74" fmla="*/ 428583 h 605919"/>
                  <a:gd name="connsiteX75" fmla="*/ 171614 w 607336"/>
                  <a:gd name="connsiteY75" fmla="*/ 421910 h 605919"/>
                  <a:gd name="connsiteX76" fmla="*/ 514950 w 607336"/>
                  <a:gd name="connsiteY76" fmla="*/ 226678 h 605919"/>
                  <a:gd name="connsiteX77" fmla="*/ 500278 w 607336"/>
                  <a:gd name="connsiteY77" fmla="*/ 255875 h 605919"/>
                  <a:gd name="connsiteX78" fmla="*/ 488485 w 607336"/>
                  <a:gd name="connsiteY78" fmla="*/ 263105 h 605919"/>
                  <a:gd name="connsiteX79" fmla="*/ 467592 w 607336"/>
                  <a:gd name="connsiteY79" fmla="*/ 263105 h 605919"/>
                  <a:gd name="connsiteX80" fmla="*/ 484678 w 607336"/>
                  <a:gd name="connsiteY80" fmla="*/ 280160 h 605919"/>
                  <a:gd name="connsiteX81" fmla="*/ 488207 w 607336"/>
                  <a:gd name="connsiteY81" fmla="*/ 292117 h 605919"/>
                  <a:gd name="connsiteX82" fmla="*/ 481799 w 607336"/>
                  <a:gd name="connsiteY82" fmla="*/ 324187 h 605919"/>
                  <a:gd name="connsiteX83" fmla="*/ 506964 w 607336"/>
                  <a:gd name="connsiteY83" fmla="*/ 305279 h 605919"/>
                  <a:gd name="connsiteX84" fmla="*/ 514950 w 607336"/>
                  <a:gd name="connsiteY84" fmla="*/ 302683 h 605919"/>
                  <a:gd name="connsiteX85" fmla="*/ 522844 w 607336"/>
                  <a:gd name="connsiteY85" fmla="*/ 305279 h 605919"/>
                  <a:gd name="connsiteX86" fmla="*/ 548009 w 607336"/>
                  <a:gd name="connsiteY86" fmla="*/ 324187 h 605919"/>
                  <a:gd name="connsiteX87" fmla="*/ 541601 w 607336"/>
                  <a:gd name="connsiteY87" fmla="*/ 292117 h 605919"/>
                  <a:gd name="connsiteX88" fmla="*/ 545223 w 607336"/>
                  <a:gd name="connsiteY88" fmla="*/ 280160 h 605919"/>
                  <a:gd name="connsiteX89" fmla="*/ 562309 w 607336"/>
                  <a:gd name="connsiteY89" fmla="*/ 263105 h 605919"/>
                  <a:gd name="connsiteX90" fmla="*/ 541323 w 607336"/>
                  <a:gd name="connsiteY90" fmla="*/ 263105 h 605919"/>
                  <a:gd name="connsiteX91" fmla="*/ 529530 w 607336"/>
                  <a:gd name="connsiteY91" fmla="*/ 255875 h 605919"/>
                  <a:gd name="connsiteX92" fmla="*/ 92440 w 607336"/>
                  <a:gd name="connsiteY92" fmla="*/ 226678 h 605919"/>
                  <a:gd name="connsiteX93" fmla="*/ 77774 w 607336"/>
                  <a:gd name="connsiteY93" fmla="*/ 255875 h 605919"/>
                  <a:gd name="connsiteX94" fmla="*/ 65985 w 607336"/>
                  <a:gd name="connsiteY94" fmla="*/ 263105 h 605919"/>
                  <a:gd name="connsiteX95" fmla="*/ 45099 w 607336"/>
                  <a:gd name="connsiteY95" fmla="*/ 263105 h 605919"/>
                  <a:gd name="connsiteX96" fmla="*/ 62086 w 607336"/>
                  <a:gd name="connsiteY96" fmla="*/ 280160 h 605919"/>
                  <a:gd name="connsiteX97" fmla="*/ 65706 w 607336"/>
                  <a:gd name="connsiteY97" fmla="*/ 292024 h 605919"/>
                  <a:gd name="connsiteX98" fmla="*/ 59301 w 607336"/>
                  <a:gd name="connsiteY98" fmla="*/ 324187 h 605919"/>
                  <a:gd name="connsiteX99" fmla="*/ 84457 w 607336"/>
                  <a:gd name="connsiteY99" fmla="*/ 305279 h 605919"/>
                  <a:gd name="connsiteX100" fmla="*/ 92440 w 607336"/>
                  <a:gd name="connsiteY100" fmla="*/ 302683 h 605919"/>
                  <a:gd name="connsiteX101" fmla="*/ 100330 w 607336"/>
                  <a:gd name="connsiteY101" fmla="*/ 305279 h 605919"/>
                  <a:gd name="connsiteX102" fmla="*/ 125486 w 607336"/>
                  <a:gd name="connsiteY102" fmla="*/ 324187 h 605919"/>
                  <a:gd name="connsiteX103" fmla="*/ 119081 w 607336"/>
                  <a:gd name="connsiteY103" fmla="*/ 292117 h 605919"/>
                  <a:gd name="connsiteX104" fmla="*/ 122701 w 607336"/>
                  <a:gd name="connsiteY104" fmla="*/ 280160 h 605919"/>
                  <a:gd name="connsiteX105" fmla="*/ 139781 w 607336"/>
                  <a:gd name="connsiteY105" fmla="*/ 263105 h 605919"/>
                  <a:gd name="connsiteX106" fmla="*/ 118802 w 607336"/>
                  <a:gd name="connsiteY106" fmla="*/ 263105 h 605919"/>
                  <a:gd name="connsiteX107" fmla="*/ 107013 w 607336"/>
                  <a:gd name="connsiteY107" fmla="*/ 255875 h 605919"/>
                  <a:gd name="connsiteX108" fmla="*/ 514938 w 607336"/>
                  <a:gd name="connsiteY108" fmla="*/ 184598 h 605919"/>
                  <a:gd name="connsiteX109" fmla="*/ 526744 w 607336"/>
                  <a:gd name="connsiteY109" fmla="*/ 191271 h 605919"/>
                  <a:gd name="connsiteX110" fmla="*/ 549495 w 607336"/>
                  <a:gd name="connsiteY110" fmla="*/ 236782 h 605919"/>
                  <a:gd name="connsiteX111" fmla="*/ 594160 w 607336"/>
                  <a:gd name="connsiteY111" fmla="*/ 236782 h 605919"/>
                  <a:gd name="connsiteX112" fmla="*/ 606325 w 607336"/>
                  <a:gd name="connsiteY112" fmla="*/ 244938 h 605919"/>
                  <a:gd name="connsiteX113" fmla="*/ 603539 w 607336"/>
                  <a:gd name="connsiteY113" fmla="*/ 259305 h 605919"/>
                  <a:gd name="connsiteX114" fmla="*/ 568902 w 607336"/>
                  <a:gd name="connsiteY114" fmla="*/ 293878 h 605919"/>
                  <a:gd name="connsiteX115" fmla="*/ 580696 w 607336"/>
                  <a:gd name="connsiteY115" fmla="*/ 352828 h 605919"/>
                  <a:gd name="connsiteX116" fmla="*/ 574753 w 607336"/>
                  <a:gd name="connsiteY116" fmla="*/ 366546 h 605919"/>
                  <a:gd name="connsiteX117" fmla="*/ 567788 w 607336"/>
                  <a:gd name="connsiteY117" fmla="*/ 368585 h 605919"/>
                  <a:gd name="connsiteX118" fmla="*/ 559802 w 607336"/>
                  <a:gd name="connsiteY118" fmla="*/ 365990 h 605919"/>
                  <a:gd name="connsiteX119" fmla="*/ 514950 w 607336"/>
                  <a:gd name="connsiteY119" fmla="*/ 332344 h 605919"/>
                  <a:gd name="connsiteX120" fmla="*/ 470006 w 607336"/>
                  <a:gd name="connsiteY120" fmla="*/ 365990 h 605919"/>
                  <a:gd name="connsiteX121" fmla="*/ 455055 w 607336"/>
                  <a:gd name="connsiteY121" fmla="*/ 366546 h 605919"/>
                  <a:gd name="connsiteX122" fmla="*/ 449205 w 607336"/>
                  <a:gd name="connsiteY122" fmla="*/ 352828 h 605919"/>
                  <a:gd name="connsiteX123" fmla="*/ 460999 w 607336"/>
                  <a:gd name="connsiteY123" fmla="*/ 293878 h 605919"/>
                  <a:gd name="connsiteX124" fmla="*/ 426362 w 607336"/>
                  <a:gd name="connsiteY124" fmla="*/ 259305 h 605919"/>
                  <a:gd name="connsiteX125" fmla="*/ 423483 w 607336"/>
                  <a:gd name="connsiteY125" fmla="*/ 244938 h 605919"/>
                  <a:gd name="connsiteX126" fmla="*/ 435648 w 607336"/>
                  <a:gd name="connsiteY126" fmla="*/ 236782 h 605919"/>
                  <a:gd name="connsiteX127" fmla="*/ 480313 w 607336"/>
                  <a:gd name="connsiteY127" fmla="*/ 236782 h 605919"/>
                  <a:gd name="connsiteX128" fmla="*/ 503064 w 607336"/>
                  <a:gd name="connsiteY128" fmla="*/ 191271 h 605919"/>
                  <a:gd name="connsiteX129" fmla="*/ 514938 w 607336"/>
                  <a:gd name="connsiteY129" fmla="*/ 184598 h 605919"/>
                  <a:gd name="connsiteX130" fmla="*/ 92394 w 607336"/>
                  <a:gd name="connsiteY130" fmla="*/ 184598 h 605919"/>
                  <a:gd name="connsiteX131" fmla="*/ 104229 w 607336"/>
                  <a:gd name="connsiteY131" fmla="*/ 191271 h 605919"/>
                  <a:gd name="connsiteX132" fmla="*/ 126971 w 607336"/>
                  <a:gd name="connsiteY132" fmla="*/ 236782 h 605919"/>
                  <a:gd name="connsiteX133" fmla="*/ 171620 w 607336"/>
                  <a:gd name="connsiteY133" fmla="*/ 236782 h 605919"/>
                  <a:gd name="connsiteX134" fmla="*/ 183780 w 607336"/>
                  <a:gd name="connsiteY134" fmla="*/ 244938 h 605919"/>
                  <a:gd name="connsiteX135" fmla="*/ 180902 w 607336"/>
                  <a:gd name="connsiteY135" fmla="*/ 259305 h 605919"/>
                  <a:gd name="connsiteX136" fmla="*/ 146371 w 607336"/>
                  <a:gd name="connsiteY136" fmla="*/ 293878 h 605919"/>
                  <a:gd name="connsiteX137" fmla="*/ 158160 w 607336"/>
                  <a:gd name="connsiteY137" fmla="*/ 352828 h 605919"/>
                  <a:gd name="connsiteX138" fmla="*/ 152219 w 607336"/>
                  <a:gd name="connsiteY138" fmla="*/ 366546 h 605919"/>
                  <a:gd name="connsiteX139" fmla="*/ 145257 w 607336"/>
                  <a:gd name="connsiteY139" fmla="*/ 368585 h 605919"/>
                  <a:gd name="connsiteX140" fmla="*/ 137274 w 607336"/>
                  <a:gd name="connsiteY140" fmla="*/ 365990 h 605919"/>
                  <a:gd name="connsiteX141" fmla="*/ 92440 w 607336"/>
                  <a:gd name="connsiteY141" fmla="*/ 332344 h 605919"/>
                  <a:gd name="connsiteX142" fmla="*/ 47513 w 607336"/>
                  <a:gd name="connsiteY142" fmla="*/ 365990 h 605919"/>
                  <a:gd name="connsiteX143" fmla="*/ 32568 w 607336"/>
                  <a:gd name="connsiteY143" fmla="*/ 366546 h 605919"/>
                  <a:gd name="connsiteX144" fmla="*/ 26627 w 607336"/>
                  <a:gd name="connsiteY144" fmla="*/ 352828 h 605919"/>
                  <a:gd name="connsiteX145" fmla="*/ 38509 w 607336"/>
                  <a:gd name="connsiteY145" fmla="*/ 293878 h 605919"/>
                  <a:gd name="connsiteX146" fmla="*/ 3885 w 607336"/>
                  <a:gd name="connsiteY146" fmla="*/ 259305 h 605919"/>
                  <a:gd name="connsiteX147" fmla="*/ 1007 w 607336"/>
                  <a:gd name="connsiteY147" fmla="*/ 244938 h 605919"/>
                  <a:gd name="connsiteX148" fmla="*/ 13167 w 607336"/>
                  <a:gd name="connsiteY148" fmla="*/ 236782 h 605919"/>
                  <a:gd name="connsiteX149" fmla="*/ 57816 w 607336"/>
                  <a:gd name="connsiteY149" fmla="*/ 236782 h 605919"/>
                  <a:gd name="connsiteX150" fmla="*/ 80558 w 607336"/>
                  <a:gd name="connsiteY150" fmla="*/ 191271 h 605919"/>
                  <a:gd name="connsiteX151" fmla="*/ 92394 w 607336"/>
                  <a:gd name="connsiteY151" fmla="*/ 184598 h 605919"/>
                  <a:gd name="connsiteX152" fmla="*/ 303666 w 607336"/>
                  <a:gd name="connsiteY152" fmla="*/ 42096 h 605919"/>
                  <a:gd name="connsiteX153" fmla="*/ 289089 w 607336"/>
                  <a:gd name="connsiteY153" fmla="*/ 71304 h 605919"/>
                  <a:gd name="connsiteX154" fmla="*/ 277297 w 607336"/>
                  <a:gd name="connsiteY154" fmla="*/ 78537 h 605919"/>
                  <a:gd name="connsiteX155" fmla="*/ 256313 w 607336"/>
                  <a:gd name="connsiteY155" fmla="*/ 78537 h 605919"/>
                  <a:gd name="connsiteX156" fmla="*/ 273397 w 607336"/>
                  <a:gd name="connsiteY156" fmla="*/ 95598 h 605919"/>
                  <a:gd name="connsiteX157" fmla="*/ 277018 w 607336"/>
                  <a:gd name="connsiteY157" fmla="*/ 107467 h 605919"/>
                  <a:gd name="connsiteX158" fmla="*/ 270612 w 607336"/>
                  <a:gd name="connsiteY158" fmla="*/ 139642 h 605919"/>
                  <a:gd name="connsiteX159" fmla="*/ 295774 w 607336"/>
                  <a:gd name="connsiteY159" fmla="*/ 120726 h 605919"/>
                  <a:gd name="connsiteX160" fmla="*/ 303666 w 607336"/>
                  <a:gd name="connsiteY160" fmla="*/ 118130 h 605919"/>
                  <a:gd name="connsiteX161" fmla="*/ 311651 w 607336"/>
                  <a:gd name="connsiteY161" fmla="*/ 120726 h 605919"/>
                  <a:gd name="connsiteX162" fmla="*/ 336813 w 607336"/>
                  <a:gd name="connsiteY162" fmla="*/ 139642 h 605919"/>
                  <a:gd name="connsiteX163" fmla="*/ 330407 w 607336"/>
                  <a:gd name="connsiteY163" fmla="*/ 107467 h 605919"/>
                  <a:gd name="connsiteX164" fmla="*/ 333935 w 607336"/>
                  <a:gd name="connsiteY164" fmla="*/ 95598 h 605919"/>
                  <a:gd name="connsiteX165" fmla="*/ 351019 w 607336"/>
                  <a:gd name="connsiteY165" fmla="*/ 78537 h 605919"/>
                  <a:gd name="connsiteX166" fmla="*/ 330128 w 607336"/>
                  <a:gd name="connsiteY166" fmla="*/ 78537 h 605919"/>
                  <a:gd name="connsiteX167" fmla="*/ 318336 w 607336"/>
                  <a:gd name="connsiteY167" fmla="*/ 71304 h 605919"/>
                  <a:gd name="connsiteX168" fmla="*/ 303666 w 607336"/>
                  <a:gd name="connsiteY168" fmla="*/ 0 h 605919"/>
                  <a:gd name="connsiteX169" fmla="*/ 315458 w 607336"/>
                  <a:gd name="connsiteY169" fmla="*/ 6676 h 605919"/>
                  <a:gd name="connsiteX170" fmla="*/ 338206 w 607336"/>
                  <a:gd name="connsiteY170" fmla="*/ 52203 h 605919"/>
                  <a:gd name="connsiteX171" fmla="*/ 382866 w 607336"/>
                  <a:gd name="connsiteY171" fmla="*/ 52203 h 605919"/>
                  <a:gd name="connsiteX172" fmla="*/ 395122 w 607336"/>
                  <a:gd name="connsiteY172" fmla="*/ 60363 h 605919"/>
                  <a:gd name="connsiteX173" fmla="*/ 392244 w 607336"/>
                  <a:gd name="connsiteY173" fmla="*/ 74735 h 605919"/>
                  <a:gd name="connsiteX174" fmla="*/ 357611 w 607336"/>
                  <a:gd name="connsiteY174" fmla="*/ 109229 h 605919"/>
                  <a:gd name="connsiteX175" fmla="*/ 369403 w 607336"/>
                  <a:gd name="connsiteY175" fmla="*/ 168294 h 605919"/>
                  <a:gd name="connsiteX176" fmla="*/ 363461 w 607336"/>
                  <a:gd name="connsiteY176" fmla="*/ 182017 h 605919"/>
                  <a:gd name="connsiteX177" fmla="*/ 356497 w 607336"/>
                  <a:gd name="connsiteY177" fmla="*/ 184057 h 605919"/>
                  <a:gd name="connsiteX178" fmla="*/ 348605 w 607336"/>
                  <a:gd name="connsiteY178" fmla="*/ 181368 h 605919"/>
                  <a:gd name="connsiteX179" fmla="*/ 303666 w 607336"/>
                  <a:gd name="connsiteY179" fmla="*/ 147802 h 605919"/>
                  <a:gd name="connsiteX180" fmla="*/ 258820 w 607336"/>
                  <a:gd name="connsiteY180" fmla="*/ 181368 h 605919"/>
                  <a:gd name="connsiteX181" fmla="*/ 243871 w 607336"/>
                  <a:gd name="connsiteY181" fmla="*/ 182017 h 605919"/>
                  <a:gd name="connsiteX182" fmla="*/ 237929 w 607336"/>
                  <a:gd name="connsiteY182" fmla="*/ 168294 h 605919"/>
                  <a:gd name="connsiteX183" fmla="*/ 249721 w 607336"/>
                  <a:gd name="connsiteY183" fmla="*/ 109229 h 605919"/>
                  <a:gd name="connsiteX184" fmla="*/ 215088 w 607336"/>
                  <a:gd name="connsiteY184" fmla="*/ 74735 h 605919"/>
                  <a:gd name="connsiteX185" fmla="*/ 212210 w 607336"/>
                  <a:gd name="connsiteY185" fmla="*/ 60363 h 605919"/>
                  <a:gd name="connsiteX186" fmla="*/ 224466 w 607336"/>
                  <a:gd name="connsiteY186" fmla="*/ 52203 h 605919"/>
                  <a:gd name="connsiteX187" fmla="*/ 269126 w 607336"/>
                  <a:gd name="connsiteY187" fmla="*/ 52203 h 605919"/>
                  <a:gd name="connsiteX188" fmla="*/ 291874 w 607336"/>
                  <a:gd name="connsiteY188" fmla="*/ 6676 h 605919"/>
                  <a:gd name="connsiteX189" fmla="*/ 303666 w 607336"/>
                  <a:gd name="connsiteY189" fmla="*/ 0 h 605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</a:cxnLst>
                <a:rect l="l" t="t" r="r" b="b"/>
                <a:pathLst>
                  <a:path w="607336" h="605919">
                    <a:moveTo>
                      <a:pt x="435684" y="463990"/>
                    </a:moveTo>
                    <a:lnTo>
                      <a:pt x="421104" y="493187"/>
                    </a:lnTo>
                    <a:cubicBezTo>
                      <a:pt x="418876" y="497637"/>
                      <a:pt x="414326" y="500417"/>
                      <a:pt x="409311" y="500417"/>
                    </a:cubicBezTo>
                    <a:lnTo>
                      <a:pt x="388325" y="500417"/>
                    </a:lnTo>
                    <a:lnTo>
                      <a:pt x="405411" y="517472"/>
                    </a:lnTo>
                    <a:cubicBezTo>
                      <a:pt x="408568" y="520623"/>
                      <a:pt x="409961" y="525072"/>
                      <a:pt x="409033" y="529429"/>
                    </a:cubicBezTo>
                    <a:lnTo>
                      <a:pt x="402625" y="561499"/>
                    </a:lnTo>
                    <a:lnTo>
                      <a:pt x="427790" y="542591"/>
                    </a:lnTo>
                    <a:cubicBezTo>
                      <a:pt x="430112" y="540830"/>
                      <a:pt x="432991" y="539995"/>
                      <a:pt x="435684" y="539995"/>
                    </a:cubicBezTo>
                    <a:cubicBezTo>
                      <a:pt x="438469" y="539995"/>
                      <a:pt x="441255" y="540830"/>
                      <a:pt x="443670" y="542591"/>
                    </a:cubicBezTo>
                    <a:lnTo>
                      <a:pt x="468835" y="561499"/>
                    </a:lnTo>
                    <a:lnTo>
                      <a:pt x="462427" y="529429"/>
                    </a:lnTo>
                    <a:cubicBezTo>
                      <a:pt x="461499" y="525072"/>
                      <a:pt x="462892" y="520623"/>
                      <a:pt x="466049" y="517472"/>
                    </a:cubicBezTo>
                    <a:lnTo>
                      <a:pt x="483042" y="500417"/>
                    </a:lnTo>
                    <a:lnTo>
                      <a:pt x="462149" y="500417"/>
                    </a:lnTo>
                    <a:cubicBezTo>
                      <a:pt x="457134" y="500417"/>
                      <a:pt x="452584" y="497637"/>
                      <a:pt x="450356" y="493187"/>
                    </a:cubicBezTo>
                    <a:close/>
                    <a:moveTo>
                      <a:pt x="171614" y="463990"/>
                    </a:moveTo>
                    <a:lnTo>
                      <a:pt x="157040" y="493187"/>
                    </a:lnTo>
                    <a:cubicBezTo>
                      <a:pt x="154813" y="497637"/>
                      <a:pt x="150171" y="500417"/>
                      <a:pt x="145252" y="500417"/>
                    </a:cubicBezTo>
                    <a:lnTo>
                      <a:pt x="124273" y="500417"/>
                    </a:lnTo>
                    <a:lnTo>
                      <a:pt x="141353" y="517472"/>
                    </a:lnTo>
                    <a:cubicBezTo>
                      <a:pt x="144416" y="520623"/>
                      <a:pt x="145809" y="525072"/>
                      <a:pt x="144973" y="529429"/>
                    </a:cubicBezTo>
                    <a:lnTo>
                      <a:pt x="138568" y="561499"/>
                    </a:lnTo>
                    <a:lnTo>
                      <a:pt x="163724" y="542591"/>
                    </a:lnTo>
                    <a:cubicBezTo>
                      <a:pt x="166044" y="540830"/>
                      <a:pt x="168829" y="539995"/>
                      <a:pt x="171614" y="539995"/>
                    </a:cubicBezTo>
                    <a:cubicBezTo>
                      <a:pt x="174399" y="539995"/>
                      <a:pt x="177183" y="540830"/>
                      <a:pt x="179504" y="542591"/>
                    </a:cubicBezTo>
                    <a:lnTo>
                      <a:pt x="204660" y="561499"/>
                    </a:lnTo>
                    <a:lnTo>
                      <a:pt x="198255" y="529429"/>
                    </a:lnTo>
                    <a:cubicBezTo>
                      <a:pt x="197419" y="525072"/>
                      <a:pt x="198812" y="520623"/>
                      <a:pt x="201875" y="517472"/>
                    </a:cubicBezTo>
                    <a:lnTo>
                      <a:pt x="218955" y="500417"/>
                    </a:lnTo>
                    <a:lnTo>
                      <a:pt x="197976" y="500417"/>
                    </a:lnTo>
                    <a:cubicBezTo>
                      <a:pt x="193057" y="500417"/>
                      <a:pt x="188415" y="497637"/>
                      <a:pt x="186187" y="493187"/>
                    </a:cubicBezTo>
                    <a:close/>
                    <a:moveTo>
                      <a:pt x="435695" y="421910"/>
                    </a:moveTo>
                    <a:cubicBezTo>
                      <a:pt x="440490" y="421910"/>
                      <a:pt x="445295" y="424134"/>
                      <a:pt x="447570" y="428583"/>
                    </a:cubicBezTo>
                    <a:lnTo>
                      <a:pt x="470321" y="474094"/>
                    </a:lnTo>
                    <a:lnTo>
                      <a:pt x="514986" y="474094"/>
                    </a:lnTo>
                    <a:cubicBezTo>
                      <a:pt x="520279" y="474094"/>
                      <a:pt x="525108" y="477245"/>
                      <a:pt x="527151" y="482250"/>
                    </a:cubicBezTo>
                    <a:cubicBezTo>
                      <a:pt x="529194" y="487163"/>
                      <a:pt x="528080" y="492817"/>
                      <a:pt x="524272" y="496617"/>
                    </a:cubicBezTo>
                    <a:lnTo>
                      <a:pt x="489635" y="531190"/>
                    </a:lnTo>
                    <a:lnTo>
                      <a:pt x="501429" y="590140"/>
                    </a:lnTo>
                    <a:cubicBezTo>
                      <a:pt x="502543" y="595516"/>
                      <a:pt x="500222" y="600985"/>
                      <a:pt x="495579" y="603858"/>
                    </a:cubicBezTo>
                    <a:cubicBezTo>
                      <a:pt x="493443" y="605248"/>
                      <a:pt x="491028" y="605897"/>
                      <a:pt x="488521" y="605897"/>
                    </a:cubicBezTo>
                    <a:cubicBezTo>
                      <a:pt x="485735" y="605897"/>
                      <a:pt x="482950" y="604970"/>
                      <a:pt x="480628" y="603302"/>
                    </a:cubicBezTo>
                    <a:lnTo>
                      <a:pt x="435684" y="569656"/>
                    </a:lnTo>
                    <a:lnTo>
                      <a:pt x="390832" y="603302"/>
                    </a:lnTo>
                    <a:cubicBezTo>
                      <a:pt x="386375" y="606546"/>
                      <a:pt x="380524" y="606824"/>
                      <a:pt x="375881" y="603858"/>
                    </a:cubicBezTo>
                    <a:cubicBezTo>
                      <a:pt x="371238" y="600985"/>
                      <a:pt x="368917" y="595516"/>
                      <a:pt x="369938" y="590140"/>
                    </a:cubicBezTo>
                    <a:lnTo>
                      <a:pt x="381732" y="531190"/>
                    </a:lnTo>
                    <a:lnTo>
                      <a:pt x="347095" y="496617"/>
                    </a:lnTo>
                    <a:cubicBezTo>
                      <a:pt x="343380" y="492817"/>
                      <a:pt x="342266" y="487163"/>
                      <a:pt x="344309" y="482250"/>
                    </a:cubicBezTo>
                    <a:cubicBezTo>
                      <a:pt x="346352" y="477245"/>
                      <a:pt x="351181" y="474094"/>
                      <a:pt x="356474" y="474094"/>
                    </a:cubicBezTo>
                    <a:lnTo>
                      <a:pt x="401139" y="474094"/>
                    </a:lnTo>
                    <a:lnTo>
                      <a:pt x="423890" y="428583"/>
                    </a:lnTo>
                    <a:cubicBezTo>
                      <a:pt x="426119" y="424134"/>
                      <a:pt x="430901" y="421910"/>
                      <a:pt x="435695" y="421910"/>
                    </a:cubicBezTo>
                    <a:close/>
                    <a:moveTo>
                      <a:pt x="171614" y="421910"/>
                    </a:moveTo>
                    <a:cubicBezTo>
                      <a:pt x="176395" y="421910"/>
                      <a:pt x="181175" y="424134"/>
                      <a:pt x="183403" y="428583"/>
                    </a:cubicBezTo>
                    <a:lnTo>
                      <a:pt x="206145" y="474094"/>
                    </a:lnTo>
                    <a:lnTo>
                      <a:pt x="250794" y="474094"/>
                    </a:lnTo>
                    <a:cubicBezTo>
                      <a:pt x="256178" y="474094"/>
                      <a:pt x="261005" y="477245"/>
                      <a:pt x="262954" y="482250"/>
                    </a:cubicBezTo>
                    <a:cubicBezTo>
                      <a:pt x="264996" y="487163"/>
                      <a:pt x="263882" y="492817"/>
                      <a:pt x="260169" y="496617"/>
                    </a:cubicBezTo>
                    <a:lnTo>
                      <a:pt x="225545" y="531190"/>
                    </a:lnTo>
                    <a:lnTo>
                      <a:pt x="237334" y="590140"/>
                    </a:lnTo>
                    <a:cubicBezTo>
                      <a:pt x="238448" y="595516"/>
                      <a:pt x="236035" y="600985"/>
                      <a:pt x="231393" y="603858"/>
                    </a:cubicBezTo>
                    <a:cubicBezTo>
                      <a:pt x="229351" y="605248"/>
                      <a:pt x="226845" y="605897"/>
                      <a:pt x="224431" y="605897"/>
                    </a:cubicBezTo>
                    <a:cubicBezTo>
                      <a:pt x="221647" y="605897"/>
                      <a:pt x="218862" y="604970"/>
                      <a:pt x="216541" y="603302"/>
                    </a:cubicBezTo>
                    <a:lnTo>
                      <a:pt x="171614" y="569656"/>
                    </a:lnTo>
                    <a:lnTo>
                      <a:pt x="126687" y="603302"/>
                    </a:lnTo>
                    <a:cubicBezTo>
                      <a:pt x="122324" y="606546"/>
                      <a:pt x="116383" y="606824"/>
                      <a:pt x="111742" y="603858"/>
                    </a:cubicBezTo>
                    <a:cubicBezTo>
                      <a:pt x="107100" y="600985"/>
                      <a:pt x="104780" y="595516"/>
                      <a:pt x="105894" y="590140"/>
                    </a:cubicBezTo>
                    <a:lnTo>
                      <a:pt x="117683" y="531190"/>
                    </a:lnTo>
                    <a:lnTo>
                      <a:pt x="83059" y="496617"/>
                    </a:lnTo>
                    <a:cubicBezTo>
                      <a:pt x="79253" y="492817"/>
                      <a:pt x="78139" y="487163"/>
                      <a:pt x="80181" y="482250"/>
                    </a:cubicBezTo>
                    <a:cubicBezTo>
                      <a:pt x="82223" y="477245"/>
                      <a:pt x="87050" y="474094"/>
                      <a:pt x="92434" y="474094"/>
                    </a:cubicBezTo>
                    <a:lnTo>
                      <a:pt x="137083" y="474094"/>
                    </a:lnTo>
                    <a:lnTo>
                      <a:pt x="159825" y="428583"/>
                    </a:lnTo>
                    <a:cubicBezTo>
                      <a:pt x="162053" y="424134"/>
                      <a:pt x="166834" y="421910"/>
                      <a:pt x="171614" y="421910"/>
                    </a:cubicBezTo>
                    <a:close/>
                    <a:moveTo>
                      <a:pt x="514950" y="226678"/>
                    </a:moveTo>
                    <a:lnTo>
                      <a:pt x="500278" y="255875"/>
                    </a:lnTo>
                    <a:cubicBezTo>
                      <a:pt x="498050" y="260325"/>
                      <a:pt x="493500" y="263105"/>
                      <a:pt x="488485" y="263105"/>
                    </a:cubicBezTo>
                    <a:lnTo>
                      <a:pt x="467592" y="263105"/>
                    </a:lnTo>
                    <a:lnTo>
                      <a:pt x="484678" y="280160"/>
                    </a:lnTo>
                    <a:cubicBezTo>
                      <a:pt x="487742" y="283311"/>
                      <a:pt x="489135" y="287760"/>
                      <a:pt x="488207" y="292117"/>
                    </a:cubicBezTo>
                    <a:lnTo>
                      <a:pt x="481799" y="324187"/>
                    </a:lnTo>
                    <a:lnTo>
                      <a:pt x="506964" y="305279"/>
                    </a:lnTo>
                    <a:cubicBezTo>
                      <a:pt x="509379" y="303518"/>
                      <a:pt x="512165" y="302683"/>
                      <a:pt x="514950" y="302683"/>
                    </a:cubicBezTo>
                    <a:cubicBezTo>
                      <a:pt x="517736" y="302683"/>
                      <a:pt x="520522" y="303518"/>
                      <a:pt x="522844" y="305279"/>
                    </a:cubicBezTo>
                    <a:lnTo>
                      <a:pt x="548009" y="324187"/>
                    </a:lnTo>
                    <a:lnTo>
                      <a:pt x="541601" y="292117"/>
                    </a:lnTo>
                    <a:cubicBezTo>
                      <a:pt x="540766" y="287760"/>
                      <a:pt x="542066" y="283311"/>
                      <a:pt x="545223" y="280160"/>
                    </a:cubicBezTo>
                    <a:lnTo>
                      <a:pt x="562309" y="263105"/>
                    </a:lnTo>
                    <a:lnTo>
                      <a:pt x="541323" y="263105"/>
                    </a:lnTo>
                    <a:cubicBezTo>
                      <a:pt x="536308" y="263105"/>
                      <a:pt x="531758" y="260325"/>
                      <a:pt x="529530" y="255875"/>
                    </a:cubicBezTo>
                    <a:close/>
                    <a:moveTo>
                      <a:pt x="92440" y="226678"/>
                    </a:moveTo>
                    <a:lnTo>
                      <a:pt x="77774" y="255875"/>
                    </a:lnTo>
                    <a:cubicBezTo>
                      <a:pt x="75546" y="260325"/>
                      <a:pt x="70997" y="263105"/>
                      <a:pt x="65985" y="263105"/>
                    </a:cubicBezTo>
                    <a:lnTo>
                      <a:pt x="45099" y="263105"/>
                    </a:lnTo>
                    <a:lnTo>
                      <a:pt x="62086" y="280160"/>
                    </a:lnTo>
                    <a:cubicBezTo>
                      <a:pt x="65242" y="283219"/>
                      <a:pt x="66635" y="287760"/>
                      <a:pt x="65706" y="292024"/>
                    </a:cubicBezTo>
                    <a:lnTo>
                      <a:pt x="59301" y="324187"/>
                    </a:lnTo>
                    <a:lnTo>
                      <a:pt x="84457" y="305279"/>
                    </a:lnTo>
                    <a:cubicBezTo>
                      <a:pt x="86870" y="303518"/>
                      <a:pt x="89655" y="302683"/>
                      <a:pt x="92440" y="302683"/>
                    </a:cubicBezTo>
                    <a:cubicBezTo>
                      <a:pt x="95225" y="302683"/>
                      <a:pt x="98009" y="303518"/>
                      <a:pt x="100330" y="305279"/>
                    </a:cubicBezTo>
                    <a:lnTo>
                      <a:pt x="125486" y="324187"/>
                    </a:lnTo>
                    <a:lnTo>
                      <a:pt x="119081" y="292117"/>
                    </a:lnTo>
                    <a:cubicBezTo>
                      <a:pt x="118245" y="287760"/>
                      <a:pt x="119545" y="283311"/>
                      <a:pt x="122701" y="280160"/>
                    </a:cubicBezTo>
                    <a:lnTo>
                      <a:pt x="139781" y="263105"/>
                    </a:lnTo>
                    <a:lnTo>
                      <a:pt x="118802" y="263105"/>
                    </a:lnTo>
                    <a:cubicBezTo>
                      <a:pt x="113790" y="263105"/>
                      <a:pt x="109241" y="260325"/>
                      <a:pt x="107013" y="255875"/>
                    </a:cubicBezTo>
                    <a:close/>
                    <a:moveTo>
                      <a:pt x="514938" y="184598"/>
                    </a:moveTo>
                    <a:cubicBezTo>
                      <a:pt x="519732" y="184598"/>
                      <a:pt x="524515" y="186822"/>
                      <a:pt x="526744" y="191271"/>
                    </a:cubicBezTo>
                    <a:lnTo>
                      <a:pt x="549495" y="236782"/>
                    </a:lnTo>
                    <a:lnTo>
                      <a:pt x="594160" y="236782"/>
                    </a:lnTo>
                    <a:cubicBezTo>
                      <a:pt x="599453" y="236782"/>
                      <a:pt x="604282" y="239933"/>
                      <a:pt x="606325" y="244938"/>
                    </a:cubicBezTo>
                    <a:cubicBezTo>
                      <a:pt x="608368" y="249851"/>
                      <a:pt x="607254" y="255505"/>
                      <a:pt x="603539" y="259305"/>
                    </a:cubicBezTo>
                    <a:lnTo>
                      <a:pt x="568902" y="293878"/>
                    </a:lnTo>
                    <a:lnTo>
                      <a:pt x="580696" y="352828"/>
                    </a:lnTo>
                    <a:cubicBezTo>
                      <a:pt x="581717" y="358204"/>
                      <a:pt x="579396" y="363673"/>
                      <a:pt x="574753" y="366546"/>
                    </a:cubicBezTo>
                    <a:cubicBezTo>
                      <a:pt x="572617" y="367936"/>
                      <a:pt x="570202" y="368585"/>
                      <a:pt x="567788" y="368585"/>
                    </a:cubicBezTo>
                    <a:cubicBezTo>
                      <a:pt x="565002" y="368585"/>
                      <a:pt x="562216" y="367658"/>
                      <a:pt x="559802" y="365990"/>
                    </a:cubicBezTo>
                    <a:lnTo>
                      <a:pt x="514950" y="332344"/>
                    </a:lnTo>
                    <a:lnTo>
                      <a:pt x="470006" y="365990"/>
                    </a:lnTo>
                    <a:cubicBezTo>
                      <a:pt x="465642" y="369234"/>
                      <a:pt x="459698" y="369512"/>
                      <a:pt x="455055" y="366546"/>
                    </a:cubicBezTo>
                    <a:cubicBezTo>
                      <a:pt x="450412" y="363673"/>
                      <a:pt x="448091" y="358204"/>
                      <a:pt x="449205" y="352828"/>
                    </a:cubicBezTo>
                    <a:lnTo>
                      <a:pt x="460999" y="293878"/>
                    </a:lnTo>
                    <a:lnTo>
                      <a:pt x="426362" y="259305"/>
                    </a:lnTo>
                    <a:cubicBezTo>
                      <a:pt x="422554" y="255505"/>
                      <a:pt x="421440" y="249851"/>
                      <a:pt x="423483" y="244938"/>
                    </a:cubicBezTo>
                    <a:cubicBezTo>
                      <a:pt x="425526" y="239933"/>
                      <a:pt x="430355" y="236782"/>
                      <a:pt x="435648" y="236782"/>
                    </a:cubicBezTo>
                    <a:lnTo>
                      <a:pt x="480313" y="236782"/>
                    </a:lnTo>
                    <a:lnTo>
                      <a:pt x="503064" y="191271"/>
                    </a:lnTo>
                    <a:cubicBezTo>
                      <a:pt x="505339" y="186822"/>
                      <a:pt x="510145" y="184598"/>
                      <a:pt x="514938" y="184598"/>
                    </a:cubicBezTo>
                    <a:close/>
                    <a:moveTo>
                      <a:pt x="92394" y="184598"/>
                    </a:moveTo>
                    <a:cubicBezTo>
                      <a:pt x="97174" y="184598"/>
                      <a:pt x="101955" y="186822"/>
                      <a:pt x="104229" y="191271"/>
                    </a:cubicBezTo>
                    <a:lnTo>
                      <a:pt x="126971" y="236782"/>
                    </a:lnTo>
                    <a:lnTo>
                      <a:pt x="171620" y="236782"/>
                    </a:lnTo>
                    <a:cubicBezTo>
                      <a:pt x="176911" y="236782"/>
                      <a:pt x="181738" y="239933"/>
                      <a:pt x="183780" y="244938"/>
                    </a:cubicBezTo>
                    <a:cubicBezTo>
                      <a:pt x="185822" y="249851"/>
                      <a:pt x="184708" y="255505"/>
                      <a:pt x="180902" y="259305"/>
                    </a:cubicBezTo>
                    <a:lnTo>
                      <a:pt x="146371" y="293878"/>
                    </a:lnTo>
                    <a:lnTo>
                      <a:pt x="158160" y="352828"/>
                    </a:lnTo>
                    <a:cubicBezTo>
                      <a:pt x="159181" y="358204"/>
                      <a:pt x="156861" y="363673"/>
                      <a:pt x="152219" y="366546"/>
                    </a:cubicBezTo>
                    <a:cubicBezTo>
                      <a:pt x="150084" y="367936"/>
                      <a:pt x="147671" y="368585"/>
                      <a:pt x="145257" y="368585"/>
                    </a:cubicBezTo>
                    <a:cubicBezTo>
                      <a:pt x="142473" y="368585"/>
                      <a:pt x="139688" y="367658"/>
                      <a:pt x="137274" y="365990"/>
                    </a:cubicBezTo>
                    <a:lnTo>
                      <a:pt x="92440" y="332344"/>
                    </a:lnTo>
                    <a:lnTo>
                      <a:pt x="47513" y="365990"/>
                    </a:lnTo>
                    <a:cubicBezTo>
                      <a:pt x="43150" y="369234"/>
                      <a:pt x="37209" y="369512"/>
                      <a:pt x="32568" y="366546"/>
                    </a:cubicBezTo>
                    <a:cubicBezTo>
                      <a:pt x="27926" y="363673"/>
                      <a:pt x="25606" y="358204"/>
                      <a:pt x="26627" y="352828"/>
                    </a:cubicBezTo>
                    <a:lnTo>
                      <a:pt x="38509" y="293878"/>
                    </a:lnTo>
                    <a:lnTo>
                      <a:pt x="3885" y="259305"/>
                    </a:lnTo>
                    <a:cubicBezTo>
                      <a:pt x="79" y="255505"/>
                      <a:pt x="-1035" y="249851"/>
                      <a:pt x="1007" y="244938"/>
                    </a:cubicBezTo>
                    <a:cubicBezTo>
                      <a:pt x="3049" y="239933"/>
                      <a:pt x="7876" y="236782"/>
                      <a:pt x="13167" y="236782"/>
                    </a:cubicBezTo>
                    <a:lnTo>
                      <a:pt x="57816" y="236782"/>
                    </a:lnTo>
                    <a:lnTo>
                      <a:pt x="80558" y="191271"/>
                    </a:lnTo>
                    <a:cubicBezTo>
                      <a:pt x="82833" y="186822"/>
                      <a:pt x="87613" y="184598"/>
                      <a:pt x="92394" y="184598"/>
                    </a:cubicBezTo>
                    <a:close/>
                    <a:moveTo>
                      <a:pt x="303666" y="42096"/>
                    </a:moveTo>
                    <a:lnTo>
                      <a:pt x="289089" y="71304"/>
                    </a:lnTo>
                    <a:cubicBezTo>
                      <a:pt x="286860" y="75755"/>
                      <a:pt x="282311" y="78537"/>
                      <a:pt x="277297" y="78537"/>
                    </a:cubicBezTo>
                    <a:lnTo>
                      <a:pt x="256313" y="78537"/>
                    </a:lnTo>
                    <a:lnTo>
                      <a:pt x="273397" y="95598"/>
                    </a:lnTo>
                    <a:cubicBezTo>
                      <a:pt x="276554" y="98658"/>
                      <a:pt x="277854" y="103201"/>
                      <a:pt x="277018" y="107467"/>
                    </a:cubicBezTo>
                    <a:lnTo>
                      <a:pt x="270612" y="139642"/>
                    </a:lnTo>
                    <a:lnTo>
                      <a:pt x="295774" y="120726"/>
                    </a:lnTo>
                    <a:cubicBezTo>
                      <a:pt x="298095" y="118965"/>
                      <a:pt x="300881" y="118130"/>
                      <a:pt x="303666" y="118130"/>
                    </a:cubicBezTo>
                    <a:cubicBezTo>
                      <a:pt x="306451" y="118130"/>
                      <a:pt x="309237" y="118965"/>
                      <a:pt x="311651" y="120726"/>
                    </a:cubicBezTo>
                    <a:lnTo>
                      <a:pt x="336813" y="139642"/>
                    </a:lnTo>
                    <a:lnTo>
                      <a:pt x="330407" y="107467"/>
                    </a:lnTo>
                    <a:cubicBezTo>
                      <a:pt x="329478" y="103201"/>
                      <a:pt x="330871" y="98751"/>
                      <a:pt x="333935" y="95598"/>
                    </a:cubicBezTo>
                    <a:lnTo>
                      <a:pt x="351019" y="78537"/>
                    </a:lnTo>
                    <a:lnTo>
                      <a:pt x="330128" y="78537"/>
                    </a:lnTo>
                    <a:cubicBezTo>
                      <a:pt x="325114" y="78537"/>
                      <a:pt x="320565" y="75755"/>
                      <a:pt x="318336" y="71304"/>
                    </a:cubicBezTo>
                    <a:close/>
                    <a:moveTo>
                      <a:pt x="303666" y="0"/>
                    </a:moveTo>
                    <a:cubicBezTo>
                      <a:pt x="308448" y="0"/>
                      <a:pt x="313229" y="2225"/>
                      <a:pt x="315458" y="6676"/>
                    </a:cubicBezTo>
                    <a:lnTo>
                      <a:pt x="338206" y="52203"/>
                    </a:lnTo>
                    <a:lnTo>
                      <a:pt x="382866" y="52203"/>
                    </a:lnTo>
                    <a:cubicBezTo>
                      <a:pt x="388251" y="52203"/>
                      <a:pt x="393080" y="55356"/>
                      <a:pt x="395122" y="60363"/>
                    </a:cubicBezTo>
                    <a:cubicBezTo>
                      <a:pt x="397165" y="65277"/>
                      <a:pt x="395958" y="70933"/>
                      <a:pt x="392244" y="74735"/>
                    </a:cubicBezTo>
                    <a:lnTo>
                      <a:pt x="357611" y="109229"/>
                    </a:lnTo>
                    <a:lnTo>
                      <a:pt x="369403" y="168294"/>
                    </a:lnTo>
                    <a:cubicBezTo>
                      <a:pt x="370517" y="173579"/>
                      <a:pt x="368196" y="179143"/>
                      <a:pt x="363461" y="182017"/>
                    </a:cubicBezTo>
                    <a:cubicBezTo>
                      <a:pt x="361418" y="183408"/>
                      <a:pt x="359004" y="184057"/>
                      <a:pt x="356497" y="184057"/>
                    </a:cubicBezTo>
                    <a:cubicBezTo>
                      <a:pt x="353712" y="184057"/>
                      <a:pt x="350926" y="183130"/>
                      <a:pt x="348605" y="181368"/>
                    </a:cubicBezTo>
                    <a:lnTo>
                      <a:pt x="303666" y="147802"/>
                    </a:lnTo>
                    <a:lnTo>
                      <a:pt x="258820" y="181368"/>
                    </a:lnTo>
                    <a:cubicBezTo>
                      <a:pt x="254363" y="184706"/>
                      <a:pt x="248514" y="184984"/>
                      <a:pt x="243871" y="182017"/>
                    </a:cubicBezTo>
                    <a:cubicBezTo>
                      <a:pt x="239229" y="179143"/>
                      <a:pt x="236815" y="173672"/>
                      <a:pt x="237929" y="168294"/>
                    </a:cubicBezTo>
                    <a:lnTo>
                      <a:pt x="249721" y="109229"/>
                    </a:lnTo>
                    <a:lnTo>
                      <a:pt x="215088" y="74735"/>
                    </a:lnTo>
                    <a:cubicBezTo>
                      <a:pt x="211374" y="70933"/>
                      <a:pt x="210167" y="65277"/>
                      <a:pt x="212210" y="60363"/>
                    </a:cubicBezTo>
                    <a:cubicBezTo>
                      <a:pt x="214345" y="55356"/>
                      <a:pt x="219081" y="52203"/>
                      <a:pt x="224466" y="52203"/>
                    </a:cubicBezTo>
                    <a:lnTo>
                      <a:pt x="269126" y="52203"/>
                    </a:lnTo>
                    <a:lnTo>
                      <a:pt x="291874" y="6676"/>
                    </a:lnTo>
                    <a:cubicBezTo>
                      <a:pt x="294103" y="2225"/>
                      <a:pt x="298884" y="0"/>
                      <a:pt x="303666" y="0"/>
                    </a:cubicBezTo>
                    <a:close/>
                  </a:path>
                </a:pathLst>
              </a:cu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43" name="文本框 15">
                <a:extLst>
                  <a:ext uri="{FF2B5EF4-FFF2-40B4-BE49-F238E27FC236}">
                    <a16:creationId xmlns:a16="http://schemas.microsoft.com/office/drawing/2014/main" id="{FFC7C4F5-E5B6-A921-203B-175F7CE0B44B}"/>
                  </a:ext>
                </a:extLst>
              </p:cNvPr>
              <p:cNvSpPr txBox="1"/>
              <p:nvPr/>
            </p:nvSpPr>
            <p:spPr>
              <a:xfrm>
                <a:off x="6176686" y="146948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项目成果</a:t>
                </a:r>
              </a:p>
            </p:txBody>
          </p:sp>
          <p:sp>
            <p:nvSpPr>
              <p:cNvPr id="45" name="文本框 15">
                <a:extLst>
                  <a:ext uri="{FF2B5EF4-FFF2-40B4-BE49-F238E27FC236}">
                    <a16:creationId xmlns:a16="http://schemas.microsoft.com/office/drawing/2014/main" id="{47DF1F60-6A11-A71F-817E-CB885C230232}"/>
                  </a:ext>
                </a:extLst>
              </p:cNvPr>
              <p:cNvSpPr txBox="1"/>
              <p:nvPr/>
            </p:nvSpPr>
            <p:spPr>
              <a:xfrm>
                <a:off x="7803323" y="154436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项目创新</a:t>
                </a:r>
              </a:p>
            </p:txBody>
          </p:sp>
          <p:sp>
            <p:nvSpPr>
              <p:cNvPr id="46" name="文本框 15">
                <a:extLst>
                  <a:ext uri="{FF2B5EF4-FFF2-40B4-BE49-F238E27FC236}">
                    <a16:creationId xmlns:a16="http://schemas.microsoft.com/office/drawing/2014/main" id="{D3EE5235-3AD7-1299-A219-EC3F1160A3C4}"/>
                  </a:ext>
                </a:extLst>
              </p:cNvPr>
              <p:cNvSpPr txBox="1"/>
              <p:nvPr/>
            </p:nvSpPr>
            <p:spPr>
              <a:xfrm>
                <a:off x="9372724" y="140702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项目反思</a:t>
                </a:r>
              </a:p>
            </p:txBody>
          </p:sp>
        </p:grpSp>
        <p:sp>
          <p:nvSpPr>
            <p:cNvPr id="19" name="thinking_151421">
              <a:extLst>
                <a:ext uri="{FF2B5EF4-FFF2-40B4-BE49-F238E27FC236}">
                  <a16:creationId xmlns:a16="http://schemas.microsoft.com/office/drawing/2014/main" id="{FD9CB791-3DD1-ACA2-6BBB-BD65C4AB06E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386765" y="268573"/>
              <a:ext cx="177127" cy="234000"/>
            </a:xfrm>
            <a:custGeom>
              <a:avLst/>
              <a:gdLst>
                <a:gd name="connsiteX0" fmla="*/ 227211 w 460766"/>
                <a:gd name="connsiteY0" fmla="*/ 104062 h 608712"/>
                <a:gd name="connsiteX1" fmla="*/ 249692 w 460766"/>
                <a:gd name="connsiteY1" fmla="*/ 116855 h 608712"/>
                <a:gd name="connsiteX2" fmla="*/ 209188 w 460766"/>
                <a:gd name="connsiteY2" fmla="*/ 187641 h 608712"/>
                <a:gd name="connsiteX3" fmla="*/ 258324 w 460766"/>
                <a:gd name="connsiteY3" fmla="*/ 187641 h 608712"/>
                <a:gd name="connsiteX4" fmla="*/ 269422 w 460766"/>
                <a:gd name="connsiteY4" fmla="*/ 193990 h 608712"/>
                <a:gd name="connsiteX5" fmla="*/ 269706 w 460766"/>
                <a:gd name="connsiteY5" fmla="*/ 206687 h 608712"/>
                <a:gd name="connsiteX6" fmla="*/ 216777 w 460766"/>
                <a:gd name="connsiteY6" fmla="*/ 306091 h 608712"/>
                <a:gd name="connsiteX7" fmla="*/ 193917 w 460766"/>
                <a:gd name="connsiteY7" fmla="*/ 293962 h 608712"/>
                <a:gd name="connsiteX8" fmla="*/ 236697 w 460766"/>
                <a:gd name="connsiteY8" fmla="*/ 213510 h 608712"/>
                <a:gd name="connsiteX9" fmla="*/ 186803 w 460766"/>
                <a:gd name="connsiteY9" fmla="*/ 213510 h 608712"/>
                <a:gd name="connsiteX10" fmla="*/ 175610 w 460766"/>
                <a:gd name="connsiteY10" fmla="*/ 207066 h 608712"/>
                <a:gd name="connsiteX11" fmla="*/ 175610 w 460766"/>
                <a:gd name="connsiteY11" fmla="*/ 194179 h 608712"/>
                <a:gd name="connsiteX12" fmla="*/ 207700 w 460766"/>
                <a:gd name="connsiteY12" fmla="*/ 26413 h 608712"/>
                <a:gd name="connsiteX13" fmla="*/ 201361 w 460766"/>
                <a:gd name="connsiteY13" fmla="*/ 26549 h 608712"/>
                <a:gd name="connsiteX14" fmla="*/ 25905 w 460766"/>
                <a:gd name="connsiteY14" fmla="*/ 206216 h 608712"/>
                <a:gd name="connsiteX15" fmla="*/ 63008 w 460766"/>
                <a:gd name="connsiteY15" fmla="*/ 316708 h 608712"/>
                <a:gd name="connsiteX16" fmla="*/ 110928 w 460766"/>
                <a:gd name="connsiteY16" fmla="*/ 466620 h 608712"/>
                <a:gd name="connsiteX17" fmla="*/ 109315 w 460766"/>
                <a:gd name="connsiteY17" fmla="*/ 512958 h 608712"/>
                <a:gd name="connsiteX18" fmla="*/ 107797 w 460766"/>
                <a:gd name="connsiteY18" fmla="*/ 553895 h 608712"/>
                <a:gd name="connsiteX19" fmla="*/ 118994 w 460766"/>
                <a:gd name="connsiteY19" fmla="*/ 563466 h 608712"/>
                <a:gd name="connsiteX20" fmla="*/ 251179 w 460766"/>
                <a:gd name="connsiteY20" fmla="*/ 580902 h 608712"/>
                <a:gd name="connsiteX21" fmla="*/ 269208 w 460766"/>
                <a:gd name="connsiteY21" fmla="*/ 520539 h 608712"/>
                <a:gd name="connsiteX22" fmla="*/ 352523 w 460766"/>
                <a:gd name="connsiteY22" fmla="*/ 496849 h 608712"/>
                <a:gd name="connsiteX23" fmla="*/ 362867 w 460766"/>
                <a:gd name="connsiteY23" fmla="*/ 473917 h 608712"/>
                <a:gd name="connsiteX24" fmla="*/ 370078 w 460766"/>
                <a:gd name="connsiteY24" fmla="*/ 424072 h 608712"/>
                <a:gd name="connsiteX25" fmla="*/ 359071 w 460766"/>
                <a:gd name="connsiteY25" fmla="*/ 413080 h 608712"/>
                <a:gd name="connsiteX26" fmla="*/ 363056 w 460766"/>
                <a:gd name="connsiteY26" fmla="*/ 397350 h 608712"/>
                <a:gd name="connsiteX27" fmla="*/ 385546 w 460766"/>
                <a:gd name="connsiteY27" fmla="*/ 388442 h 608712"/>
                <a:gd name="connsiteX28" fmla="*/ 395604 w 460766"/>
                <a:gd name="connsiteY28" fmla="*/ 354233 h 608712"/>
                <a:gd name="connsiteX29" fmla="*/ 435079 w 460766"/>
                <a:gd name="connsiteY29" fmla="*/ 340872 h 608712"/>
                <a:gd name="connsiteX30" fmla="*/ 421320 w 460766"/>
                <a:gd name="connsiteY30" fmla="*/ 295860 h 608712"/>
                <a:gd name="connsiteX31" fmla="*/ 411167 w 460766"/>
                <a:gd name="connsiteY31" fmla="*/ 210481 h 608712"/>
                <a:gd name="connsiteX32" fmla="*/ 396363 w 460766"/>
                <a:gd name="connsiteY32" fmla="*/ 124248 h 608712"/>
                <a:gd name="connsiteX33" fmla="*/ 207700 w 460766"/>
                <a:gd name="connsiteY33" fmla="*/ 26413 h 608712"/>
                <a:gd name="connsiteX34" fmla="*/ 223516 w 460766"/>
                <a:gd name="connsiteY34" fmla="*/ 133 h 608712"/>
                <a:gd name="connsiteX35" fmla="*/ 419422 w 460766"/>
                <a:gd name="connsiteY35" fmla="*/ 112403 h 608712"/>
                <a:gd name="connsiteX36" fmla="*/ 437072 w 460766"/>
                <a:gd name="connsiteY36" fmla="*/ 210481 h 608712"/>
                <a:gd name="connsiteX37" fmla="*/ 446751 w 460766"/>
                <a:gd name="connsiteY37" fmla="*/ 290743 h 608712"/>
                <a:gd name="connsiteX38" fmla="*/ 460415 w 460766"/>
                <a:gd name="connsiteY38" fmla="*/ 350064 h 608712"/>
                <a:gd name="connsiteX39" fmla="*/ 410123 w 460766"/>
                <a:gd name="connsiteY39" fmla="*/ 375555 h 608712"/>
                <a:gd name="connsiteX40" fmla="*/ 406517 w 460766"/>
                <a:gd name="connsiteY40" fmla="*/ 404457 h 608712"/>
                <a:gd name="connsiteX41" fmla="*/ 397123 w 460766"/>
                <a:gd name="connsiteY41" fmla="*/ 411659 h 608712"/>
                <a:gd name="connsiteX42" fmla="*/ 400823 w 460766"/>
                <a:gd name="connsiteY42" fmla="*/ 429947 h 608712"/>
                <a:gd name="connsiteX43" fmla="*/ 387918 w 460766"/>
                <a:gd name="connsiteY43" fmla="*/ 443498 h 608712"/>
                <a:gd name="connsiteX44" fmla="*/ 388487 w 460766"/>
                <a:gd name="connsiteY44" fmla="*/ 469652 h 608712"/>
                <a:gd name="connsiteX45" fmla="*/ 357078 w 460766"/>
                <a:gd name="connsiteY45" fmla="*/ 522340 h 608712"/>
                <a:gd name="connsiteX46" fmla="*/ 290749 w 460766"/>
                <a:gd name="connsiteY46" fmla="*/ 535038 h 608712"/>
                <a:gd name="connsiteX47" fmla="*/ 276989 w 460766"/>
                <a:gd name="connsiteY47" fmla="*/ 589241 h 608712"/>
                <a:gd name="connsiteX48" fmla="*/ 263515 w 460766"/>
                <a:gd name="connsiteY48" fmla="*/ 608667 h 608712"/>
                <a:gd name="connsiteX49" fmla="*/ 111782 w 460766"/>
                <a:gd name="connsiteY49" fmla="*/ 588672 h 608712"/>
                <a:gd name="connsiteX50" fmla="*/ 105045 w 460766"/>
                <a:gd name="connsiteY50" fmla="*/ 585640 h 608712"/>
                <a:gd name="connsiteX51" fmla="*/ 86541 w 460766"/>
                <a:gd name="connsiteY51" fmla="*/ 569720 h 608712"/>
                <a:gd name="connsiteX52" fmla="*/ 81986 w 460766"/>
                <a:gd name="connsiteY52" fmla="*/ 560244 h 608712"/>
                <a:gd name="connsiteX53" fmla="*/ 83410 w 460766"/>
                <a:gd name="connsiteY53" fmla="*/ 511537 h 608712"/>
                <a:gd name="connsiteX54" fmla="*/ 85023 w 460766"/>
                <a:gd name="connsiteY54" fmla="*/ 466620 h 608712"/>
                <a:gd name="connsiteX55" fmla="*/ 41183 w 460766"/>
                <a:gd name="connsiteY55" fmla="*/ 330733 h 608712"/>
                <a:gd name="connsiteX56" fmla="*/ 0 w 460766"/>
                <a:gd name="connsiteY56" fmla="*/ 206216 h 608712"/>
                <a:gd name="connsiteX57" fmla="*/ 198893 w 460766"/>
                <a:gd name="connsiteY57" fmla="*/ 680 h 608712"/>
                <a:gd name="connsiteX58" fmla="*/ 223516 w 460766"/>
                <a:gd name="connsiteY58" fmla="*/ 133 h 608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460766" h="608712">
                  <a:moveTo>
                    <a:pt x="227211" y="104062"/>
                  </a:moveTo>
                  <a:lnTo>
                    <a:pt x="249692" y="116855"/>
                  </a:lnTo>
                  <a:lnTo>
                    <a:pt x="209188" y="187641"/>
                  </a:lnTo>
                  <a:lnTo>
                    <a:pt x="258324" y="187641"/>
                  </a:lnTo>
                  <a:cubicBezTo>
                    <a:pt x="262782" y="187641"/>
                    <a:pt x="267050" y="190010"/>
                    <a:pt x="269422" y="193990"/>
                  </a:cubicBezTo>
                  <a:cubicBezTo>
                    <a:pt x="271698" y="197875"/>
                    <a:pt x="271888" y="202707"/>
                    <a:pt x="269706" y="206687"/>
                  </a:cubicBezTo>
                  <a:lnTo>
                    <a:pt x="216777" y="306091"/>
                  </a:lnTo>
                  <a:lnTo>
                    <a:pt x="193917" y="293962"/>
                  </a:lnTo>
                  <a:lnTo>
                    <a:pt x="236697" y="213510"/>
                  </a:lnTo>
                  <a:lnTo>
                    <a:pt x="186803" y="213510"/>
                  </a:lnTo>
                  <a:cubicBezTo>
                    <a:pt x="182249" y="213510"/>
                    <a:pt x="177886" y="211141"/>
                    <a:pt x="175610" y="207066"/>
                  </a:cubicBezTo>
                  <a:cubicBezTo>
                    <a:pt x="173333" y="203087"/>
                    <a:pt x="173238" y="198159"/>
                    <a:pt x="175610" y="194179"/>
                  </a:cubicBezTo>
                  <a:close/>
                  <a:moveTo>
                    <a:pt x="207700" y="26413"/>
                  </a:moveTo>
                  <a:cubicBezTo>
                    <a:pt x="203693" y="26425"/>
                    <a:pt x="201432" y="26549"/>
                    <a:pt x="201361" y="26549"/>
                  </a:cubicBezTo>
                  <a:cubicBezTo>
                    <a:pt x="102958" y="27971"/>
                    <a:pt x="25905" y="106907"/>
                    <a:pt x="25905" y="206216"/>
                  </a:cubicBezTo>
                  <a:cubicBezTo>
                    <a:pt x="25905" y="246490"/>
                    <a:pt x="38716" y="284679"/>
                    <a:pt x="63008" y="316708"/>
                  </a:cubicBezTo>
                  <a:cubicBezTo>
                    <a:pt x="63483" y="317182"/>
                    <a:pt x="110928" y="372048"/>
                    <a:pt x="110928" y="466620"/>
                  </a:cubicBezTo>
                  <a:cubicBezTo>
                    <a:pt x="110928" y="483203"/>
                    <a:pt x="110074" y="498365"/>
                    <a:pt x="109315" y="512958"/>
                  </a:cubicBezTo>
                  <a:cubicBezTo>
                    <a:pt x="108461" y="527078"/>
                    <a:pt x="107797" y="540439"/>
                    <a:pt x="107797" y="553895"/>
                  </a:cubicBezTo>
                  <a:lnTo>
                    <a:pt x="118994" y="563466"/>
                  </a:lnTo>
                  <a:lnTo>
                    <a:pt x="251179" y="580902"/>
                  </a:lnTo>
                  <a:cubicBezTo>
                    <a:pt x="252223" y="558538"/>
                    <a:pt x="259055" y="535701"/>
                    <a:pt x="269208" y="520539"/>
                  </a:cubicBezTo>
                  <a:cubicBezTo>
                    <a:pt x="292267" y="486330"/>
                    <a:pt x="345691" y="498081"/>
                    <a:pt x="352523" y="496849"/>
                  </a:cubicBezTo>
                  <a:cubicBezTo>
                    <a:pt x="365998" y="494480"/>
                    <a:pt x="365998" y="492679"/>
                    <a:pt x="362867" y="473917"/>
                  </a:cubicBezTo>
                  <a:cubicBezTo>
                    <a:pt x="361823" y="467568"/>
                    <a:pt x="355465" y="434306"/>
                    <a:pt x="370078" y="424072"/>
                  </a:cubicBezTo>
                  <a:cubicBezTo>
                    <a:pt x="365998" y="421798"/>
                    <a:pt x="361538" y="418576"/>
                    <a:pt x="359071" y="413080"/>
                  </a:cubicBezTo>
                  <a:cubicBezTo>
                    <a:pt x="356509" y="407584"/>
                    <a:pt x="358122" y="400951"/>
                    <a:pt x="363056" y="397350"/>
                  </a:cubicBezTo>
                  <a:cubicBezTo>
                    <a:pt x="367326" y="394128"/>
                    <a:pt x="383648" y="389200"/>
                    <a:pt x="385546" y="388442"/>
                  </a:cubicBezTo>
                  <a:cubicBezTo>
                    <a:pt x="385451" y="387305"/>
                    <a:pt x="379662" y="366078"/>
                    <a:pt x="395604" y="354233"/>
                  </a:cubicBezTo>
                  <a:cubicBezTo>
                    <a:pt x="404904" y="347410"/>
                    <a:pt x="430999" y="348074"/>
                    <a:pt x="435079" y="340872"/>
                  </a:cubicBezTo>
                  <a:cubicBezTo>
                    <a:pt x="436123" y="338977"/>
                    <a:pt x="422933" y="303536"/>
                    <a:pt x="421320" y="295860"/>
                  </a:cubicBezTo>
                  <a:cubicBezTo>
                    <a:pt x="416101" y="269327"/>
                    <a:pt x="411167" y="240615"/>
                    <a:pt x="411167" y="210481"/>
                  </a:cubicBezTo>
                  <a:cubicBezTo>
                    <a:pt x="411167" y="180062"/>
                    <a:pt x="409838" y="150686"/>
                    <a:pt x="396363" y="124248"/>
                  </a:cubicBezTo>
                  <a:cubicBezTo>
                    <a:pt x="349368" y="31796"/>
                    <a:pt x="235751" y="26334"/>
                    <a:pt x="207700" y="26413"/>
                  </a:cubicBezTo>
                  <a:close/>
                  <a:moveTo>
                    <a:pt x="223516" y="133"/>
                  </a:moveTo>
                  <a:cubicBezTo>
                    <a:pt x="268829" y="1604"/>
                    <a:pt x="365690" y="16600"/>
                    <a:pt x="419422" y="112403"/>
                  </a:cubicBezTo>
                  <a:cubicBezTo>
                    <a:pt x="436787" y="143295"/>
                    <a:pt x="437072" y="178072"/>
                    <a:pt x="437072" y="210481"/>
                  </a:cubicBezTo>
                  <a:cubicBezTo>
                    <a:pt x="437072" y="238340"/>
                    <a:pt x="441722" y="265537"/>
                    <a:pt x="446751" y="290743"/>
                  </a:cubicBezTo>
                  <a:cubicBezTo>
                    <a:pt x="447890" y="296145"/>
                    <a:pt x="463262" y="331396"/>
                    <a:pt x="460415" y="350064"/>
                  </a:cubicBezTo>
                  <a:cubicBezTo>
                    <a:pt x="459846" y="353665"/>
                    <a:pt x="447131" y="373849"/>
                    <a:pt x="410123" y="375555"/>
                  </a:cubicBezTo>
                  <a:cubicBezTo>
                    <a:pt x="410407" y="376123"/>
                    <a:pt x="413918" y="394791"/>
                    <a:pt x="406517" y="404457"/>
                  </a:cubicBezTo>
                  <a:cubicBezTo>
                    <a:pt x="404145" y="407679"/>
                    <a:pt x="400823" y="409953"/>
                    <a:pt x="397123" y="411659"/>
                  </a:cubicBezTo>
                  <a:cubicBezTo>
                    <a:pt x="400634" y="415923"/>
                    <a:pt x="402911" y="421798"/>
                    <a:pt x="400823" y="429947"/>
                  </a:cubicBezTo>
                  <a:cubicBezTo>
                    <a:pt x="398831" y="437907"/>
                    <a:pt x="391714" y="440845"/>
                    <a:pt x="387918" y="443498"/>
                  </a:cubicBezTo>
                  <a:cubicBezTo>
                    <a:pt x="384976" y="445678"/>
                    <a:pt x="387538" y="463967"/>
                    <a:pt x="388487" y="469652"/>
                  </a:cubicBezTo>
                  <a:cubicBezTo>
                    <a:pt x="391144" y="485667"/>
                    <a:pt x="396079" y="515422"/>
                    <a:pt x="357078" y="522340"/>
                  </a:cubicBezTo>
                  <a:cubicBezTo>
                    <a:pt x="348158" y="523950"/>
                    <a:pt x="305647" y="514853"/>
                    <a:pt x="290749" y="535038"/>
                  </a:cubicBezTo>
                  <a:cubicBezTo>
                    <a:pt x="281544" y="547451"/>
                    <a:pt x="276515" y="569530"/>
                    <a:pt x="276989" y="589241"/>
                  </a:cubicBezTo>
                  <a:cubicBezTo>
                    <a:pt x="276989" y="589241"/>
                    <a:pt x="280500" y="609804"/>
                    <a:pt x="263515" y="608667"/>
                  </a:cubicBezTo>
                  <a:lnTo>
                    <a:pt x="111782" y="588672"/>
                  </a:lnTo>
                  <a:cubicBezTo>
                    <a:pt x="109220" y="588293"/>
                    <a:pt x="106943" y="587251"/>
                    <a:pt x="105045" y="585640"/>
                  </a:cubicBezTo>
                  <a:lnTo>
                    <a:pt x="86541" y="569720"/>
                  </a:lnTo>
                  <a:cubicBezTo>
                    <a:pt x="83694" y="567351"/>
                    <a:pt x="82081" y="563845"/>
                    <a:pt x="81986" y="560244"/>
                  </a:cubicBezTo>
                  <a:cubicBezTo>
                    <a:pt x="81607" y="543850"/>
                    <a:pt x="82461" y="528120"/>
                    <a:pt x="83410" y="511537"/>
                  </a:cubicBezTo>
                  <a:cubicBezTo>
                    <a:pt x="84169" y="497228"/>
                    <a:pt x="85023" y="482445"/>
                    <a:pt x="85023" y="466620"/>
                  </a:cubicBezTo>
                  <a:cubicBezTo>
                    <a:pt x="85023" y="380672"/>
                    <a:pt x="41468" y="331206"/>
                    <a:pt x="41183" y="330733"/>
                  </a:cubicBezTo>
                  <a:cubicBezTo>
                    <a:pt x="14234" y="294534"/>
                    <a:pt x="0" y="251607"/>
                    <a:pt x="0" y="206216"/>
                  </a:cubicBezTo>
                  <a:cubicBezTo>
                    <a:pt x="0" y="93261"/>
                    <a:pt x="87205" y="3428"/>
                    <a:pt x="198893" y="680"/>
                  </a:cubicBezTo>
                  <a:cubicBezTo>
                    <a:pt x="199036" y="656"/>
                    <a:pt x="208412" y="-357"/>
                    <a:pt x="223516" y="133"/>
                  </a:cubicBezTo>
                  <a:close/>
                </a:path>
              </a:pathLst>
            </a:custGeom>
            <a:solidFill>
              <a:schemeClr val="bg1">
                <a:alpha val="70000"/>
              </a:schemeClr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2.0 95 ExtraBold"/>
                <a:cs typeface="+mn-cs"/>
              </a:endParaRP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B8D49BB5-F28E-642D-81E2-9738B93AB5F7}"/>
                </a:ext>
              </a:extLst>
            </p:cNvPr>
            <p:cNvCxnSpPr/>
            <p:nvPr/>
          </p:nvCxnSpPr>
          <p:spPr>
            <a:xfrm>
              <a:off x="7892812" y="215316"/>
              <a:ext cx="0" cy="242466"/>
            </a:xfrm>
            <a:prstGeom prst="line">
              <a:avLst/>
            </a:prstGeom>
            <a:ln>
              <a:solidFill>
                <a:schemeClr val="bg1">
                  <a:lumMod val="95000"/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830DEBF2-4420-856B-B100-1C686491B3EB}"/>
                </a:ext>
              </a:extLst>
            </p:cNvPr>
            <p:cNvCxnSpPr/>
            <p:nvPr/>
          </p:nvCxnSpPr>
          <p:spPr>
            <a:xfrm>
              <a:off x="4564574" y="231556"/>
              <a:ext cx="0" cy="242466"/>
            </a:xfrm>
            <a:prstGeom prst="line">
              <a:avLst/>
            </a:prstGeom>
            <a:ln>
              <a:solidFill>
                <a:schemeClr val="bg1">
                  <a:lumMod val="95000"/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043EC4F5-DF27-3B0D-14AB-D115D45FBD90}"/>
                </a:ext>
              </a:extLst>
            </p:cNvPr>
            <p:cNvGrpSpPr/>
            <p:nvPr/>
          </p:nvGrpSpPr>
          <p:grpSpPr>
            <a:xfrm>
              <a:off x="172697" y="150371"/>
              <a:ext cx="409799" cy="72000"/>
              <a:chOff x="172697" y="114275"/>
              <a:chExt cx="409799" cy="72000"/>
            </a:xfrm>
          </p:grpSpPr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03123126-BAF2-6153-1831-25A173E42925}"/>
                  </a:ext>
                </a:extLst>
              </p:cNvPr>
              <p:cNvSpPr/>
              <p:nvPr/>
            </p:nvSpPr>
            <p:spPr>
              <a:xfrm>
                <a:off x="172697" y="114275"/>
                <a:ext cx="72000" cy="72000"/>
              </a:xfrm>
              <a:prstGeom prst="ellipse">
                <a:avLst/>
              </a:prstGeom>
              <a:solidFill>
                <a:srgbClr val="1DA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07D9BFE-8506-2EF7-79FD-106780454B03}"/>
                  </a:ext>
                </a:extLst>
              </p:cNvPr>
              <p:cNvSpPr/>
              <p:nvPr/>
            </p:nvSpPr>
            <p:spPr>
              <a:xfrm>
                <a:off x="341596" y="114275"/>
                <a:ext cx="72000" cy="72000"/>
              </a:xfrm>
              <a:prstGeom prst="ellipse">
                <a:avLst/>
              </a:prstGeom>
              <a:noFill/>
              <a:ln>
                <a:solidFill>
                  <a:srgbClr val="64DE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AF3067B7-23C4-E610-D7E0-1A88410CC3FA}"/>
                  </a:ext>
                </a:extLst>
              </p:cNvPr>
              <p:cNvSpPr/>
              <p:nvPr/>
            </p:nvSpPr>
            <p:spPr>
              <a:xfrm>
                <a:off x="510496" y="114275"/>
                <a:ext cx="72000" cy="72000"/>
              </a:xfrm>
              <a:prstGeom prst="ellipse">
                <a:avLst/>
              </a:prstGeom>
              <a:noFill/>
              <a:ln>
                <a:solidFill>
                  <a:srgbClr val="64DE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3628373F-D7BB-3628-945C-B56B7B1D8489}"/>
                </a:ext>
              </a:extLst>
            </p:cNvPr>
            <p:cNvGrpSpPr/>
            <p:nvPr/>
          </p:nvGrpSpPr>
          <p:grpSpPr>
            <a:xfrm flipH="1">
              <a:off x="11575500" y="150371"/>
              <a:ext cx="409799" cy="72000"/>
              <a:chOff x="172697" y="114275"/>
              <a:chExt cx="409799" cy="72000"/>
            </a:xfrm>
          </p:grpSpPr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22314DAD-7A09-3F8E-FC28-14BB9A305490}"/>
                  </a:ext>
                </a:extLst>
              </p:cNvPr>
              <p:cNvSpPr/>
              <p:nvPr/>
            </p:nvSpPr>
            <p:spPr>
              <a:xfrm>
                <a:off x="172697" y="114275"/>
                <a:ext cx="72000" cy="72000"/>
              </a:xfrm>
              <a:prstGeom prst="ellipse">
                <a:avLst/>
              </a:prstGeom>
              <a:solidFill>
                <a:srgbClr val="1DA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AF2E7AC4-2DFC-682A-4396-55549CA207DA}"/>
                  </a:ext>
                </a:extLst>
              </p:cNvPr>
              <p:cNvSpPr/>
              <p:nvPr/>
            </p:nvSpPr>
            <p:spPr>
              <a:xfrm>
                <a:off x="341596" y="114275"/>
                <a:ext cx="72000" cy="72000"/>
              </a:xfrm>
              <a:prstGeom prst="ellipse">
                <a:avLst/>
              </a:prstGeom>
              <a:noFill/>
              <a:ln>
                <a:solidFill>
                  <a:srgbClr val="64DE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DC55B86B-68A0-5607-2718-167AF30D12B3}"/>
                  </a:ext>
                </a:extLst>
              </p:cNvPr>
              <p:cNvSpPr/>
              <p:nvPr/>
            </p:nvSpPr>
            <p:spPr>
              <a:xfrm>
                <a:off x="510496" y="114275"/>
                <a:ext cx="72000" cy="72000"/>
              </a:xfrm>
              <a:prstGeom prst="ellipse">
                <a:avLst/>
              </a:prstGeom>
              <a:noFill/>
              <a:ln>
                <a:solidFill>
                  <a:srgbClr val="64DE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587D8348-89E4-E20F-520D-9B77B6EEC596}"/>
              </a:ext>
            </a:extLst>
          </p:cNvPr>
          <p:cNvGrpSpPr/>
          <p:nvPr/>
        </p:nvGrpSpPr>
        <p:grpSpPr>
          <a:xfrm>
            <a:off x="4596457" y="340463"/>
            <a:ext cx="1816461" cy="456302"/>
            <a:chOff x="-1830802" y="1092621"/>
            <a:chExt cx="1816461" cy="456302"/>
          </a:xfrm>
        </p:grpSpPr>
        <p:grpSp>
          <p:nvGrpSpPr>
            <p:cNvPr id="59" name="Group 450">
              <a:extLst>
                <a:ext uri="{FF2B5EF4-FFF2-40B4-BE49-F238E27FC236}">
                  <a16:creationId xmlns:a16="http://schemas.microsoft.com/office/drawing/2014/main" id="{F2BD08D2-4535-BB89-5767-4C3F072A4BF3}"/>
                </a:ext>
              </a:extLst>
            </p:cNvPr>
            <p:cNvGrpSpPr/>
            <p:nvPr/>
          </p:nvGrpSpPr>
          <p:grpSpPr>
            <a:xfrm>
              <a:off x="-1830802" y="1092621"/>
              <a:ext cx="1816461" cy="456302"/>
              <a:chOff x="1490230" y="121825"/>
              <a:chExt cx="1940228" cy="434729"/>
            </a:xfrm>
          </p:grpSpPr>
          <p:sp>
            <p:nvSpPr>
              <p:cNvPr id="61" name="任意多边形: 形状 60">
                <a:extLst>
                  <a:ext uri="{FF2B5EF4-FFF2-40B4-BE49-F238E27FC236}">
                    <a16:creationId xmlns:a16="http://schemas.microsoft.com/office/drawing/2014/main" id="{E80AA596-79FA-9851-36B2-58EBC8C091FA}"/>
                  </a:ext>
                </a:extLst>
              </p:cNvPr>
              <p:cNvSpPr/>
              <p:nvPr/>
            </p:nvSpPr>
            <p:spPr>
              <a:xfrm flipH="1" flipV="1">
                <a:off x="1490230" y="121825"/>
                <a:ext cx="1940228" cy="434729"/>
              </a:xfrm>
              <a:custGeom>
                <a:avLst/>
                <a:gdLst>
                  <a:gd name="connsiteX0" fmla="*/ 1940228 w 1940228"/>
                  <a:gd name="connsiteY0" fmla="*/ 434729 h 434729"/>
                  <a:gd name="connsiteX1" fmla="*/ 1762811 w 1940228"/>
                  <a:gd name="connsiteY1" fmla="*/ 434729 h 434729"/>
                  <a:gd name="connsiteX2" fmla="*/ 1762811 w 1940228"/>
                  <a:gd name="connsiteY2" fmla="*/ 429250 h 434729"/>
                  <a:gd name="connsiteX3" fmla="*/ 1747971 w 1940228"/>
                  <a:gd name="connsiteY3" fmla="*/ 434729 h 434729"/>
                  <a:gd name="connsiteX4" fmla="*/ 54011 w 1940228"/>
                  <a:gd name="connsiteY4" fmla="*/ 434729 h 434729"/>
                  <a:gd name="connsiteX5" fmla="*/ 661 w 1940228"/>
                  <a:gd name="connsiteY5" fmla="*/ 372375 h 434729"/>
                  <a:gd name="connsiteX6" fmla="*/ 51823 w 1940228"/>
                  <a:gd name="connsiteY6" fmla="*/ 45646 h 434729"/>
                  <a:gd name="connsiteX7" fmla="*/ 105173 w 1940228"/>
                  <a:gd name="connsiteY7" fmla="*/ 0 h 434729"/>
                  <a:gd name="connsiteX8" fmla="*/ 1799133 w 1940228"/>
                  <a:gd name="connsiteY8" fmla="*/ 0 h 434729"/>
                  <a:gd name="connsiteX9" fmla="*/ 1852483 w 1940228"/>
                  <a:gd name="connsiteY9" fmla="*/ 62354 h 434729"/>
                  <a:gd name="connsiteX10" fmla="*/ 1813947 w 1940228"/>
                  <a:gd name="connsiteY10" fmla="*/ 308448 h 434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40228" h="434729">
                    <a:moveTo>
                      <a:pt x="1940228" y="434729"/>
                    </a:moveTo>
                    <a:lnTo>
                      <a:pt x="1762811" y="434729"/>
                    </a:lnTo>
                    <a:lnTo>
                      <a:pt x="1762811" y="429250"/>
                    </a:lnTo>
                    <a:lnTo>
                      <a:pt x="1747971" y="434729"/>
                    </a:lnTo>
                    <a:lnTo>
                      <a:pt x="54011" y="434729"/>
                    </a:lnTo>
                    <a:cubicBezTo>
                      <a:pt x="20876" y="434729"/>
                      <a:pt x="-4465" y="405111"/>
                      <a:pt x="661" y="372375"/>
                    </a:cubicBezTo>
                    <a:lnTo>
                      <a:pt x="51823" y="45646"/>
                    </a:lnTo>
                    <a:cubicBezTo>
                      <a:pt x="55941" y="19354"/>
                      <a:pt x="78561" y="0"/>
                      <a:pt x="105173" y="0"/>
                    </a:cubicBezTo>
                    <a:lnTo>
                      <a:pt x="1799133" y="0"/>
                    </a:lnTo>
                    <a:cubicBezTo>
                      <a:pt x="1832268" y="0"/>
                      <a:pt x="1857609" y="29618"/>
                      <a:pt x="1852483" y="62354"/>
                    </a:cubicBezTo>
                    <a:lnTo>
                      <a:pt x="1813947" y="308448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chemeClr val="accent1"/>
                  </a:gs>
                  <a:gs pos="98000">
                    <a:schemeClr val="accent2"/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62" name="文本框 48">
                <a:extLst>
                  <a:ext uri="{FF2B5EF4-FFF2-40B4-BE49-F238E27FC236}">
                    <a16:creationId xmlns:a16="http://schemas.microsoft.com/office/drawing/2014/main" id="{3CECDC73-889B-3624-A921-E1E19C71ECF7}"/>
                  </a:ext>
                </a:extLst>
              </p:cNvPr>
              <p:cNvSpPr txBox="1"/>
              <p:nvPr/>
            </p:nvSpPr>
            <p:spPr>
              <a:xfrm>
                <a:off x="1960103" y="157529"/>
                <a:ext cx="1346201" cy="381194"/>
              </a:xfrm>
              <a:prstGeom prst="rect">
                <a:avLst/>
              </a:prstGeom>
              <a:noFill/>
              <a:effectLst>
                <a:outerShdw blurRad="76200" dist="38100" dir="2700000" algn="tl" rotWithShape="0">
                  <a:schemeClr val="accent2">
                    <a:lumMod val="50000"/>
                    <a:alpha val="50000"/>
                  </a:schemeClr>
                </a:outerShdw>
              </a:effectLst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项目实施</a:t>
                </a:r>
              </a:p>
            </p:txBody>
          </p:sp>
        </p:grpSp>
        <p:sp>
          <p:nvSpPr>
            <p:cNvPr id="60" name="stars_273718">
              <a:extLst>
                <a:ext uri="{FF2B5EF4-FFF2-40B4-BE49-F238E27FC236}">
                  <a16:creationId xmlns:a16="http://schemas.microsoft.com/office/drawing/2014/main" id="{0F8F1551-35B4-2D74-6EDF-B29B7FC92C1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-1655509" y="1222152"/>
              <a:ext cx="216505" cy="216000"/>
            </a:xfrm>
            <a:custGeom>
              <a:avLst/>
              <a:gdLst>
                <a:gd name="connsiteX0" fmla="*/ 435684 w 607336"/>
                <a:gd name="connsiteY0" fmla="*/ 463990 h 605919"/>
                <a:gd name="connsiteX1" fmla="*/ 421104 w 607336"/>
                <a:gd name="connsiteY1" fmla="*/ 493187 h 605919"/>
                <a:gd name="connsiteX2" fmla="*/ 409311 w 607336"/>
                <a:gd name="connsiteY2" fmla="*/ 500417 h 605919"/>
                <a:gd name="connsiteX3" fmla="*/ 388325 w 607336"/>
                <a:gd name="connsiteY3" fmla="*/ 500417 h 605919"/>
                <a:gd name="connsiteX4" fmla="*/ 405411 w 607336"/>
                <a:gd name="connsiteY4" fmla="*/ 517472 h 605919"/>
                <a:gd name="connsiteX5" fmla="*/ 409033 w 607336"/>
                <a:gd name="connsiteY5" fmla="*/ 529429 h 605919"/>
                <a:gd name="connsiteX6" fmla="*/ 402625 w 607336"/>
                <a:gd name="connsiteY6" fmla="*/ 561499 h 605919"/>
                <a:gd name="connsiteX7" fmla="*/ 427790 w 607336"/>
                <a:gd name="connsiteY7" fmla="*/ 542591 h 605919"/>
                <a:gd name="connsiteX8" fmla="*/ 435684 w 607336"/>
                <a:gd name="connsiteY8" fmla="*/ 539995 h 605919"/>
                <a:gd name="connsiteX9" fmla="*/ 443670 w 607336"/>
                <a:gd name="connsiteY9" fmla="*/ 542591 h 605919"/>
                <a:gd name="connsiteX10" fmla="*/ 468835 w 607336"/>
                <a:gd name="connsiteY10" fmla="*/ 561499 h 605919"/>
                <a:gd name="connsiteX11" fmla="*/ 462427 w 607336"/>
                <a:gd name="connsiteY11" fmla="*/ 529429 h 605919"/>
                <a:gd name="connsiteX12" fmla="*/ 466049 w 607336"/>
                <a:gd name="connsiteY12" fmla="*/ 517472 h 605919"/>
                <a:gd name="connsiteX13" fmla="*/ 483042 w 607336"/>
                <a:gd name="connsiteY13" fmla="*/ 500417 h 605919"/>
                <a:gd name="connsiteX14" fmla="*/ 462149 w 607336"/>
                <a:gd name="connsiteY14" fmla="*/ 500417 h 605919"/>
                <a:gd name="connsiteX15" fmla="*/ 450356 w 607336"/>
                <a:gd name="connsiteY15" fmla="*/ 493187 h 605919"/>
                <a:gd name="connsiteX16" fmla="*/ 171614 w 607336"/>
                <a:gd name="connsiteY16" fmla="*/ 463990 h 605919"/>
                <a:gd name="connsiteX17" fmla="*/ 157040 w 607336"/>
                <a:gd name="connsiteY17" fmla="*/ 493187 h 605919"/>
                <a:gd name="connsiteX18" fmla="*/ 145252 w 607336"/>
                <a:gd name="connsiteY18" fmla="*/ 500417 h 605919"/>
                <a:gd name="connsiteX19" fmla="*/ 124273 w 607336"/>
                <a:gd name="connsiteY19" fmla="*/ 500417 h 605919"/>
                <a:gd name="connsiteX20" fmla="*/ 141353 w 607336"/>
                <a:gd name="connsiteY20" fmla="*/ 517472 h 605919"/>
                <a:gd name="connsiteX21" fmla="*/ 144973 w 607336"/>
                <a:gd name="connsiteY21" fmla="*/ 529429 h 605919"/>
                <a:gd name="connsiteX22" fmla="*/ 138568 w 607336"/>
                <a:gd name="connsiteY22" fmla="*/ 561499 h 605919"/>
                <a:gd name="connsiteX23" fmla="*/ 163724 w 607336"/>
                <a:gd name="connsiteY23" fmla="*/ 542591 h 605919"/>
                <a:gd name="connsiteX24" fmla="*/ 171614 w 607336"/>
                <a:gd name="connsiteY24" fmla="*/ 539995 h 605919"/>
                <a:gd name="connsiteX25" fmla="*/ 179504 w 607336"/>
                <a:gd name="connsiteY25" fmla="*/ 542591 h 605919"/>
                <a:gd name="connsiteX26" fmla="*/ 204660 w 607336"/>
                <a:gd name="connsiteY26" fmla="*/ 561499 h 605919"/>
                <a:gd name="connsiteX27" fmla="*/ 198255 w 607336"/>
                <a:gd name="connsiteY27" fmla="*/ 529429 h 605919"/>
                <a:gd name="connsiteX28" fmla="*/ 201875 w 607336"/>
                <a:gd name="connsiteY28" fmla="*/ 517472 h 605919"/>
                <a:gd name="connsiteX29" fmla="*/ 218955 w 607336"/>
                <a:gd name="connsiteY29" fmla="*/ 500417 h 605919"/>
                <a:gd name="connsiteX30" fmla="*/ 197976 w 607336"/>
                <a:gd name="connsiteY30" fmla="*/ 500417 h 605919"/>
                <a:gd name="connsiteX31" fmla="*/ 186187 w 607336"/>
                <a:gd name="connsiteY31" fmla="*/ 493187 h 605919"/>
                <a:gd name="connsiteX32" fmla="*/ 435695 w 607336"/>
                <a:gd name="connsiteY32" fmla="*/ 421910 h 605919"/>
                <a:gd name="connsiteX33" fmla="*/ 447570 w 607336"/>
                <a:gd name="connsiteY33" fmla="*/ 428583 h 605919"/>
                <a:gd name="connsiteX34" fmla="*/ 470321 w 607336"/>
                <a:gd name="connsiteY34" fmla="*/ 474094 h 605919"/>
                <a:gd name="connsiteX35" fmla="*/ 514986 w 607336"/>
                <a:gd name="connsiteY35" fmla="*/ 474094 h 605919"/>
                <a:gd name="connsiteX36" fmla="*/ 527151 w 607336"/>
                <a:gd name="connsiteY36" fmla="*/ 482250 h 605919"/>
                <a:gd name="connsiteX37" fmla="*/ 524272 w 607336"/>
                <a:gd name="connsiteY37" fmla="*/ 496617 h 605919"/>
                <a:gd name="connsiteX38" fmla="*/ 489635 w 607336"/>
                <a:gd name="connsiteY38" fmla="*/ 531190 h 605919"/>
                <a:gd name="connsiteX39" fmla="*/ 501429 w 607336"/>
                <a:gd name="connsiteY39" fmla="*/ 590140 h 605919"/>
                <a:gd name="connsiteX40" fmla="*/ 495579 w 607336"/>
                <a:gd name="connsiteY40" fmla="*/ 603858 h 605919"/>
                <a:gd name="connsiteX41" fmla="*/ 488521 w 607336"/>
                <a:gd name="connsiteY41" fmla="*/ 605897 h 605919"/>
                <a:gd name="connsiteX42" fmla="*/ 480628 w 607336"/>
                <a:gd name="connsiteY42" fmla="*/ 603302 h 605919"/>
                <a:gd name="connsiteX43" fmla="*/ 435684 w 607336"/>
                <a:gd name="connsiteY43" fmla="*/ 569656 h 605919"/>
                <a:gd name="connsiteX44" fmla="*/ 390832 w 607336"/>
                <a:gd name="connsiteY44" fmla="*/ 603302 h 605919"/>
                <a:gd name="connsiteX45" fmla="*/ 375881 w 607336"/>
                <a:gd name="connsiteY45" fmla="*/ 603858 h 605919"/>
                <a:gd name="connsiteX46" fmla="*/ 369938 w 607336"/>
                <a:gd name="connsiteY46" fmla="*/ 590140 h 605919"/>
                <a:gd name="connsiteX47" fmla="*/ 381732 w 607336"/>
                <a:gd name="connsiteY47" fmla="*/ 531190 h 605919"/>
                <a:gd name="connsiteX48" fmla="*/ 347095 w 607336"/>
                <a:gd name="connsiteY48" fmla="*/ 496617 h 605919"/>
                <a:gd name="connsiteX49" fmla="*/ 344309 w 607336"/>
                <a:gd name="connsiteY49" fmla="*/ 482250 h 605919"/>
                <a:gd name="connsiteX50" fmla="*/ 356474 w 607336"/>
                <a:gd name="connsiteY50" fmla="*/ 474094 h 605919"/>
                <a:gd name="connsiteX51" fmla="*/ 401139 w 607336"/>
                <a:gd name="connsiteY51" fmla="*/ 474094 h 605919"/>
                <a:gd name="connsiteX52" fmla="*/ 423890 w 607336"/>
                <a:gd name="connsiteY52" fmla="*/ 428583 h 605919"/>
                <a:gd name="connsiteX53" fmla="*/ 435695 w 607336"/>
                <a:gd name="connsiteY53" fmla="*/ 421910 h 605919"/>
                <a:gd name="connsiteX54" fmla="*/ 171614 w 607336"/>
                <a:gd name="connsiteY54" fmla="*/ 421910 h 605919"/>
                <a:gd name="connsiteX55" fmla="*/ 183403 w 607336"/>
                <a:gd name="connsiteY55" fmla="*/ 428583 h 605919"/>
                <a:gd name="connsiteX56" fmla="*/ 206145 w 607336"/>
                <a:gd name="connsiteY56" fmla="*/ 474094 h 605919"/>
                <a:gd name="connsiteX57" fmla="*/ 250794 w 607336"/>
                <a:gd name="connsiteY57" fmla="*/ 474094 h 605919"/>
                <a:gd name="connsiteX58" fmla="*/ 262954 w 607336"/>
                <a:gd name="connsiteY58" fmla="*/ 482250 h 605919"/>
                <a:gd name="connsiteX59" fmla="*/ 260169 w 607336"/>
                <a:gd name="connsiteY59" fmla="*/ 496617 h 605919"/>
                <a:gd name="connsiteX60" fmla="*/ 225545 w 607336"/>
                <a:gd name="connsiteY60" fmla="*/ 531190 h 605919"/>
                <a:gd name="connsiteX61" fmla="*/ 237334 w 607336"/>
                <a:gd name="connsiteY61" fmla="*/ 590140 h 605919"/>
                <a:gd name="connsiteX62" fmla="*/ 231393 w 607336"/>
                <a:gd name="connsiteY62" fmla="*/ 603858 h 605919"/>
                <a:gd name="connsiteX63" fmla="*/ 224431 w 607336"/>
                <a:gd name="connsiteY63" fmla="*/ 605897 h 605919"/>
                <a:gd name="connsiteX64" fmla="*/ 216541 w 607336"/>
                <a:gd name="connsiteY64" fmla="*/ 603302 h 605919"/>
                <a:gd name="connsiteX65" fmla="*/ 171614 w 607336"/>
                <a:gd name="connsiteY65" fmla="*/ 569656 h 605919"/>
                <a:gd name="connsiteX66" fmla="*/ 126687 w 607336"/>
                <a:gd name="connsiteY66" fmla="*/ 603302 h 605919"/>
                <a:gd name="connsiteX67" fmla="*/ 111742 w 607336"/>
                <a:gd name="connsiteY67" fmla="*/ 603858 h 605919"/>
                <a:gd name="connsiteX68" fmla="*/ 105894 w 607336"/>
                <a:gd name="connsiteY68" fmla="*/ 590140 h 605919"/>
                <a:gd name="connsiteX69" fmla="*/ 117683 w 607336"/>
                <a:gd name="connsiteY69" fmla="*/ 531190 h 605919"/>
                <a:gd name="connsiteX70" fmla="*/ 83059 w 607336"/>
                <a:gd name="connsiteY70" fmla="*/ 496617 h 605919"/>
                <a:gd name="connsiteX71" fmla="*/ 80181 w 607336"/>
                <a:gd name="connsiteY71" fmla="*/ 482250 h 605919"/>
                <a:gd name="connsiteX72" fmla="*/ 92434 w 607336"/>
                <a:gd name="connsiteY72" fmla="*/ 474094 h 605919"/>
                <a:gd name="connsiteX73" fmla="*/ 137083 w 607336"/>
                <a:gd name="connsiteY73" fmla="*/ 474094 h 605919"/>
                <a:gd name="connsiteX74" fmla="*/ 159825 w 607336"/>
                <a:gd name="connsiteY74" fmla="*/ 428583 h 605919"/>
                <a:gd name="connsiteX75" fmla="*/ 171614 w 607336"/>
                <a:gd name="connsiteY75" fmla="*/ 421910 h 605919"/>
                <a:gd name="connsiteX76" fmla="*/ 514950 w 607336"/>
                <a:gd name="connsiteY76" fmla="*/ 226678 h 605919"/>
                <a:gd name="connsiteX77" fmla="*/ 500278 w 607336"/>
                <a:gd name="connsiteY77" fmla="*/ 255875 h 605919"/>
                <a:gd name="connsiteX78" fmla="*/ 488485 w 607336"/>
                <a:gd name="connsiteY78" fmla="*/ 263105 h 605919"/>
                <a:gd name="connsiteX79" fmla="*/ 467592 w 607336"/>
                <a:gd name="connsiteY79" fmla="*/ 263105 h 605919"/>
                <a:gd name="connsiteX80" fmla="*/ 484678 w 607336"/>
                <a:gd name="connsiteY80" fmla="*/ 280160 h 605919"/>
                <a:gd name="connsiteX81" fmla="*/ 488207 w 607336"/>
                <a:gd name="connsiteY81" fmla="*/ 292117 h 605919"/>
                <a:gd name="connsiteX82" fmla="*/ 481799 w 607336"/>
                <a:gd name="connsiteY82" fmla="*/ 324187 h 605919"/>
                <a:gd name="connsiteX83" fmla="*/ 506964 w 607336"/>
                <a:gd name="connsiteY83" fmla="*/ 305279 h 605919"/>
                <a:gd name="connsiteX84" fmla="*/ 514950 w 607336"/>
                <a:gd name="connsiteY84" fmla="*/ 302683 h 605919"/>
                <a:gd name="connsiteX85" fmla="*/ 522844 w 607336"/>
                <a:gd name="connsiteY85" fmla="*/ 305279 h 605919"/>
                <a:gd name="connsiteX86" fmla="*/ 548009 w 607336"/>
                <a:gd name="connsiteY86" fmla="*/ 324187 h 605919"/>
                <a:gd name="connsiteX87" fmla="*/ 541601 w 607336"/>
                <a:gd name="connsiteY87" fmla="*/ 292117 h 605919"/>
                <a:gd name="connsiteX88" fmla="*/ 545223 w 607336"/>
                <a:gd name="connsiteY88" fmla="*/ 280160 h 605919"/>
                <a:gd name="connsiteX89" fmla="*/ 562309 w 607336"/>
                <a:gd name="connsiteY89" fmla="*/ 263105 h 605919"/>
                <a:gd name="connsiteX90" fmla="*/ 541323 w 607336"/>
                <a:gd name="connsiteY90" fmla="*/ 263105 h 605919"/>
                <a:gd name="connsiteX91" fmla="*/ 529530 w 607336"/>
                <a:gd name="connsiteY91" fmla="*/ 255875 h 605919"/>
                <a:gd name="connsiteX92" fmla="*/ 92440 w 607336"/>
                <a:gd name="connsiteY92" fmla="*/ 226678 h 605919"/>
                <a:gd name="connsiteX93" fmla="*/ 77774 w 607336"/>
                <a:gd name="connsiteY93" fmla="*/ 255875 h 605919"/>
                <a:gd name="connsiteX94" fmla="*/ 65985 w 607336"/>
                <a:gd name="connsiteY94" fmla="*/ 263105 h 605919"/>
                <a:gd name="connsiteX95" fmla="*/ 45099 w 607336"/>
                <a:gd name="connsiteY95" fmla="*/ 263105 h 605919"/>
                <a:gd name="connsiteX96" fmla="*/ 62086 w 607336"/>
                <a:gd name="connsiteY96" fmla="*/ 280160 h 605919"/>
                <a:gd name="connsiteX97" fmla="*/ 65706 w 607336"/>
                <a:gd name="connsiteY97" fmla="*/ 292024 h 605919"/>
                <a:gd name="connsiteX98" fmla="*/ 59301 w 607336"/>
                <a:gd name="connsiteY98" fmla="*/ 324187 h 605919"/>
                <a:gd name="connsiteX99" fmla="*/ 84457 w 607336"/>
                <a:gd name="connsiteY99" fmla="*/ 305279 h 605919"/>
                <a:gd name="connsiteX100" fmla="*/ 92440 w 607336"/>
                <a:gd name="connsiteY100" fmla="*/ 302683 h 605919"/>
                <a:gd name="connsiteX101" fmla="*/ 100330 w 607336"/>
                <a:gd name="connsiteY101" fmla="*/ 305279 h 605919"/>
                <a:gd name="connsiteX102" fmla="*/ 125486 w 607336"/>
                <a:gd name="connsiteY102" fmla="*/ 324187 h 605919"/>
                <a:gd name="connsiteX103" fmla="*/ 119081 w 607336"/>
                <a:gd name="connsiteY103" fmla="*/ 292117 h 605919"/>
                <a:gd name="connsiteX104" fmla="*/ 122701 w 607336"/>
                <a:gd name="connsiteY104" fmla="*/ 280160 h 605919"/>
                <a:gd name="connsiteX105" fmla="*/ 139781 w 607336"/>
                <a:gd name="connsiteY105" fmla="*/ 263105 h 605919"/>
                <a:gd name="connsiteX106" fmla="*/ 118802 w 607336"/>
                <a:gd name="connsiteY106" fmla="*/ 263105 h 605919"/>
                <a:gd name="connsiteX107" fmla="*/ 107013 w 607336"/>
                <a:gd name="connsiteY107" fmla="*/ 255875 h 605919"/>
                <a:gd name="connsiteX108" fmla="*/ 514938 w 607336"/>
                <a:gd name="connsiteY108" fmla="*/ 184598 h 605919"/>
                <a:gd name="connsiteX109" fmla="*/ 526744 w 607336"/>
                <a:gd name="connsiteY109" fmla="*/ 191271 h 605919"/>
                <a:gd name="connsiteX110" fmla="*/ 549495 w 607336"/>
                <a:gd name="connsiteY110" fmla="*/ 236782 h 605919"/>
                <a:gd name="connsiteX111" fmla="*/ 594160 w 607336"/>
                <a:gd name="connsiteY111" fmla="*/ 236782 h 605919"/>
                <a:gd name="connsiteX112" fmla="*/ 606325 w 607336"/>
                <a:gd name="connsiteY112" fmla="*/ 244938 h 605919"/>
                <a:gd name="connsiteX113" fmla="*/ 603539 w 607336"/>
                <a:gd name="connsiteY113" fmla="*/ 259305 h 605919"/>
                <a:gd name="connsiteX114" fmla="*/ 568902 w 607336"/>
                <a:gd name="connsiteY114" fmla="*/ 293878 h 605919"/>
                <a:gd name="connsiteX115" fmla="*/ 580696 w 607336"/>
                <a:gd name="connsiteY115" fmla="*/ 352828 h 605919"/>
                <a:gd name="connsiteX116" fmla="*/ 574753 w 607336"/>
                <a:gd name="connsiteY116" fmla="*/ 366546 h 605919"/>
                <a:gd name="connsiteX117" fmla="*/ 567788 w 607336"/>
                <a:gd name="connsiteY117" fmla="*/ 368585 h 605919"/>
                <a:gd name="connsiteX118" fmla="*/ 559802 w 607336"/>
                <a:gd name="connsiteY118" fmla="*/ 365990 h 605919"/>
                <a:gd name="connsiteX119" fmla="*/ 514950 w 607336"/>
                <a:gd name="connsiteY119" fmla="*/ 332344 h 605919"/>
                <a:gd name="connsiteX120" fmla="*/ 470006 w 607336"/>
                <a:gd name="connsiteY120" fmla="*/ 365990 h 605919"/>
                <a:gd name="connsiteX121" fmla="*/ 455055 w 607336"/>
                <a:gd name="connsiteY121" fmla="*/ 366546 h 605919"/>
                <a:gd name="connsiteX122" fmla="*/ 449205 w 607336"/>
                <a:gd name="connsiteY122" fmla="*/ 352828 h 605919"/>
                <a:gd name="connsiteX123" fmla="*/ 460999 w 607336"/>
                <a:gd name="connsiteY123" fmla="*/ 293878 h 605919"/>
                <a:gd name="connsiteX124" fmla="*/ 426362 w 607336"/>
                <a:gd name="connsiteY124" fmla="*/ 259305 h 605919"/>
                <a:gd name="connsiteX125" fmla="*/ 423483 w 607336"/>
                <a:gd name="connsiteY125" fmla="*/ 244938 h 605919"/>
                <a:gd name="connsiteX126" fmla="*/ 435648 w 607336"/>
                <a:gd name="connsiteY126" fmla="*/ 236782 h 605919"/>
                <a:gd name="connsiteX127" fmla="*/ 480313 w 607336"/>
                <a:gd name="connsiteY127" fmla="*/ 236782 h 605919"/>
                <a:gd name="connsiteX128" fmla="*/ 503064 w 607336"/>
                <a:gd name="connsiteY128" fmla="*/ 191271 h 605919"/>
                <a:gd name="connsiteX129" fmla="*/ 514938 w 607336"/>
                <a:gd name="connsiteY129" fmla="*/ 184598 h 605919"/>
                <a:gd name="connsiteX130" fmla="*/ 92394 w 607336"/>
                <a:gd name="connsiteY130" fmla="*/ 184598 h 605919"/>
                <a:gd name="connsiteX131" fmla="*/ 104229 w 607336"/>
                <a:gd name="connsiteY131" fmla="*/ 191271 h 605919"/>
                <a:gd name="connsiteX132" fmla="*/ 126971 w 607336"/>
                <a:gd name="connsiteY132" fmla="*/ 236782 h 605919"/>
                <a:gd name="connsiteX133" fmla="*/ 171620 w 607336"/>
                <a:gd name="connsiteY133" fmla="*/ 236782 h 605919"/>
                <a:gd name="connsiteX134" fmla="*/ 183780 w 607336"/>
                <a:gd name="connsiteY134" fmla="*/ 244938 h 605919"/>
                <a:gd name="connsiteX135" fmla="*/ 180902 w 607336"/>
                <a:gd name="connsiteY135" fmla="*/ 259305 h 605919"/>
                <a:gd name="connsiteX136" fmla="*/ 146371 w 607336"/>
                <a:gd name="connsiteY136" fmla="*/ 293878 h 605919"/>
                <a:gd name="connsiteX137" fmla="*/ 158160 w 607336"/>
                <a:gd name="connsiteY137" fmla="*/ 352828 h 605919"/>
                <a:gd name="connsiteX138" fmla="*/ 152219 w 607336"/>
                <a:gd name="connsiteY138" fmla="*/ 366546 h 605919"/>
                <a:gd name="connsiteX139" fmla="*/ 145257 w 607336"/>
                <a:gd name="connsiteY139" fmla="*/ 368585 h 605919"/>
                <a:gd name="connsiteX140" fmla="*/ 137274 w 607336"/>
                <a:gd name="connsiteY140" fmla="*/ 365990 h 605919"/>
                <a:gd name="connsiteX141" fmla="*/ 92440 w 607336"/>
                <a:gd name="connsiteY141" fmla="*/ 332344 h 605919"/>
                <a:gd name="connsiteX142" fmla="*/ 47513 w 607336"/>
                <a:gd name="connsiteY142" fmla="*/ 365990 h 605919"/>
                <a:gd name="connsiteX143" fmla="*/ 32568 w 607336"/>
                <a:gd name="connsiteY143" fmla="*/ 366546 h 605919"/>
                <a:gd name="connsiteX144" fmla="*/ 26627 w 607336"/>
                <a:gd name="connsiteY144" fmla="*/ 352828 h 605919"/>
                <a:gd name="connsiteX145" fmla="*/ 38509 w 607336"/>
                <a:gd name="connsiteY145" fmla="*/ 293878 h 605919"/>
                <a:gd name="connsiteX146" fmla="*/ 3885 w 607336"/>
                <a:gd name="connsiteY146" fmla="*/ 259305 h 605919"/>
                <a:gd name="connsiteX147" fmla="*/ 1007 w 607336"/>
                <a:gd name="connsiteY147" fmla="*/ 244938 h 605919"/>
                <a:gd name="connsiteX148" fmla="*/ 13167 w 607336"/>
                <a:gd name="connsiteY148" fmla="*/ 236782 h 605919"/>
                <a:gd name="connsiteX149" fmla="*/ 57816 w 607336"/>
                <a:gd name="connsiteY149" fmla="*/ 236782 h 605919"/>
                <a:gd name="connsiteX150" fmla="*/ 80558 w 607336"/>
                <a:gd name="connsiteY150" fmla="*/ 191271 h 605919"/>
                <a:gd name="connsiteX151" fmla="*/ 92394 w 607336"/>
                <a:gd name="connsiteY151" fmla="*/ 184598 h 605919"/>
                <a:gd name="connsiteX152" fmla="*/ 303666 w 607336"/>
                <a:gd name="connsiteY152" fmla="*/ 42096 h 605919"/>
                <a:gd name="connsiteX153" fmla="*/ 289089 w 607336"/>
                <a:gd name="connsiteY153" fmla="*/ 71304 h 605919"/>
                <a:gd name="connsiteX154" fmla="*/ 277297 w 607336"/>
                <a:gd name="connsiteY154" fmla="*/ 78537 h 605919"/>
                <a:gd name="connsiteX155" fmla="*/ 256313 w 607336"/>
                <a:gd name="connsiteY155" fmla="*/ 78537 h 605919"/>
                <a:gd name="connsiteX156" fmla="*/ 273397 w 607336"/>
                <a:gd name="connsiteY156" fmla="*/ 95598 h 605919"/>
                <a:gd name="connsiteX157" fmla="*/ 277018 w 607336"/>
                <a:gd name="connsiteY157" fmla="*/ 107467 h 605919"/>
                <a:gd name="connsiteX158" fmla="*/ 270612 w 607336"/>
                <a:gd name="connsiteY158" fmla="*/ 139642 h 605919"/>
                <a:gd name="connsiteX159" fmla="*/ 295774 w 607336"/>
                <a:gd name="connsiteY159" fmla="*/ 120726 h 605919"/>
                <a:gd name="connsiteX160" fmla="*/ 303666 w 607336"/>
                <a:gd name="connsiteY160" fmla="*/ 118130 h 605919"/>
                <a:gd name="connsiteX161" fmla="*/ 311651 w 607336"/>
                <a:gd name="connsiteY161" fmla="*/ 120726 h 605919"/>
                <a:gd name="connsiteX162" fmla="*/ 336813 w 607336"/>
                <a:gd name="connsiteY162" fmla="*/ 139642 h 605919"/>
                <a:gd name="connsiteX163" fmla="*/ 330407 w 607336"/>
                <a:gd name="connsiteY163" fmla="*/ 107467 h 605919"/>
                <a:gd name="connsiteX164" fmla="*/ 333935 w 607336"/>
                <a:gd name="connsiteY164" fmla="*/ 95598 h 605919"/>
                <a:gd name="connsiteX165" fmla="*/ 351019 w 607336"/>
                <a:gd name="connsiteY165" fmla="*/ 78537 h 605919"/>
                <a:gd name="connsiteX166" fmla="*/ 330128 w 607336"/>
                <a:gd name="connsiteY166" fmla="*/ 78537 h 605919"/>
                <a:gd name="connsiteX167" fmla="*/ 318336 w 607336"/>
                <a:gd name="connsiteY167" fmla="*/ 71304 h 605919"/>
                <a:gd name="connsiteX168" fmla="*/ 303666 w 607336"/>
                <a:gd name="connsiteY168" fmla="*/ 0 h 605919"/>
                <a:gd name="connsiteX169" fmla="*/ 315458 w 607336"/>
                <a:gd name="connsiteY169" fmla="*/ 6676 h 605919"/>
                <a:gd name="connsiteX170" fmla="*/ 338206 w 607336"/>
                <a:gd name="connsiteY170" fmla="*/ 52203 h 605919"/>
                <a:gd name="connsiteX171" fmla="*/ 382866 w 607336"/>
                <a:gd name="connsiteY171" fmla="*/ 52203 h 605919"/>
                <a:gd name="connsiteX172" fmla="*/ 395122 w 607336"/>
                <a:gd name="connsiteY172" fmla="*/ 60363 h 605919"/>
                <a:gd name="connsiteX173" fmla="*/ 392244 w 607336"/>
                <a:gd name="connsiteY173" fmla="*/ 74735 h 605919"/>
                <a:gd name="connsiteX174" fmla="*/ 357611 w 607336"/>
                <a:gd name="connsiteY174" fmla="*/ 109229 h 605919"/>
                <a:gd name="connsiteX175" fmla="*/ 369403 w 607336"/>
                <a:gd name="connsiteY175" fmla="*/ 168294 h 605919"/>
                <a:gd name="connsiteX176" fmla="*/ 363461 w 607336"/>
                <a:gd name="connsiteY176" fmla="*/ 182017 h 605919"/>
                <a:gd name="connsiteX177" fmla="*/ 356497 w 607336"/>
                <a:gd name="connsiteY177" fmla="*/ 184057 h 605919"/>
                <a:gd name="connsiteX178" fmla="*/ 348605 w 607336"/>
                <a:gd name="connsiteY178" fmla="*/ 181368 h 605919"/>
                <a:gd name="connsiteX179" fmla="*/ 303666 w 607336"/>
                <a:gd name="connsiteY179" fmla="*/ 147802 h 605919"/>
                <a:gd name="connsiteX180" fmla="*/ 258820 w 607336"/>
                <a:gd name="connsiteY180" fmla="*/ 181368 h 605919"/>
                <a:gd name="connsiteX181" fmla="*/ 243871 w 607336"/>
                <a:gd name="connsiteY181" fmla="*/ 182017 h 605919"/>
                <a:gd name="connsiteX182" fmla="*/ 237929 w 607336"/>
                <a:gd name="connsiteY182" fmla="*/ 168294 h 605919"/>
                <a:gd name="connsiteX183" fmla="*/ 249721 w 607336"/>
                <a:gd name="connsiteY183" fmla="*/ 109229 h 605919"/>
                <a:gd name="connsiteX184" fmla="*/ 215088 w 607336"/>
                <a:gd name="connsiteY184" fmla="*/ 74735 h 605919"/>
                <a:gd name="connsiteX185" fmla="*/ 212210 w 607336"/>
                <a:gd name="connsiteY185" fmla="*/ 60363 h 605919"/>
                <a:gd name="connsiteX186" fmla="*/ 224466 w 607336"/>
                <a:gd name="connsiteY186" fmla="*/ 52203 h 605919"/>
                <a:gd name="connsiteX187" fmla="*/ 269126 w 607336"/>
                <a:gd name="connsiteY187" fmla="*/ 52203 h 605919"/>
                <a:gd name="connsiteX188" fmla="*/ 291874 w 607336"/>
                <a:gd name="connsiteY188" fmla="*/ 6676 h 605919"/>
                <a:gd name="connsiteX189" fmla="*/ 303666 w 607336"/>
                <a:gd name="connsiteY189" fmla="*/ 0 h 605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</a:cxnLst>
              <a:rect l="l" t="t" r="r" b="b"/>
              <a:pathLst>
                <a:path w="607336" h="605919">
                  <a:moveTo>
                    <a:pt x="435684" y="463990"/>
                  </a:moveTo>
                  <a:lnTo>
                    <a:pt x="421104" y="493187"/>
                  </a:lnTo>
                  <a:cubicBezTo>
                    <a:pt x="418876" y="497637"/>
                    <a:pt x="414326" y="500417"/>
                    <a:pt x="409311" y="500417"/>
                  </a:cubicBezTo>
                  <a:lnTo>
                    <a:pt x="388325" y="500417"/>
                  </a:lnTo>
                  <a:lnTo>
                    <a:pt x="405411" y="517472"/>
                  </a:lnTo>
                  <a:cubicBezTo>
                    <a:pt x="408568" y="520623"/>
                    <a:pt x="409961" y="525072"/>
                    <a:pt x="409033" y="529429"/>
                  </a:cubicBezTo>
                  <a:lnTo>
                    <a:pt x="402625" y="561499"/>
                  </a:lnTo>
                  <a:lnTo>
                    <a:pt x="427790" y="542591"/>
                  </a:lnTo>
                  <a:cubicBezTo>
                    <a:pt x="430112" y="540830"/>
                    <a:pt x="432991" y="539995"/>
                    <a:pt x="435684" y="539995"/>
                  </a:cubicBezTo>
                  <a:cubicBezTo>
                    <a:pt x="438469" y="539995"/>
                    <a:pt x="441255" y="540830"/>
                    <a:pt x="443670" y="542591"/>
                  </a:cubicBezTo>
                  <a:lnTo>
                    <a:pt x="468835" y="561499"/>
                  </a:lnTo>
                  <a:lnTo>
                    <a:pt x="462427" y="529429"/>
                  </a:lnTo>
                  <a:cubicBezTo>
                    <a:pt x="461499" y="525072"/>
                    <a:pt x="462892" y="520623"/>
                    <a:pt x="466049" y="517472"/>
                  </a:cubicBezTo>
                  <a:lnTo>
                    <a:pt x="483042" y="500417"/>
                  </a:lnTo>
                  <a:lnTo>
                    <a:pt x="462149" y="500417"/>
                  </a:lnTo>
                  <a:cubicBezTo>
                    <a:pt x="457134" y="500417"/>
                    <a:pt x="452584" y="497637"/>
                    <a:pt x="450356" y="493187"/>
                  </a:cubicBezTo>
                  <a:close/>
                  <a:moveTo>
                    <a:pt x="171614" y="463990"/>
                  </a:moveTo>
                  <a:lnTo>
                    <a:pt x="157040" y="493187"/>
                  </a:lnTo>
                  <a:cubicBezTo>
                    <a:pt x="154813" y="497637"/>
                    <a:pt x="150171" y="500417"/>
                    <a:pt x="145252" y="500417"/>
                  </a:cubicBezTo>
                  <a:lnTo>
                    <a:pt x="124273" y="500417"/>
                  </a:lnTo>
                  <a:lnTo>
                    <a:pt x="141353" y="517472"/>
                  </a:lnTo>
                  <a:cubicBezTo>
                    <a:pt x="144416" y="520623"/>
                    <a:pt x="145809" y="525072"/>
                    <a:pt x="144973" y="529429"/>
                  </a:cubicBezTo>
                  <a:lnTo>
                    <a:pt x="138568" y="561499"/>
                  </a:lnTo>
                  <a:lnTo>
                    <a:pt x="163724" y="542591"/>
                  </a:lnTo>
                  <a:cubicBezTo>
                    <a:pt x="166044" y="540830"/>
                    <a:pt x="168829" y="539995"/>
                    <a:pt x="171614" y="539995"/>
                  </a:cubicBezTo>
                  <a:cubicBezTo>
                    <a:pt x="174399" y="539995"/>
                    <a:pt x="177183" y="540830"/>
                    <a:pt x="179504" y="542591"/>
                  </a:cubicBezTo>
                  <a:lnTo>
                    <a:pt x="204660" y="561499"/>
                  </a:lnTo>
                  <a:lnTo>
                    <a:pt x="198255" y="529429"/>
                  </a:lnTo>
                  <a:cubicBezTo>
                    <a:pt x="197419" y="525072"/>
                    <a:pt x="198812" y="520623"/>
                    <a:pt x="201875" y="517472"/>
                  </a:cubicBezTo>
                  <a:lnTo>
                    <a:pt x="218955" y="500417"/>
                  </a:lnTo>
                  <a:lnTo>
                    <a:pt x="197976" y="500417"/>
                  </a:lnTo>
                  <a:cubicBezTo>
                    <a:pt x="193057" y="500417"/>
                    <a:pt x="188415" y="497637"/>
                    <a:pt x="186187" y="493187"/>
                  </a:cubicBezTo>
                  <a:close/>
                  <a:moveTo>
                    <a:pt x="435695" y="421910"/>
                  </a:moveTo>
                  <a:cubicBezTo>
                    <a:pt x="440490" y="421910"/>
                    <a:pt x="445295" y="424134"/>
                    <a:pt x="447570" y="428583"/>
                  </a:cubicBezTo>
                  <a:lnTo>
                    <a:pt x="470321" y="474094"/>
                  </a:lnTo>
                  <a:lnTo>
                    <a:pt x="514986" y="474094"/>
                  </a:lnTo>
                  <a:cubicBezTo>
                    <a:pt x="520279" y="474094"/>
                    <a:pt x="525108" y="477245"/>
                    <a:pt x="527151" y="482250"/>
                  </a:cubicBezTo>
                  <a:cubicBezTo>
                    <a:pt x="529194" y="487163"/>
                    <a:pt x="528080" y="492817"/>
                    <a:pt x="524272" y="496617"/>
                  </a:cubicBezTo>
                  <a:lnTo>
                    <a:pt x="489635" y="531190"/>
                  </a:lnTo>
                  <a:lnTo>
                    <a:pt x="501429" y="590140"/>
                  </a:lnTo>
                  <a:cubicBezTo>
                    <a:pt x="502543" y="595516"/>
                    <a:pt x="500222" y="600985"/>
                    <a:pt x="495579" y="603858"/>
                  </a:cubicBezTo>
                  <a:cubicBezTo>
                    <a:pt x="493443" y="605248"/>
                    <a:pt x="491028" y="605897"/>
                    <a:pt x="488521" y="605897"/>
                  </a:cubicBezTo>
                  <a:cubicBezTo>
                    <a:pt x="485735" y="605897"/>
                    <a:pt x="482950" y="604970"/>
                    <a:pt x="480628" y="603302"/>
                  </a:cubicBezTo>
                  <a:lnTo>
                    <a:pt x="435684" y="569656"/>
                  </a:lnTo>
                  <a:lnTo>
                    <a:pt x="390832" y="603302"/>
                  </a:lnTo>
                  <a:cubicBezTo>
                    <a:pt x="386375" y="606546"/>
                    <a:pt x="380524" y="606824"/>
                    <a:pt x="375881" y="603858"/>
                  </a:cubicBezTo>
                  <a:cubicBezTo>
                    <a:pt x="371238" y="600985"/>
                    <a:pt x="368917" y="595516"/>
                    <a:pt x="369938" y="590140"/>
                  </a:cubicBezTo>
                  <a:lnTo>
                    <a:pt x="381732" y="531190"/>
                  </a:lnTo>
                  <a:lnTo>
                    <a:pt x="347095" y="496617"/>
                  </a:lnTo>
                  <a:cubicBezTo>
                    <a:pt x="343380" y="492817"/>
                    <a:pt x="342266" y="487163"/>
                    <a:pt x="344309" y="482250"/>
                  </a:cubicBezTo>
                  <a:cubicBezTo>
                    <a:pt x="346352" y="477245"/>
                    <a:pt x="351181" y="474094"/>
                    <a:pt x="356474" y="474094"/>
                  </a:cubicBezTo>
                  <a:lnTo>
                    <a:pt x="401139" y="474094"/>
                  </a:lnTo>
                  <a:lnTo>
                    <a:pt x="423890" y="428583"/>
                  </a:lnTo>
                  <a:cubicBezTo>
                    <a:pt x="426119" y="424134"/>
                    <a:pt x="430901" y="421910"/>
                    <a:pt x="435695" y="421910"/>
                  </a:cubicBezTo>
                  <a:close/>
                  <a:moveTo>
                    <a:pt x="171614" y="421910"/>
                  </a:moveTo>
                  <a:cubicBezTo>
                    <a:pt x="176395" y="421910"/>
                    <a:pt x="181175" y="424134"/>
                    <a:pt x="183403" y="428583"/>
                  </a:cubicBezTo>
                  <a:lnTo>
                    <a:pt x="206145" y="474094"/>
                  </a:lnTo>
                  <a:lnTo>
                    <a:pt x="250794" y="474094"/>
                  </a:lnTo>
                  <a:cubicBezTo>
                    <a:pt x="256178" y="474094"/>
                    <a:pt x="261005" y="477245"/>
                    <a:pt x="262954" y="482250"/>
                  </a:cubicBezTo>
                  <a:cubicBezTo>
                    <a:pt x="264996" y="487163"/>
                    <a:pt x="263882" y="492817"/>
                    <a:pt x="260169" y="496617"/>
                  </a:cubicBezTo>
                  <a:lnTo>
                    <a:pt x="225545" y="531190"/>
                  </a:lnTo>
                  <a:lnTo>
                    <a:pt x="237334" y="590140"/>
                  </a:lnTo>
                  <a:cubicBezTo>
                    <a:pt x="238448" y="595516"/>
                    <a:pt x="236035" y="600985"/>
                    <a:pt x="231393" y="603858"/>
                  </a:cubicBezTo>
                  <a:cubicBezTo>
                    <a:pt x="229351" y="605248"/>
                    <a:pt x="226845" y="605897"/>
                    <a:pt x="224431" y="605897"/>
                  </a:cubicBezTo>
                  <a:cubicBezTo>
                    <a:pt x="221647" y="605897"/>
                    <a:pt x="218862" y="604970"/>
                    <a:pt x="216541" y="603302"/>
                  </a:cubicBezTo>
                  <a:lnTo>
                    <a:pt x="171614" y="569656"/>
                  </a:lnTo>
                  <a:lnTo>
                    <a:pt x="126687" y="603302"/>
                  </a:lnTo>
                  <a:cubicBezTo>
                    <a:pt x="122324" y="606546"/>
                    <a:pt x="116383" y="606824"/>
                    <a:pt x="111742" y="603858"/>
                  </a:cubicBezTo>
                  <a:cubicBezTo>
                    <a:pt x="107100" y="600985"/>
                    <a:pt x="104780" y="595516"/>
                    <a:pt x="105894" y="590140"/>
                  </a:cubicBezTo>
                  <a:lnTo>
                    <a:pt x="117683" y="531190"/>
                  </a:lnTo>
                  <a:lnTo>
                    <a:pt x="83059" y="496617"/>
                  </a:lnTo>
                  <a:cubicBezTo>
                    <a:pt x="79253" y="492817"/>
                    <a:pt x="78139" y="487163"/>
                    <a:pt x="80181" y="482250"/>
                  </a:cubicBezTo>
                  <a:cubicBezTo>
                    <a:pt x="82223" y="477245"/>
                    <a:pt x="87050" y="474094"/>
                    <a:pt x="92434" y="474094"/>
                  </a:cubicBezTo>
                  <a:lnTo>
                    <a:pt x="137083" y="474094"/>
                  </a:lnTo>
                  <a:lnTo>
                    <a:pt x="159825" y="428583"/>
                  </a:lnTo>
                  <a:cubicBezTo>
                    <a:pt x="162053" y="424134"/>
                    <a:pt x="166834" y="421910"/>
                    <a:pt x="171614" y="421910"/>
                  </a:cubicBezTo>
                  <a:close/>
                  <a:moveTo>
                    <a:pt x="514950" y="226678"/>
                  </a:moveTo>
                  <a:lnTo>
                    <a:pt x="500278" y="255875"/>
                  </a:lnTo>
                  <a:cubicBezTo>
                    <a:pt x="498050" y="260325"/>
                    <a:pt x="493500" y="263105"/>
                    <a:pt x="488485" y="263105"/>
                  </a:cubicBezTo>
                  <a:lnTo>
                    <a:pt x="467592" y="263105"/>
                  </a:lnTo>
                  <a:lnTo>
                    <a:pt x="484678" y="280160"/>
                  </a:lnTo>
                  <a:cubicBezTo>
                    <a:pt x="487742" y="283311"/>
                    <a:pt x="489135" y="287760"/>
                    <a:pt x="488207" y="292117"/>
                  </a:cubicBezTo>
                  <a:lnTo>
                    <a:pt x="481799" y="324187"/>
                  </a:lnTo>
                  <a:lnTo>
                    <a:pt x="506964" y="305279"/>
                  </a:lnTo>
                  <a:cubicBezTo>
                    <a:pt x="509379" y="303518"/>
                    <a:pt x="512165" y="302683"/>
                    <a:pt x="514950" y="302683"/>
                  </a:cubicBezTo>
                  <a:cubicBezTo>
                    <a:pt x="517736" y="302683"/>
                    <a:pt x="520522" y="303518"/>
                    <a:pt x="522844" y="305279"/>
                  </a:cubicBezTo>
                  <a:lnTo>
                    <a:pt x="548009" y="324187"/>
                  </a:lnTo>
                  <a:lnTo>
                    <a:pt x="541601" y="292117"/>
                  </a:lnTo>
                  <a:cubicBezTo>
                    <a:pt x="540766" y="287760"/>
                    <a:pt x="542066" y="283311"/>
                    <a:pt x="545223" y="280160"/>
                  </a:cubicBezTo>
                  <a:lnTo>
                    <a:pt x="562309" y="263105"/>
                  </a:lnTo>
                  <a:lnTo>
                    <a:pt x="541323" y="263105"/>
                  </a:lnTo>
                  <a:cubicBezTo>
                    <a:pt x="536308" y="263105"/>
                    <a:pt x="531758" y="260325"/>
                    <a:pt x="529530" y="255875"/>
                  </a:cubicBezTo>
                  <a:close/>
                  <a:moveTo>
                    <a:pt x="92440" y="226678"/>
                  </a:moveTo>
                  <a:lnTo>
                    <a:pt x="77774" y="255875"/>
                  </a:lnTo>
                  <a:cubicBezTo>
                    <a:pt x="75546" y="260325"/>
                    <a:pt x="70997" y="263105"/>
                    <a:pt x="65985" y="263105"/>
                  </a:cubicBezTo>
                  <a:lnTo>
                    <a:pt x="45099" y="263105"/>
                  </a:lnTo>
                  <a:lnTo>
                    <a:pt x="62086" y="280160"/>
                  </a:lnTo>
                  <a:cubicBezTo>
                    <a:pt x="65242" y="283219"/>
                    <a:pt x="66635" y="287760"/>
                    <a:pt x="65706" y="292024"/>
                  </a:cubicBezTo>
                  <a:lnTo>
                    <a:pt x="59301" y="324187"/>
                  </a:lnTo>
                  <a:lnTo>
                    <a:pt x="84457" y="305279"/>
                  </a:lnTo>
                  <a:cubicBezTo>
                    <a:pt x="86870" y="303518"/>
                    <a:pt x="89655" y="302683"/>
                    <a:pt x="92440" y="302683"/>
                  </a:cubicBezTo>
                  <a:cubicBezTo>
                    <a:pt x="95225" y="302683"/>
                    <a:pt x="98009" y="303518"/>
                    <a:pt x="100330" y="305279"/>
                  </a:cubicBezTo>
                  <a:lnTo>
                    <a:pt x="125486" y="324187"/>
                  </a:lnTo>
                  <a:lnTo>
                    <a:pt x="119081" y="292117"/>
                  </a:lnTo>
                  <a:cubicBezTo>
                    <a:pt x="118245" y="287760"/>
                    <a:pt x="119545" y="283311"/>
                    <a:pt x="122701" y="280160"/>
                  </a:cubicBezTo>
                  <a:lnTo>
                    <a:pt x="139781" y="263105"/>
                  </a:lnTo>
                  <a:lnTo>
                    <a:pt x="118802" y="263105"/>
                  </a:lnTo>
                  <a:cubicBezTo>
                    <a:pt x="113790" y="263105"/>
                    <a:pt x="109241" y="260325"/>
                    <a:pt x="107013" y="255875"/>
                  </a:cubicBezTo>
                  <a:close/>
                  <a:moveTo>
                    <a:pt x="514938" y="184598"/>
                  </a:moveTo>
                  <a:cubicBezTo>
                    <a:pt x="519732" y="184598"/>
                    <a:pt x="524515" y="186822"/>
                    <a:pt x="526744" y="191271"/>
                  </a:cubicBezTo>
                  <a:lnTo>
                    <a:pt x="549495" y="236782"/>
                  </a:lnTo>
                  <a:lnTo>
                    <a:pt x="594160" y="236782"/>
                  </a:lnTo>
                  <a:cubicBezTo>
                    <a:pt x="599453" y="236782"/>
                    <a:pt x="604282" y="239933"/>
                    <a:pt x="606325" y="244938"/>
                  </a:cubicBezTo>
                  <a:cubicBezTo>
                    <a:pt x="608368" y="249851"/>
                    <a:pt x="607254" y="255505"/>
                    <a:pt x="603539" y="259305"/>
                  </a:cubicBezTo>
                  <a:lnTo>
                    <a:pt x="568902" y="293878"/>
                  </a:lnTo>
                  <a:lnTo>
                    <a:pt x="580696" y="352828"/>
                  </a:lnTo>
                  <a:cubicBezTo>
                    <a:pt x="581717" y="358204"/>
                    <a:pt x="579396" y="363673"/>
                    <a:pt x="574753" y="366546"/>
                  </a:cubicBezTo>
                  <a:cubicBezTo>
                    <a:pt x="572617" y="367936"/>
                    <a:pt x="570202" y="368585"/>
                    <a:pt x="567788" y="368585"/>
                  </a:cubicBezTo>
                  <a:cubicBezTo>
                    <a:pt x="565002" y="368585"/>
                    <a:pt x="562216" y="367658"/>
                    <a:pt x="559802" y="365990"/>
                  </a:cubicBezTo>
                  <a:lnTo>
                    <a:pt x="514950" y="332344"/>
                  </a:lnTo>
                  <a:lnTo>
                    <a:pt x="470006" y="365990"/>
                  </a:lnTo>
                  <a:cubicBezTo>
                    <a:pt x="465642" y="369234"/>
                    <a:pt x="459698" y="369512"/>
                    <a:pt x="455055" y="366546"/>
                  </a:cubicBezTo>
                  <a:cubicBezTo>
                    <a:pt x="450412" y="363673"/>
                    <a:pt x="448091" y="358204"/>
                    <a:pt x="449205" y="352828"/>
                  </a:cubicBezTo>
                  <a:lnTo>
                    <a:pt x="460999" y="293878"/>
                  </a:lnTo>
                  <a:lnTo>
                    <a:pt x="426362" y="259305"/>
                  </a:lnTo>
                  <a:cubicBezTo>
                    <a:pt x="422554" y="255505"/>
                    <a:pt x="421440" y="249851"/>
                    <a:pt x="423483" y="244938"/>
                  </a:cubicBezTo>
                  <a:cubicBezTo>
                    <a:pt x="425526" y="239933"/>
                    <a:pt x="430355" y="236782"/>
                    <a:pt x="435648" y="236782"/>
                  </a:cubicBezTo>
                  <a:lnTo>
                    <a:pt x="480313" y="236782"/>
                  </a:lnTo>
                  <a:lnTo>
                    <a:pt x="503064" y="191271"/>
                  </a:lnTo>
                  <a:cubicBezTo>
                    <a:pt x="505339" y="186822"/>
                    <a:pt x="510145" y="184598"/>
                    <a:pt x="514938" y="184598"/>
                  </a:cubicBezTo>
                  <a:close/>
                  <a:moveTo>
                    <a:pt x="92394" y="184598"/>
                  </a:moveTo>
                  <a:cubicBezTo>
                    <a:pt x="97174" y="184598"/>
                    <a:pt x="101955" y="186822"/>
                    <a:pt x="104229" y="191271"/>
                  </a:cubicBezTo>
                  <a:lnTo>
                    <a:pt x="126971" y="236782"/>
                  </a:lnTo>
                  <a:lnTo>
                    <a:pt x="171620" y="236782"/>
                  </a:lnTo>
                  <a:cubicBezTo>
                    <a:pt x="176911" y="236782"/>
                    <a:pt x="181738" y="239933"/>
                    <a:pt x="183780" y="244938"/>
                  </a:cubicBezTo>
                  <a:cubicBezTo>
                    <a:pt x="185822" y="249851"/>
                    <a:pt x="184708" y="255505"/>
                    <a:pt x="180902" y="259305"/>
                  </a:cubicBezTo>
                  <a:lnTo>
                    <a:pt x="146371" y="293878"/>
                  </a:lnTo>
                  <a:lnTo>
                    <a:pt x="158160" y="352828"/>
                  </a:lnTo>
                  <a:cubicBezTo>
                    <a:pt x="159181" y="358204"/>
                    <a:pt x="156861" y="363673"/>
                    <a:pt x="152219" y="366546"/>
                  </a:cubicBezTo>
                  <a:cubicBezTo>
                    <a:pt x="150084" y="367936"/>
                    <a:pt x="147671" y="368585"/>
                    <a:pt x="145257" y="368585"/>
                  </a:cubicBezTo>
                  <a:cubicBezTo>
                    <a:pt x="142473" y="368585"/>
                    <a:pt x="139688" y="367658"/>
                    <a:pt x="137274" y="365990"/>
                  </a:cubicBezTo>
                  <a:lnTo>
                    <a:pt x="92440" y="332344"/>
                  </a:lnTo>
                  <a:lnTo>
                    <a:pt x="47513" y="365990"/>
                  </a:lnTo>
                  <a:cubicBezTo>
                    <a:pt x="43150" y="369234"/>
                    <a:pt x="37209" y="369512"/>
                    <a:pt x="32568" y="366546"/>
                  </a:cubicBezTo>
                  <a:cubicBezTo>
                    <a:pt x="27926" y="363673"/>
                    <a:pt x="25606" y="358204"/>
                    <a:pt x="26627" y="352828"/>
                  </a:cubicBezTo>
                  <a:lnTo>
                    <a:pt x="38509" y="293878"/>
                  </a:lnTo>
                  <a:lnTo>
                    <a:pt x="3885" y="259305"/>
                  </a:lnTo>
                  <a:cubicBezTo>
                    <a:pt x="79" y="255505"/>
                    <a:pt x="-1035" y="249851"/>
                    <a:pt x="1007" y="244938"/>
                  </a:cubicBezTo>
                  <a:cubicBezTo>
                    <a:pt x="3049" y="239933"/>
                    <a:pt x="7876" y="236782"/>
                    <a:pt x="13167" y="236782"/>
                  </a:cubicBezTo>
                  <a:lnTo>
                    <a:pt x="57816" y="236782"/>
                  </a:lnTo>
                  <a:lnTo>
                    <a:pt x="80558" y="191271"/>
                  </a:lnTo>
                  <a:cubicBezTo>
                    <a:pt x="82833" y="186822"/>
                    <a:pt x="87613" y="184598"/>
                    <a:pt x="92394" y="184598"/>
                  </a:cubicBezTo>
                  <a:close/>
                  <a:moveTo>
                    <a:pt x="303666" y="42096"/>
                  </a:moveTo>
                  <a:lnTo>
                    <a:pt x="289089" y="71304"/>
                  </a:lnTo>
                  <a:cubicBezTo>
                    <a:pt x="286860" y="75755"/>
                    <a:pt x="282311" y="78537"/>
                    <a:pt x="277297" y="78537"/>
                  </a:cubicBezTo>
                  <a:lnTo>
                    <a:pt x="256313" y="78537"/>
                  </a:lnTo>
                  <a:lnTo>
                    <a:pt x="273397" y="95598"/>
                  </a:lnTo>
                  <a:cubicBezTo>
                    <a:pt x="276554" y="98658"/>
                    <a:pt x="277854" y="103201"/>
                    <a:pt x="277018" y="107467"/>
                  </a:cubicBezTo>
                  <a:lnTo>
                    <a:pt x="270612" y="139642"/>
                  </a:lnTo>
                  <a:lnTo>
                    <a:pt x="295774" y="120726"/>
                  </a:lnTo>
                  <a:cubicBezTo>
                    <a:pt x="298095" y="118965"/>
                    <a:pt x="300881" y="118130"/>
                    <a:pt x="303666" y="118130"/>
                  </a:cubicBezTo>
                  <a:cubicBezTo>
                    <a:pt x="306451" y="118130"/>
                    <a:pt x="309237" y="118965"/>
                    <a:pt x="311651" y="120726"/>
                  </a:cubicBezTo>
                  <a:lnTo>
                    <a:pt x="336813" y="139642"/>
                  </a:lnTo>
                  <a:lnTo>
                    <a:pt x="330407" y="107467"/>
                  </a:lnTo>
                  <a:cubicBezTo>
                    <a:pt x="329478" y="103201"/>
                    <a:pt x="330871" y="98751"/>
                    <a:pt x="333935" y="95598"/>
                  </a:cubicBezTo>
                  <a:lnTo>
                    <a:pt x="351019" y="78537"/>
                  </a:lnTo>
                  <a:lnTo>
                    <a:pt x="330128" y="78537"/>
                  </a:lnTo>
                  <a:cubicBezTo>
                    <a:pt x="325114" y="78537"/>
                    <a:pt x="320565" y="75755"/>
                    <a:pt x="318336" y="71304"/>
                  </a:cubicBezTo>
                  <a:close/>
                  <a:moveTo>
                    <a:pt x="303666" y="0"/>
                  </a:moveTo>
                  <a:cubicBezTo>
                    <a:pt x="308448" y="0"/>
                    <a:pt x="313229" y="2225"/>
                    <a:pt x="315458" y="6676"/>
                  </a:cubicBezTo>
                  <a:lnTo>
                    <a:pt x="338206" y="52203"/>
                  </a:lnTo>
                  <a:lnTo>
                    <a:pt x="382866" y="52203"/>
                  </a:lnTo>
                  <a:cubicBezTo>
                    <a:pt x="388251" y="52203"/>
                    <a:pt x="393080" y="55356"/>
                    <a:pt x="395122" y="60363"/>
                  </a:cubicBezTo>
                  <a:cubicBezTo>
                    <a:pt x="397165" y="65277"/>
                    <a:pt x="395958" y="70933"/>
                    <a:pt x="392244" y="74735"/>
                  </a:cubicBezTo>
                  <a:lnTo>
                    <a:pt x="357611" y="109229"/>
                  </a:lnTo>
                  <a:lnTo>
                    <a:pt x="369403" y="168294"/>
                  </a:lnTo>
                  <a:cubicBezTo>
                    <a:pt x="370517" y="173579"/>
                    <a:pt x="368196" y="179143"/>
                    <a:pt x="363461" y="182017"/>
                  </a:cubicBezTo>
                  <a:cubicBezTo>
                    <a:pt x="361418" y="183408"/>
                    <a:pt x="359004" y="184057"/>
                    <a:pt x="356497" y="184057"/>
                  </a:cubicBezTo>
                  <a:cubicBezTo>
                    <a:pt x="353712" y="184057"/>
                    <a:pt x="350926" y="183130"/>
                    <a:pt x="348605" y="181368"/>
                  </a:cubicBezTo>
                  <a:lnTo>
                    <a:pt x="303666" y="147802"/>
                  </a:lnTo>
                  <a:lnTo>
                    <a:pt x="258820" y="181368"/>
                  </a:lnTo>
                  <a:cubicBezTo>
                    <a:pt x="254363" y="184706"/>
                    <a:pt x="248514" y="184984"/>
                    <a:pt x="243871" y="182017"/>
                  </a:cubicBezTo>
                  <a:cubicBezTo>
                    <a:pt x="239229" y="179143"/>
                    <a:pt x="236815" y="173672"/>
                    <a:pt x="237929" y="168294"/>
                  </a:cubicBezTo>
                  <a:lnTo>
                    <a:pt x="249721" y="109229"/>
                  </a:lnTo>
                  <a:lnTo>
                    <a:pt x="215088" y="74735"/>
                  </a:lnTo>
                  <a:cubicBezTo>
                    <a:pt x="211374" y="70933"/>
                    <a:pt x="210167" y="65277"/>
                    <a:pt x="212210" y="60363"/>
                  </a:cubicBezTo>
                  <a:cubicBezTo>
                    <a:pt x="214345" y="55356"/>
                    <a:pt x="219081" y="52203"/>
                    <a:pt x="224466" y="52203"/>
                  </a:cubicBezTo>
                  <a:lnTo>
                    <a:pt x="269126" y="52203"/>
                  </a:lnTo>
                  <a:lnTo>
                    <a:pt x="291874" y="6676"/>
                  </a:lnTo>
                  <a:cubicBezTo>
                    <a:pt x="294103" y="2225"/>
                    <a:pt x="298884" y="0"/>
                    <a:pt x="303666" y="0"/>
                  </a:cubicBezTo>
                  <a:close/>
                </a:path>
              </a:pathLst>
            </a:custGeom>
            <a:solidFill>
              <a:schemeClr val="bg1">
                <a:alpha val="70000"/>
              </a:schemeClr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2.0 95 ExtraBold"/>
                <a:cs typeface="+mn-cs"/>
              </a:endParaRPr>
            </a:p>
          </p:txBody>
        </p:sp>
      </p:grpSp>
      <p:sp>
        <p:nvSpPr>
          <p:cNvPr id="63" name="stars_273718">
            <a:extLst>
              <a:ext uri="{FF2B5EF4-FFF2-40B4-BE49-F238E27FC236}">
                <a16:creationId xmlns:a16="http://schemas.microsoft.com/office/drawing/2014/main" id="{2D2BB047-CB0E-2177-5E2B-5C6C2DAFC5C1}"/>
              </a:ext>
            </a:extLst>
          </p:cNvPr>
          <p:cNvSpPr>
            <a:spLocks noChangeAspect="1"/>
          </p:cNvSpPr>
          <p:nvPr/>
        </p:nvSpPr>
        <p:spPr bwMode="auto">
          <a:xfrm>
            <a:off x="9650875" y="540210"/>
            <a:ext cx="216505" cy="216000"/>
          </a:xfrm>
          <a:custGeom>
            <a:avLst/>
            <a:gdLst>
              <a:gd name="connsiteX0" fmla="*/ 435684 w 607336"/>
              <a:gd name="connsiteY0" fmla="*/ 463990 h 605919"/>
              <a:gd name="connsiteX1" fmla="*/ 421104 w 607336"/>
              <a:gd name="connsiteY1" fmla="*/ 493187 h 605919"/>
              <a:gd name="connsiteX2" fmla="*/ 409311 w 607336"/>
              <a:gd name="connsiteY2" fmla="*/ 500417 h 605919"/>
              <a:gd name="connsiteX3" fmla="*/ 388325 w 607336"/>
              <a:gd name="connsiteY3" fmla="*/ 500417 h 605919"/>
              <a:gd name="connsiteX4" fmla="*/ 405411 w 607336"/>
              <a:gd name="connsiteY4" fmla="*/ 517472 h 605919"/>
              <a:gd name="connsiteX5" fmla="*/ 409033 w 607336"/>
              <a:gd name="connsiteY5" fmla="*/ 529429 h 605919"/>
              <a:gd name="connsiteX6" fmla="*/ 402625 w 607336"/>
              <a:gd name="connsiteY6" fmla="*/ 561499 h 605919"/>
              <a:gd name="connsiteX7" fmla="*/ 427790 w 607336"/>
              <a:gd name="connsiteY7" fmla="*/ 542591 h 605919"/>
              <a:gd name="connsiteX8" fmla="*/ 435684 w 607336"/>
              <a:gd name="connsiteY8" fmla="*/ 539995 h 605919"/>
              <a:gd name="connsiteX9" fmla="*/ 443670 w 607336"/>
              <a:gd name="connsiteY9" fmla="*/ 542591 h 605919"/>
              <a:gd name="connsiteX10" fmla="*/ 468835 w 607336"/>
              <a:gd name="connsiteY10" fmla="*/ 561499 h 605919"/>
              <a:gd name="connsiteX11" fmla="*/ 462427 w 607336"/>
              <a:gd name="connsiteY11" fmla="*/ 529429 h 605919"/>
              <a:gd name="connsiteX12" fmla="*/ 466049 w 607336"/>
              <a:gd name="connsiteY12" fmla="*/ 517472 h 605919"/>
              <a:gd name="connsiteX13" fmla="*/ 483042 w 607336"/>
              <a:gd name="connsiteY13" fmla="*/ 500417 h 605919"/>
              <a:gd name="connsiteX14" fmla="*/ 462149 w 607336"/>
              <a:gd name="connsiteY14" fmla="*/ 500417 h 605919"/>
              <a:gd name="connsiteX15" fmla="*/ 450356 w 607336"/>
              <a:gd name="connsiteY15" fmla="*/ 493187 h 605919"/>
              <a:gd name="connsiteX16" fmla="*/ 171614 w 607336"/>
              <a:gd name="connsiteY16" fmla="*/ 463990 h 605919"/>
              <a:gd name="connsiteX17" fmla="*/ 157040 w 607336"/>
              <a:gd name="connsiteY17" fmla="*/ 493187 h 605919"/>
              <a:gd name="connsiteX18" fmla="*/ 145252 w 607336"/>
              <a:gd name="connsiteY18" fmla="*/ 500417 h 605919"/>
              <a:gd name="connsiteX19" fmla="*/ 124273 w 607336"/>
              <a:gd name="connsiteY19" fmla="*/ 500417 h 605919"/>
              <a:gd name="connsiteX20" fmla="*/ 141353 w 607336"/>
              <a:gd name="connsiteY20" fmla="*/ 517472 h 605919"/>
              <a:gd name="connsiteX21" fmla="*/ 144973 w 607336"/>
              <a:gd name="connsiteY21" fmla="*/ 529429 h 605919"/>
              <a:gd name="connsiteX22" fmla="*/ 138568 w 607336"/>
              <a:gd name="connsiteY22" fmla="*/ 561499 h 605919"/>
              <a:gd name="connsiteX23" fmla="*/ 163724 w 607336"/>
              <a:gd name="connsiteY23" fmla="*/ 542591 h 605919"/>
              <a:gd name="connsiteX24" fmla="*/ 171614 w 607336"/>
              <a:gd name="connsiteY24" fmla="*/ 539995 h 605919"/>
              <a:gd name="connsiteX25" fmla="*/ 179504 w 607336"/>
              <a:gd name="connsiteY25" fmla="*/ 542591 h 605919"/>
              <a:gd name="connsiteX26" fmla="*/ 204660 w 607336"/>
              <a:gd name="connsiteY26" fmla="*/ 561499 h 605919"/>
              <a:gd name="connsiteX27" fmla="*/ 198255 w 607336"/>
              <a:gd name="connsiteY27" fmla="*/ 529429 h 605919"/>
              <a:gd name="connsiteX28" fmla="*/ 201875 w 607336"/>
              <a:gd name="connsiteY28" fmla="*/ 517472 h 605919"/>
              <a:gd name="connsiteX29" fmla="*/ 218955 w 607336"/>
              <a:gd name="connsiteY29" fmla="*/ 500417 h 605919"/>
              <a:gd name="connsiteX30" fmla="*/ 197976 w 607336"/>
              <a:gd name="connsiteY30" fmla="*/ 500417 h 605919"/>
              <a:gd name="connsiteX31" fmla="*/ 186187 w 607336"/>
              <a:gd name="connsiteY31" fmla="*/ 493187 h 605919"/>
              <a:gd name="connsiteX32" fmla="*/ 435695 w 607336"/>
              <a:gd name="connsiteY32" fmla="*/ 421910 h 605919"/>
              <a:gd name="connsiteX33" fmla="*/ 447570 w 607336"/>
              <a:gd name="connsiteY33" fmla="*/ 428583 h 605919"/>
              <a:gd name="connsiteX34" fmla="*/ 470321 w 607336"/>
              <a:gd name="connsiteY34" fmla="*/ 474094 h 605919"/>
              <a:gd name="connsiteX35" fmla="*/ 514986 w 607336"/>
              <a:gd name="connsiteY35" fmla="*/ 474094 h 605919"/>
              <a:gd name="connsiteX36" fmla="*/ 527151 w 607336"/>
              <a:gd name="connsiteY36" fmla="*/ 482250 h 605919"/>
              <a:gd name="connsiteX37" fmla="*/ 524272 w 607336"/>
              <a:gd name="connsiteY37" fmla="*/ 496617 h 605919"/>
              <a:gd name="connsiteX38" fmla="*/ 489635 w 607336"/>
              <a:gd name="connsiteY38" fmla="*/ 531190 h 605919"/>
              <a:gd name="connsiteX39" fmla="*/ 501429 w 607336"/>
              <a:gd name="connsiteY39" fmla="*/ 590140 h 605919"/>
              <a:gd name="connsiteX40" fmla="*/ 495579 w 607336"/>
              <a:gd name="connsiteY40" fmla="*/ 603858 h 605919"/>
              <a:gd name="connsiteX41" fmla="*/ 488521 w 607336"/>
              <a:gd name="connsiteY41" fmla="*/ 605897 h 605919"/>
              <a:gd name="connsiteX42" fmla="*/ 480628 w 607336"/>
              <a:gd name="connsiteY42" fmla="*/ 603302 h 605919"/>
              <a:gd name="connsiteX43" fmla="*/ 435684 w 607336"/>
              <a:gd name="connsiteY43" fmla="*/ 569656 h 605919"/>
              <a:gd name="connsiteX44" fmla="*/ 390832 w 607336"/>
              <a:gd name="connsiteY44" fmla="*/ 603302 h 605919"/>
              <a:gd name="connsiteX45" fmla="*/ 375881 w 607336"/>
              <a:gd name="connsiteY45" fmla="*/ 603858 h 605919"/>
              <a:gd name="connsiteX46" fmla="*/ 369938 w 607336"/>
              <a:gd name="connsiteY46" fmla="*/ 590140 h 605919"/>
              <a:gd name="connsiteX47" fmla="*/ 381732 w 607336"/>
              <a:gd name="connsiteY47" fmla="*/ 531190 h 605919"/>
              <a:gd name="connsiteX48" fmla="*/ 347095 w 607336"/>
              <a:gd name="connsiteY48" fmla="*/ 496617 h 605919"/>
              <a:gd name="connsiteX49" fmla="*/ 344309 w 607336"/>
              <a:gd name="connsiteY49" fmla="*/ 482250 h 605919"/>
              <a:gd name="connsiteX50" fmla="*/ 356474 w 607336"/>
              <a:gd name="connsiteY50" fmla="*/ 474094 h 605919"/>
              <a:gd name="connsiteX51" fmla="*/ 401139 w 607336"/>
              <a:gd name="connsiteY51" fmla="*/ 474094 h 605919"/>
              <a:gd name="connsiteX52" fmla="*/ 423890 w 607336"/>
              <a:gd name="connsiteY52" fmla="*/ 428583 h 605919"/>
              <a:gd name="connsiteX53" fmla="*/ 435695 w 607336"/>
              <a:gd name="connsiteY53" fmla="*/ 421910 h 605919"/>
              <a:gd name="connsiteX54" fmla="*/ 171614 w 607336"/>
              <a:gd name="connsiteY54" fmla="*/ 421910 h 605919"/>
              <a:gd name="connsiteX55" fmla="*/ 183403 w 607336"/>
              <a:gd name="connsiteY55" fmla="*/ 428583 h 605919"/>
              <a:gd name="connsiteX56" fmla="*/ 206145 w 607336"/>
              <a:gd name="connsiteY56" fmla="*/ 474094 h 605919"/>
              <a:gd name="connsiteX57" fmla="*/ 250794 w 607336"/>
              <a:gd name="connsiteY57" fmla="*/ 474094 h 605919"/>
              <a:gd name="connsiteX58" fmla="*/ 262954 w 607336"/>
              <a:gd name="connsiteY58" fmla="*/ 482250 h 605919"/>
              <a:gd name="connsiteX59" fmla="*/ 260169 w 607336"/>
              <a:gd name="connsiteY59" fmla="*/ 496617 h 605919"/>
              <a:gd name="connsiteX60" fmla="*/ 225545 w 607336"/>
              <a:gd name="connsiteY60" fmla="*/ 531190 h 605919"/>
              <a:gd name="connsiteX61" fmla="*/ 237334 w 607336"/>
              <a:gd name="connsiteY61" fmla="*/ 590140 h 605919"/>
              <a:gd name="connsiteX62" fmla="*/ 231393 w 607336"/>
              <a:gd name="connsiteY62" fmla="*/ 603858 h 605919"/>
              <a:gd name="connsiteX63" fmla="*/ 224431 w 607336"/>
              <a:gd name="connsiteY63" fmla="*/ 605897 h 605919"/>
              <a:gd name="connsiteX64" fmla="*/ 216541 w 607336"/>
              <a:gd name="connsiteY64" fmla="*/ 603302 h 605919"/>
              <a:gd name="connsiteX65" fmla="*/ 171614 w 607336"/>
              <a:gd name="connsiteY65" fmla="*/ 569656 h 605919"/>
              <a:gd name="connsiteX66" fmla="*/ 126687 w 607336"/>
              <a:gd name="connsiteY66" fmla="*/ 603302 h 605919"/>
              <a:gd name="connsiteX67" fmla="*/ 111742 w 607336"/>
              <a:gd name="connsiteY67" fmla="*/ 603858 h 605919"/>
              <a:gd name="connsiteX68" fmla="*/ 105894 w 607336"/>
              <a:gd name="connsiteY68" fmla="*/ 590140 h 605919"/>
              <a:gd name="connsiteX69" fmla="*/ 117683 w 607336"/>
              <a:gd name="connsiteY69" fmla="*/ 531190 h 605919"/>
              <a:gd name="connsiteX70" fmla="*/ 83059 w 607336"/>
              <a:gd name="connsiteY70" fmla="*/ 496617 h 605919"/>
              <a:gd name="connsiteX71" fmla="*/ 80181 w 607336"/>
              <a:gd name="connsiteY71" fmla="*/ 482250 h 605919"/>
              <a:gd name="connsiteX72" fmla="*/ 92434 w 607336"/>
              <a:gd name="connsiteY72" fmla="*/ 474094 h 605919"/>
              <a:gd name="connsiteX73" fmla="*/ 137083 w 607336"/>
              <a:gd name="connsiteY73" fmla="*/ 474094 h 605919"/>
              <a:gd name="connsiteX74" fmla="*/ 159825 w 607336"/>
              <a:gd name="connsiteY74" fmla="*/ 428583 h 605919"/>
              <a:gd name="connsiteX75" fmla="*/ 171614 w 607336"/>
              <a:gd name="connsiteY75" fmla="*/ 421910 h 605919"/>
              <a:gd name="connsiteX76" fmla="*/ 514950 w 607336"/>
              <a:gd name="connsiteY76" fmla="*/ 226678 h 605919"/>
              <a:gd name="connsiteX77" fmla="*/ 500278 w 607336"/>
              <a:gd name="connsiteY77" fmla="*/ 255875 h 605919"/>
              <a:gd name="connsiteX78" fmla="*/ 488485 w 607336"/>
              <a:gd name="connsiteY78" fmla="*/ 263105 h 605919"/>
              <a:gd name="connsiteX79" fmla="*/ 467592 w 607336"/>
              <a:gd name="connsiteY79" fmla="*/ 263105 h 605919"/>
              <a:gd name="connsiteX80" fmla="*/ 484678 w 607336"/>
              <a:gd name="connsiteY80" fmla="*/ 280160 h 605919"/>
              <a:gd name="connsiteX81" fmla="*/ 488207 w 607336"/>
              <a:gd name="connsiteY81" fmla="*/ 292117 h 605919"/>
              <a:gd name="connsiteX82" fmla="*/ 481799 w 607336"/>
              <a:gd name="connsiteY82" fmla="*/ 324187 h 605919"/>
              <a:gd name="connsiteX83" fmla="*/ 506964 w 607336"/>
              <a:gd name="connsiteY83" fmla="*/ 305279 h 605919"/>
              <a:gd name="connsiteX84" fmla="*/ 514950 w 607336"/>
              <a:gd name="connsiteY84" fmla="*/ 302683 h 605919"/>
              <a:gd name="connsiteX85" fmla="*/ 522844 w 607336"/>
              <a:gd name="connsiteY85" fmla="*/ 305279 h 605919"/>
              <a:gd name="connsiteX86" fmla="*/ 548009 w 607336"/>
              <a:gd name="connsiteY86" fmla="*/ 324187 h 605919"/>
              <a:gd name="connsiteX87" fmla="*/ 541601 w 607336"/>
              <a:gd name="connsiteY87" fmla="*/ 292117 h 605919"/>
              <a:gd name="connsiteX88" fmla="*/ 545223 w 607336"/>
              <a:gd name="connsiteY88" fmla="*/ 280160 h 605919"/>
              <a:gd name="connsiteX89" fmla="*/ 562309 w 607336"/>
              <a:gd name="connsiteY89" fmla="*/ 263105 h 605919"/>
              <a:gd name="connsiteX90" fmla="*/ 541323 w 607336"/>
              <a:gd name="connsiteY90" fmla="*/ 263105 h 605919"/>
              <a:gd name="connsiteX91" fmla="*/ 529530 w 607336"/>
              <a:gd name="connsiteY91" fmla="*/ 255875 h 605919"/>
              <a:gd name="connsiteX92" fmla="*/ 92440 w 607336"/>
              <a:gd name="connsiteY92" fmla="*/ 226678 h 605919"/>
              <a:gd name="connsiteX93" fmla="*/ 77774 w 607336"/>
              <a:gd name="connsiteY93" fmla="*/ 255875 h 605919"/>
              <a:gd name="connsiteX94" fmla="*/ 65985 w 607336"/>
              <a:gd name="connsiteY94" fmla="*/ 263105 h 605919"/>
              <a:gd name="connsiteX95" fmla="*/ 45099 w 607336"/>
              <a:gd name="connsiteY95" fmla="*/ 263105 h 605919"/>
              <a:gd name="connsiteX96" fmla="*/ 62086 w 607336"/>
              <a:gd name="connsiteY96" fmla="*/ 280160 h 605919"/>
              <a:gd name="connsiteX97" fmla="*/ 65706 w 607336"/>
              <a:gd name="connsiteY97" fmla="*/ 292024 h 605919"/>
              <a:gd name="connsiteX98" fmla="*/ 59301 w 607336"/>
              <a:gd name="connsiteY98" fmla="*/ 324187 h 605919"/>
              <a:gd name="connsiteX99" fmla="*/ 84457 w 607336"/>
              <a:gd name="connsiteY99" fmla="*/ 305279 h 605919"/>
              <a:gd name="connsiteX100" fmla="*/ 92440 w 607336"/>
              <a:gd name="connsiteY100" fmla="*/ 302683 h 605919"/>
              <a:gd name="connsiteX101" fmla="*/ 100330 w 607336"/>
              <a:gd name="connsiteY101" fmla="*/ 305279 h 605919"/>
              <a:gd name="connsiteX102" fmla="*/ 125486 w 607336"/>
              <a:gd name="connsiteY102" fmla="*/ 324187 h 605919"/>
              <a:gd name="connsiteX103" fmla="*/ 119081 w 607336"/>
              <a:gd name="connsiteY103" fmla="*/ 292117 h 605919"/>
              <a:gd name="connsiteX104" fmla="*/ 122701 w 607336"/>
              <a:gd name="connsiteY104" fmla="*/ 280160 h 605919"/>
              <a:gd name="connsiteX105" fmla="*/ 139781 w 607336"/>
              <a:gd name="connsiteY105" fmla="*/ 263105 h 605919"/>
              <a:gd name="connsiteX106" fmla="*/ 118802 w 607336"/>
              <a:gd name="connsiteY106" fmla="*/ 263105 h 605919"/>
              <a:gd name="connsiteX107" fmla="*/ 107013 w 607336"/>
              <a:gd name="connsiteY107" fmla="*/ 255875 h 605919"/>
              <a:gd name="connsiteX108" fmla="*/ 514938 w 607336"/>
              <a:gd name="connsiteY108" fmla="*/ 184598 h 605919"/>
              <a:gd name="connsiteX109" fmla="*/ 526744 w 607336"/>
              <a:gd name="connsiteY109" fmla="*/ 191271 h 605919"/>
              <a:gd name="connsiteX110" fmla="*/ 549495 w 607336"/>
              <a:gd name="connsiteY110" fmla="*/ 236782 h 605919"/>
              <a:gd name="connsiteX111" fmla="*/ 594160 w 607336"/>
              <a:gd name="connsiteY111" fmla="*/ 236782 h 605919"/>
              <a:gd name="connsiteX112" fmla="*/ 606325 w 607336"/>
              <a:gd name="connsiteY112" fmla="*/ 244938 h 605919"/>
              <a:gd name="connsiteX113" fmla="*/ 603539 w 607336"/>
              <a:gd name="connsiteY113" fmla="*/ 259305 h 605919"/>
              <a:gd name="connsiteX114" fmla="*/ 568902 w 607336"/>
              <a:gd name="connsiteY114" fmla="*/ 293878 h 605919"/>
              <a:gd name="connsiteX115" fmla="*/ 580696 w 607336"/>
              <a:gd name="connsiteY115" fmla="*/ 352828 h 605919"/>
              <a:gd name="connsiteX116" fmla="*/ 574753 w 607336"/>
              <a:gd name="connsiteY116" fmla="*/ 366546 h 605919"/>
              <a:gd name="connsiteX117" fmla="*/ 567788 w 607336"/>
              <a:gd name="connsiteY117" fmla="*/ 368585 h 605919"/>
              <a:gd name="connsiteX118" fmla="*/ 559802 w 607336"/>
              <a:gd name="connsiteY118" fmla="*/ 365990 h 605919"/>
              <a:gd name="connsiteX119" fmla="*/ 514950 w 607336"/>
              <a:gd name="connsiteY119" fmla="*/ 332344 h 605919"/>
              <a:gd name="connsiteX120" fmla="*/ 470006 w 607336"/>
              <a:gd name="connsiteY120" fmla="*/ 365990 h 605919"/>
              <a:gd name="connsiteX121" fmla="*/ 455055 w 607336"/>
              <a:gd name="connsiteY121" fmla="*/ 366546 h 605919"/>
              <a:gd name="connsiteX122" fmla="*/ 449205 w 607336"/>
              <a:gd name="connsiteY122" fmla="*/ 352828 h 605919"/>
              <a:gd name="connsiteX123" fmla="*/ 460999 w 607336"/>
              <a:gd name="connsiteY123" fmla="*/ 293878 h 605919"/>
              <a:gd name="connsiteX124" fmla="*/ 426362 w 607336"/>
              <a:gd name="connsiteY124" fmla="*/ 259305 h 605919"/>
              <a:gd name="connsiteX125" fmla="*/ 423483 w 607336"/>
              <a:gd name="connsiteY125" fmla="*/ 244938 h 605919"/>
              <a:gd name="connsiteX126" fmla="*/ 435648 w 607336"/>
              <a:gd name="connsiteY126" fmla="*/ 236782 h 605919"/>
              <a:gd name="connsiteX127" fmla="*/ 480313 w 607336"/>
              <a:gd name="connsiteY127" fmla="*/ 236782 h 605919"/>
              <a:gd name="connsiteX128" fmla="*/ 503064 w 607336"/>
              <a:gd name="connsiteY128" fmla="*/ 191271 h 605919"/>
              <a:gd name="connsiteX129" fmla="*/ 514938 w 607336"/>
              <a:gd name="connsiteY129" fmla="*/ 184598 h 605919"/>
              <a:gd name="connsiteX130" fmla="*/ 92394 w 607336"/>
              <a:gd name="connsiteY130" fmla="*/ 184598 h 605919"/>
              <a:gd name="connsiteX131" fmla="*/ 104229 w 607336"/>
              <a:gd name="connsiteY131" fmla="*/ 191271 h 605919"/>
              <a:gd name="connsiteX132" fmla="*/ 126971 w 607336"/>
              <a:gd name="connsiteY132" fmla="*/ 236782 h 605919"/>
              <a:gd name="connsiteX133" fmla="*/ 171620 w 607336"/>
              <a:gd name="connsiteY133" fmla="*/ 236782 h 605919"/>
              <a:gd name="connsiteX134" fmla="*/ 183780 w 607336"/>
              <a:gd name="connsiteY134" fmla="*/ 244938 h 605919"/>
              <a:gd name="connsiteX135" fmla="*/ 180902 w 607336"/>
              <a:gd name="connsiteY135" fmla="*/ 259305 h 605919"/>
              <a:gd name="connsiteX136" fmla="*/ 146371 w 607336"/>
              <a:gd name="connsiteY136" fmla="*/ 293878 h 605919"/>
              <a:gd name="connsiteX137" fmla="*/ 158160 w 607336"/>
              <a:gd name="connsiteY137" fmla="*/ 352828 h 605919"/>
              <a:gd name="connsiteX138" fmla="*/ 152219 w 607336"/>
              <a:gd name="connsiteY138" fmla="*/ 366546 h 605919"/>
              <a:gd name="connsiteX139" fmla="*/ 145257 w 607336"/>
              <a:gd name="connsiteY139" fmla="*/ 368585 h 605919"/>
              <a:gd name="connsiteX140" fmla="*/ 137274 w 607336"/>
              <a:gd name="connsiteY140" fmla="*/ 365990 h 605919"/>
              <a:gd name="connsiteX141" fmla="*/ 92440 w 607336"/>
              <a:gd name="connsiteY141" fmla="*/ 332344 h 605919"/>
              <a:gd name="connsiteX142" fmla="*/ 47513 w 607336"/>
              <a:gd name="connsiteY142" fmla="*/ 365990 h 605919"/>
              <a:gd name="connsiteX143" fmla="*/ 32568 w 607336"/>
              <a:gd name="connsiteY143" fmla="*/ 366546 h 605919"/>
              <a:gd name="connsiteX144" fmla="*/ 26627 w 607336"/>
              <a:gd name="connsiteY144" fmla="*/ 352828 h 605919"/>
              <a:gd name="connsiteX145" fmla="*/ 38509 w 607336"/>
              <a:gd name="connsiteY145" fmla="*/ 293878 h 605919"/>
              <a:gd name="connsiteX146" fmla="*/ 3885 w 607336"/>
              <a:gd name="connsiteY146" fmla="*/ 259305 h 605919"/>
              <a:gd name="connsiteX147" fmla="*/ 1007 w 607336"/>
              <a:gd name="connsiteY147" fmla="*/ 244938 h 605919"/>
              <a:gd name="connsiteX148" fmla="*/ 13167 w 607336"/>
              <a:gd name="connsiteY148" fmla="*/ 236782 h 605919"/>
              <a:gd name="connsiteX149" fmla="*/ 57816 w 607336"/>
              <a:gd name="connsiteY149" fmla="*/ 236782 h 605919"/>
              <a:gd name="connsiteX150" fmla="*/ 80558 w 607336"/>
              <a:gd name="connsiteY150" fmla="*/ 191271 h 605919"/>
              <a:gd name="connsiteX151" fmla="*/ 92394 w 607336"/>
              <a:gd name="connsiteY151" fmla="*/ 184598 h 605919"/>
              <a:gd name="connsiteX152" fmla="*/ 303666 w 607336"/>
              <a:gd name="connsiteY152" fmla="*/ 42096 h 605919"/>
              <a:gd name="connsiteX153" fmla="*/ 289089 w 607336"/>
              <a:gd name="connsiteY153" fmla="*/ 71304 h 605919"/>
              <a:gd name="connsiteX154" fmla="*/ 277297 w 607336"/>
              <a:gd name="connsiteY154" fmla="*/ 78537 h 605919"/>
              <a:gd name="connsiteX155" fmla="*/ 256313 w 607336"/>
              <a:gd name="connsiteY155" fmla="*/ 78537 h 605919"/>
              <a:gd name="connsiteX156" fmla="*/ 273397 w 607336"/>
              <a:gd name="connsiteY156" fmla="*/ 95598 h 605919"/>
              <a:gd name="connsiteX157" fmla="*/ 277018 w 607336"/>
              <a:gd name="connsiteY157" fmla="*/ 107467 h 605919"/>
              <a:gd name="connsiteX158" fmla="*/ 270612 w 607336"/>
              <a:gd name="connsiteY158" fmla="*/ 139642 h 605919"/>
              <a:gd name="connsiteX159" fmla="*/ 295774 w 607336"/>
              <a:gd name="connsiteY159" fmla="*/ 120726 h 605919"/>
              <a:gd name="connsiteX160" fmla="*/ 303666 w 607336"/>
              <a:gd name="connsiteY160" fmla="*/ 118130 h 605919"/>
              <a:gd name="connsiteX161" fmla="*/ 311651 w 607336"/>
              <a:gd name="connsiteY161" fmla="*/ 120726 h 605919"/>
              <a:gd name="connsiteX162" fmla="*/ 336813 w 607336"/>
              <a:gd name="connsiteY162" fmla="*/ 139642 h 605919"/>
              <a:gd name="connsiteX163" fmla="*/ 330407 w 607336"/>
              <a:gd name="connsiteY163" fmla="*/ 107467 h 605919"/>
              <a:gd name="connsiteX164" fmla="*/ 333935 w 607336"/>
              <a:gd name="connsiteY164" fmla="*/ 95598 h 605919"/>
              <a:gd name="connsiteX165" fmla="*/ 351019 w 607336"/>
              <a:gd name="connsiteY165" fmla="*/ 78537 h 605919"/>
              <a:gd name="connsiteX166" fmla="*/ 330128 w 607336"/>
              <a:gd name="connsiteY166" fmla="*/ 78537 h 605919"/>
              <a:gd name="connsiteX167" fmla="*/ 318336 w 607336"/>
              <a:gd name="connsiteY167" fmla="*/ 71304 h 605919"/>
              <a:gd name="connsiteX168" fmla="*/ 303666 w 607336"/>
              <a:gd name="connsiteY168" fmla="*/ 0 h 605919"/>
              <a:gd name="connsiteX169" fmla="*/ 315458 w 607336"/>
              <a:gd name="connsiteY169" fmla="*/ 6676 h 605919"/>
              <a:gd name="connsiteX170" fmla="*/ 338206 w 607336"/>
              <a:gd name="connsiteY170" fmla="*/ 52203 h 605919"/>
              <a:gd name="connsiteX171" fmla="*/ 382866 w 607336"/>
              <a:gd name="connsiteY171" fmla="*/ 52203 h 605919"/>
              <a:gd name="connsiteX172" fmla="*/ 395122 w 607336"/>
              <a:gd name="connsiteY172" fmla="*/ 60363 h 605919"/>
              <a:gd name="connsiteX173" fmla="*/ 392244 w 607336"/>
              <a:gd name="connsiteY173" fmla="*/ 74735 h 605919"/>
              <a:gd name="connsiteX174" fmla="*/ 357611 w 607336"/>
              <a:gd name="connsiteY174" fmla="*/ 109229 h 605919"/>
              <a:gd name="connsiteX175" fmla="*/ 369403 w 607336"/>
              <a:gd name="connsiteY175" fmla="*/ 168294 h 605919"/>
              <a:gd name="connsiteX176" fmla="*/ 363461 w 607336"/>
              <a:gd name="connsiteY176" fmla="*/ 182017 h 605919"/>
              <a:gd name="connsiteX177" fmla="*/ 356497 w 607336"/>
              <a:gd name="connsiteY177" fmla="*/ 184057 h 605919"/>
              <a:gd name="connsiteX178" fmla="*/ 348605 w 607336"/>
              <a:gd name="connsiteY178" fmla="*/ 181368 h 605919"/>
              <a:gd name="connsiteX179" fmla="*/ 303666 w 607336"/>
              <a:gd name="connsiteY179" fmla="*/ 147802 h 605919"/>
              <a:gd name="connsiteX180" fmla="*/ 258820 w 607336"/>
              <a:gd name="connsiteY180" fmla="*/ 181368 h 605919"/>
              <a:gd name="connsiteX181" fmla="*/ 243871 w 607336"/>
              <a:gd name="connsiteY181" fmla="*/ 182017 h 605919"/>
              <a:gd name="connsiteX182" fmla="*/ 237929 w 607336"/>
              <a:gd name="connsiteY182" fmla="*/ 168294 h 605919"/>
              <a:gd name="connsiteX183" fmla="*/ 249721 w 607336"/>
              <a:gd name="connsiteY183" fmla="*/ 109229 h 605919"/>
              <a:gd name="connsiteX184" fmla="*/ 215088 w 607336"/>
              <a:gd name="connsiteY184" fmla="*/ 74735 h 605919"/>
              <a:gd name="connsiteX185" fmla="*/ 212210 w 607336"/>
              <a:gd name="connsiteY185" fmla="*/ 60363 h 605919"/>
              <a:gd name="connsiteX186" fmla="*/ 224466 w 607336"/>
              <a:gd name="connsiteY186" fmla="*/ 52203 h 605919"/>
              <a:gd name="connsiteX187" fmla="*/ 269126 w 607336"/>
              <a:gd name="connsiteY187" fmla="*/ 52203 h 605919"/>
              <a:gd name="connsiteX188" fmla="*/ 291874 w 607336"/>
              <a:gd name="connsiteY188" fmla="*/ 6676 h 605919"/>
              <a:gd name="connsiteX189" fmla="*/ 303666 w 607336"/>
              <a:gd name="connsiteY189" fmla="*/ 0 h 605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</a:cxnLst>
            <a:rect l="l" t="t" r="r" b="b"/>
            <a:pathLst>
              <a:path w="607336" h="605919">
                <a:moveTo>
                  <a:pt x="435684" y="463990"/>
                </a:moveTo>
                <a:lnTo>
                  <a:pt x="421104" y="493187"/>
                </a:lnTo>
                <a:cubicBezTo>
                  <a:pt x="418876" y="497637"/>
                  <a:pt x="414326" y="500417"/>
                  <a:pt x="409311" y="500417"/>
                </a:cubicBezTo>
                <a:lnTo>
                  <a:pt x="388325" y="500417"/>
                </a:lnTo>
                <a:lnTo>
                  <a:pt x="405411" y="517472"/>
                </a:lnTo>
                <a:cubicBezTo>
                  <a:pt x="408568" y="520623"/>
                  <a:pt x="409961" y="525072"/>
                  <a:pt x="409033" y="529429"/>
                </a:cubicBezTo>
                <a:lnTo>
                  <a:pt x="402625" y="561499"/>
                </a:lnTo>
                <a:lnTo>
                  <a:pt x="427790" y="542591"/>
                </a:lnTo>
                <a:cubicBezTo>
                  <a:pt x="430112" y="540830"/>
                  <a:pt x="432991" y="539995"/>
                  <a:pt x="435684" y="539995"/>
                </a:cubicBezTo>
                <a:cubicBezTo>
                  <a:pt x="438469" y="539995"/>
                  <a:pt x="441255" y="540830"/>
                  <a:pt x="443670" y="542591"/>
                </a:cubicBezTo>
                <a:lnTo>
                  <a:pt x="468835" y="561499"/>
                </a:lnTo>
                <a:lnTo>
                  <a:pt x="462427" y="529429"/>
                </a:lnTo>
                <a:cubicBezTo>
                  <a:pt x="461499" y="525072"/>
                  <a:pt x="462892" y="520623"/>
                  <a:pt x="466049" y="517472"/>
                </a:cubicBezTo>
                <a:lnTo>
                  <a:pt x="483042" y="500417"/>
                </a:lnTo>
                <a:lnTo>
                  <a:pt x="462149" y="500417"/>
                </a:lnTo>
                <a:cubicBezTo>
                  <a:pt x="457134" y="500417"/>
                  <a:pt x="452584" y="497637"/>
                  <a:pt x="450356" y="493187"/>
                </a:cubicBezTo>
                <a:close/>
                <a:moveTo>
                  <a:pt x="171614" y="463990"/>
                </a:moveTo>
                <a:lnTo>
                  <a:pt x="157040" y="493187"/>
                </a:lnTo>
                <a:cubicBezTo>
                  <a:pt x="154813" y="497637"/>
                  <a:pt x="150171" y="500417"/>
                  <a:pt x="145252" y="500417"/>
                </a:cubicBezTo>
                <a:lnTo>
                  <a:pt x="124273" y="500417"/>
                </a:lnTo>
                <a:lnTo>
                  <a:pt x="141353" y="517472"/>
                </a:lnTo>
                <a:cubicBezTo>
                  <a:pt x="144416" y="520623"/>
                  <a:pt x="145809" y="525072"/>
                  <a:pt x="144973" y="529429"/>
                </a:cubicBezTo>
                <a:lnTo>
                  <a:pt x="138568" y="561499"/>
                </a:lnTo>
                <a:lnTo>
                  <a:pt x="163724" y="542591"/>
                </a:lnTo>
                <a:cubicBezTo>
                  <a:pt x="166044" y="540830"/>
                  <a:pt x="168829" y="539995"/>
                  <a:pt x="171614" y="539995"/>
                </a:cubicBezTo>
                <a:cubicBezTo>
                  <a:pt x="174399" y="539995"/>
                  <a:pt x="177183" y="540830"/>
                  <a:pt x="179504" y="542591"/>
                </a:cubicBezTo>
                <a:lnTo>
                  <a:pt x="204660" y="561499"/>
                </a:lnTo>
                <a:lnTo>
                  <a:pt x="198255" y="529429"/>
                </a:lnTo>
                <a:cubicBezTo>
                  <a:pt x="197419" y="525072"/>
                  <a:pt x="198812" y="520623"/>
                  <a:pt x="201875" y="517472"/>
                </a:cubicBezTo>
                <a:lnTo>
                  <a:pt x="218955" y="500417"/>
                </a:lnTo>
                <a:lnTo>
                  <a:pt x="197976" y="500417"/>
                </a:lnTo>
                <a:cubicBezTo>
                  <a:pt x="193057" y="500417"/>
                  <a:pt x="188415" y="497637"/>
                  <a:pt x="186187" y="493187"/>
                </a:cubicBezTo>
                <a:close/>
                <a:moveTo>
                  <a:pt x="435695" y="421910"/>
                </a:moveTo>
                <a:cubicBezTo>
                  <a:pt x="440490" y="421910"/>
                  <a:pt x="445295" y="424134"/>
                  <a:pt x="447570" y="428583"/>
                </a:cubicBezTo>
                <a:lnTo>
                  <a:pt x="470321" y="474094"/>
                </a:lnTo>
                <a:lnTo>
                  <a:pt x="514986" y="474094"/>
                </a:lnTo>
                <a:cubicBezTo>
                  <a:pt x="520279" y="474094"/>
                  <a:pt x="525108" y="477245"/>
                  <a:pt x="527151" y="482250"/>
                </a:cubicBezTo>
                <a:cubicBezTo>
                  <a:pt x="529194" y="487163"/>
                  <a:pt x="528080" y="492817"/>
                  <a:pt x="524272" y="496617"/>
                </a:cubicBezTo>
                <a:lnTo>
                  <a:pt x="489635" y="531190"/>
                </a:lnTo>
                <a:lnTo>
                  <a:pt x="501429" y="590140"/>
                </a:lnTo>
                <a:cubicBezTo>
                  <a:pt x="502543" y="595516"/>
                  <a:pt x="500222" y="600985"/>
                  <a:pt x="495579" y="603858"/>
                </a:cubicBezTo>
                <a:cubicBezTo>
                  <a:pt x="493443" y="605248"/>
                  <a:pt x="491028" y="605897"/>
                  <a:pt x="488521" y="605897"/>
                </a:cubicBezTo>
                <a:cubicBezTo>
                  <a:pt x="485735" y="605897"/>
                  <a:pt x="482950" y="604970"/>
                  <a:pt x="480628" y="603302"/>
                </a:cubicBezTo>
                <a:lnTo>
                  <a:pt x="435684" y="569656"/>
                </a:lnTo>
                <a:lnTo>
                  <a:pt x="390832" y="603302"/>
                </a:lnTo>
                <a:cubicBezTo>
                  <a:pt x="386375" y="606546"/>
                  <a:pt x="380524" y="606824"/>
                  <a:pt x="375881" y="603858"/>
                </a:cubicBezTo>
                <a:cubicBezTo>
                  <a:pt x="371238" y="600985"/>
                  <a:pt x="368917" y="595516"/>
                  <a:pt x="369938" y="590140"/>
                </a:cubicBezTo>
                <a:lnTo>
                  <a:pt x="381732" y="531190"/>
                </a:lnTo>
                <a:lnTo>
                  <a:pt x="347095" y="496617"/>
                </a:lnTo>
                <a:cubicBezTo>
                  <a:pt x="343380" y="492817"/>
                  <a:pt x="342266" y="487163"/>
                  <a:pt x="344309" y="482250"/>
                </a:cubicBezTo>
                <a:cubicBezTo>
                  <a:pt x="346352" y="477245"/>
                  <a:pt x="351181" y="474094"/>
                  <a:pt x="356474" y="474094"/>
                </a:cubicBezTo>
                <a:lnTo>
                  <a:pt x="401139" y="474094"/>
                </a:lnTo>
                <a:lnTo>
                  <a:pt x="423890" y="428583"/>
                </a:lnTo>
                <a:cubicBezTo>
                  <a:pt x="426119" y="424134"/>
                  <a:pt x="430901" y="421910"/>
                  <a:pt x="435695" y="421910"/>
                </a:cubicBezTo>
                <a:close/>
                <a:moveTo>
                  <a:pt x="171614" y="421910"/>
                </a:moveTo>
                <a:cubicBezTo>
                  <a:pt x="176395" y="421910"/>
                  <a:pt x="181175" y="424134"/>
                  <a:pt x="183403" y="428583"/>
                </a:cubicBezTo>
                <a:lnTo>
                  <a:pt x="206145" y="474094"/>
                </a:lnTo>
                <a:lnTo>
                  <a:pt x="250794" y="474094"/>
                </a:lnTo>
                <a:cubicBezTo>
                  <a:pt x="256178" y="474094"/>
                  <a:pt x="261005" y="477245"/>
                  <a:pt x="262954" y="482250"/>
                </a:cubicBezTo>
                <a:cubicBezTo>
                  <a:pt x="264996" y="487163"/>
                  <a:pt x="263882" y="492817"/>
                  <a:pt x="260169" y="496617"/>
                </a:cubicBezTo>
                <a:lnTo>
                  <a:pt x="225545" y="531190"/>
                </a:lnTo>
                <a:lnTo>
                  <a:pt x="237334" y="590140"/>
                </a:lnTo>
                <a:cubicBezTo>
                  <a:pt x="238448" y="595516"/>
                  <a:pt x="236035" y="600985"/>
                  <a:pt x="231393" y="603858"/>
                </a:cubicBezTo>
                <a:cubicBezTo>
                  <a:pt x="229351" y="605248"/>
                  <a:pt x="226845" y="605897"/>
                  <a:pt x="224431" y="605897"/>
                </a:cubicBezTo>
                <a:cubicBezTo>
                  <a:pt x="221647" y="605897"/>
                  <a:pt x="218862" y="604970"/>
                  <a:pt x="216541" y="603302"/>
                </a:cubicBezTo>
                <a:lnTo>
                  <a:pt x="171614" y="569656"/>
                </a:lnTo>
                <a:lnTo>
                  <a:pt x="126687" y="603302"/>
                </a:lnTo>
                <a:cubicBezTo>
                  <a:pt x="122324" y="606546"/>
                  <a:pt x="116383" y="606824"/>
                  <a:pt x="111742" y="603858"/>
                </a:cubicBezTo>
                <a:cubicBezTo>
                  <a:pt x="107100" y="600985"/>
                  <a:pt x="104780" y="595516"/>
                  <a:pt x="105894" y="590140"/>
                </a:cubicBezTo>
                <a:lnTo>
                  <a:pt x="117683" y="531190"/>
                </a:lnTo>
                <a:lnTo>
                  <a:pt x="83059" y="496617"/>
                </a:lnTo>
                <a:cubicBezTo>
                  <a:pt x="79253" y="492817"/>
                  <a:pt x="78139" y="487163"/>
                  <a:pt x="80181" y="482250"/>
                </a:cubicBezTo>
                <a:cubicBezTo>
                  <a:pt x="82223" y="477245"/>
                  <a:pt x="87050" y="474094"/>
                  <a:pt x="92434" y="474094"/>
                </a:cubicBezTo>
                <a:lnTo>
                  <a:pt x="137083" y="474094"/>
                </a:lnTo>
                <a:lnTo>
                  <a:pt x="159825" y="428583"/>
                </a:lnTo>
                <a:cubicBezTo>
                  <a:pt x="162053" y="424134"/>
                  <a:pt x="166834" y="421910"/>
                  <a:pt x="171614" y="421910"/>
                </a:cubicBezTo>
                <a:close/>
                <a:moveTo>
                  <a:pt x="514950" y="226678"/>
                </a:moveTo>
                <a:lnTo>
                  <a:pt x="500278" y="255875"/>
                </a:lnTo>
                <a:cubicBezTo>
                  <a:pt x="498050" y="260325"/>
                  <a:pt x="493500" y="263105"/>
                  <a:pt x="488485" y="263105"/>
                </a:cubicBezTo>
                <a:lnTo>
                  <a:pt x="467592" y="263105"/>
                </a:lnTo>
                <a:lnTo>
                  <a:pt x="484678" y="280160"/>
                </a:lnTo>
                <a:cubicBezTo>
                  <a:pt x="487742" y="283311"/>
                  <a:pt x="489135" y="287760"/>
                  <a:pt x="488207" y="292117"/>
                </a:cubicBezTo>
                <a:lnTo>
                  <a:pt x="481799" y="324187"/>
                </a:lnTo>
                <a:lnTo>
                  <a:pt x="506964" y="305279"/>
                </a:lnTo>
                <a:cubicBezTo>
                  <a:pt x="509379" y="303518"/>
                  <a:pt x="512165" y="302683"/>
                  <a:pt x="514950" y="302683"/>
                </a:cubicBezTo>
                <a:cubicBezTo>
                  <a:pt x="517736" y="302683"/>
                  <a:pt x="520522" y="303518"/>
                  <a:pt x="522844" y="305279"/>
                </a:cubicBezTo>
                <a:lnTo>
                  <a:pt x="548009" y="324187"/>
                </a:lnTo>
                <a:lnTo>
                  <a:pt x="541601" y="292117"/>
                </a:lnTo>
                <a:cubicBezTo>
                  <a:pt x="540766" y="287760"/>
                  <a:pt x="542066" y="283311"/>
                  <a:pt x="545223" y="280160"/>
                </a:cubicBezTo>
                <a:lnTo>
                  <a:pt x="562309" y="263105"/>
                </a:lnTo>
                <a:lnTo>
                  <a:pt x="541323" y="263105"/>
                </a:lnTo>
                <a:cubicBezTo>
                  <a:pt x="536308" y="263105"/>
                  <a:pt x="531758" y="260325"/>
                  <a:pt x="529530" y="255875"/>
                </a:cubicBezTo>
                <a:close/>
                <a:moveTo>
                  <a:pt x="92440" y="226678"/>
                </a:moveTo>
                <a:lnTo>
                  <a:pt x="77774" y="255875"/>
                </a:lnTo>
                <a:cubicBezTo>
                  <a:pt x="75546" y="260325"/>
                  <a:pt x="70997" y="263105"/>
                  <a:pt x="65985" y="263105"/>
                </a:cubicBezTo>
                <a:lnTo>
                  <a:pt x="45099" y="263105"/>
                </a:lnTo>
                <a:lnTo>
                  <a:pt x="62086" y="280160"/>
                </a:lnTo>
                <a:cubicBezTo>
                  <a:pt x="65242" y="283219"/>
                  <a:pt x="66635" y="287760"/>
                  <a:pt x="65706" y="292024"/>
                </a:cubicBezTo>
                <a:lnTo>
                  <a:pt x="59301" y="324187"/>
                </a:lnTo>
                <a:lnTo>
                  <a:pt x="84457" y="305279"/>
                </a:lnTo>
                <a:cubicBezTo>
                  <a:pt x="86870" y="303518"/>
                  <a:pt x="89655" y="302683"/>
                  <a:pt x="92440" y="302683"/>
                </a:cubicBezTo>
                <a:cubicBezTo>
                  <a:pt x="95225" y="302683"/>
                  <a:pt x="98009" y="303518"/>
                  <a:pt x="100330" y="305279"/>
                </a:cubicBezTo>
                <a:lnTo>
                  <a:pt x="125486" y="324187"/>
                </a:lnTo>
                <a:lnTo>
                  <a:pt x="119081" y="292117"/>
                </a:lnTo>
                <a:cubicBezTo>
                  <a:pt x="118245" y="287760"/>
                  <a:pt x="119545" y="283311"/>
                  <a:pt x="122701" y="280160"/>
                </a:cubicBezTo>
                <a:lnTo>
                  <a:pt x="139781" y="263105"/>
                </a:lnTo>
                <a:lnTo>
                  <a:pt x="118802" y="263105"/>
                </a:lnTo>
                <a:cubicBezTo>
                  <a:pt x="113790" y="263105"/>
                  <a:pt x="109241" y="260325"/>
                  <a:pt x="107013" y="255875"/>
                </a:cubicBezTo>
                <a:close/>
                <a:moveTo>
                  <a:pt x="514938" y="184598"/>
                </a:moveTo>
                <a:cubicBezTo>
                  <a:pt x="519732" y="184598"/>
                  <a:pt x="524515" y="186822"/>
                  <a:pt x="526744" y="191271"/>
                </a:cubicBezTo>
                <a:lnTo>
                  <a:pt x="549495" y="236782"/>
                </a:lnTo>
                <a:lnTo>
                  <a:pt x="594160" y="236782"/>
                </a:lnTo>
                <a:cubicBezTo>
                  <a:pt x="599453" y="236782"/>
                  <a:pt x="604282" y="239933"/>
                  <a:pt x="606325" y="244938"/>
                </a:cubicBezTo>
                <a:cubicBezTo>
                  <a:pt x="608368" y="249851"/>
                  <a:pt x="607254" y="255505"/>
                  <a:pt x="603539" y="259305"/>
                </a:cubicBezTo>
                <a:lnTo>
                  <a:pt x="568902" y="293878"/>
                </a:lnTo>
                <a:lnTo>
                  <a:pt x="580696" y="352828"/>
                </a:lnTo>
                <a:cubicBezTo>
                  <a:pt x="581717" y="358204"/>
                  <a:pt x="579396" y="363673"/>
                  <a:pt x="574753" y="366546"/>
                </a:cubicBezTo>
                <a:cubicBezTo>
                  <a:pt x="572617" y="367936"/>
                  <a:pt x="570202" y="368585"/>
                  <a:pt x="567788" y="368585"/>
                </a:cubicBezTo>
                <a:cubicBezTo>
                  <a:pt x="565002" y="368585"/>
                  <a:pt x="562216" y="367658"/>
                  <a:pt x="559802" y="365990"/>
                </a:cubicBezTo>
                <a:lnTo>
                  <a:pt x="514950" y="332344"/>
                </a:lnTo>
                <a:lnTo>
                  <a:pt x="470006" y="365990"/>
                </a:lnTo>
                <a:cubicBezTo>
                  <a:pt x="465642" y="369234"/>
                  <a:pt x="459698" y="369512"/>
                  <a:pt x="455055" y="366546"/>
                </a:cubicBezTo>
                <a:cubicBezTo>
                  <a:pt x="450412" y="363673"/>
                  <a:pt x="448091" y="358204"/>
                  <a:pt x="449205" y="352828"/>
                </a:cubicBezTo>
                <a:lnTo>
                  <a:pt x="460999" y="293878"/>
                </a:lnTo>
                <a:lnTo>
                  <a:pt x="426362" y="259305"/>
                </a:lnTo>
                <a:cubicBezTo>
                  <a:pt x="422554" y="255505"/>
                  <a:pt x="421440" y="249851"/>
                  <a:pt x="423483" y="244938"/>
                </a:cubicBezTo>
                <a:cubicBezTo>
                  <a:pt x="425526" y="239933"/>
                  <a:pt x="430355" y="236782"/>
                  <a:pt x="435648" y="236782"/>
                </a:cubicBezTo>
                <a:lnTo>
                  <a:pt x="480313" y="236782"/>
                </a:lnTo>
                <a:lnTo>
                  <a:pt x="503064" y="191271"/>
                </a:lnTo>
                <a:cubicBezTo>
                  <a:pt x="505339" y="186822"/>
                  <a:pt x="510145" y="184598"/>
                  <a:pt x="514938" y="184598"/>
                </a:cubicBezTo>
                <a:close/>
                <a:moveTo>
                  <a:pt x="92394" y="184598"/>
                </a:moveTo>
                <a:cubicBezTo>
                  <a:pt x="97174" y="184598"/>
                  <a:pt x="101955" y="186822"/>
                  <a:pt x="104229" y="191271"/>
                </a:cubicBezTo>
                <a:lnTo>
                  <a:pt x="126971" y="236782"/>
                </a:lnTo>
                <a:lnTo>
                  <a:pt x="171620" y="236782"/>
                </a:lnTo>
                <a:cubicBezTo>
                  <a:pt x="176911" y="236782"/>
                  <a:pt x="181738" y="239933"/>
                  <a:pt x="183780" y="244938"/>
                </a:cubicBezTo>
                <a:cubicBezTo>
                  <a:pt x="185822" y="249851"/>
                  <a:pt x="184708" y="255505"/>
                  <a:pt x="180902" y="259305"/>
                </a:cubicBezTo>
                <a:lnTo>
                  <a:pt x="146371" y="293878"/>
                </a:lnTo>
                <a:lnTo>
                  <a:pt x="158160" y="352828"/>
                </a:lnTo>
                <a:cubicBezTo>
                  <a:pt x="159181" y="358204"/>
                  <a:pt x="156861" y="363673"/>
                  <a:pt x="152219" y="366546"/>
                </a:cubicBezTo>
                <a:cubicBezTo>
                  <a:pt x="150084" y="367936"/>
                  <a:pt x="147671" y="368585"/>
                  <a:pt x="145257" y="368585"/>
                </a:cubicBezTo>
                <a:cubicBezTo>
                  <a:pt x="142473" y="368585"/>
                  <a:pt x="139688" y="367658"/>
                  <a:pt x="137274" y="365990"/>
                </a:cubicBezTo>
                <a:lnTo>
                  <a:pt x="92440" y="332344"/>
                </a:lnTo>
                <a:lnTo>
                  <a:pt x="47513" y="365990"/>
                </a:lnTo>
                <a:cubicBezTo>
                  <a:pt x="43150" y="369234"/>
                  <a:pt x="37209" y="369512"/>
                  <a:pt x="32568" y="366546"/>
                </a:cubicBezTo>
                <a:cubicBezTo>
                  <a:pt x="27926" y="363673"/>
                  <a:pt x="25606" y="358204"/>
                  <a:pt x="26627" y="352828"/>
                </a:cubicBezTo>
                <a:lnTo>
                  <a:pt x="38509" y="293878"/>
                </a:lnTo>
                <a:lnTo>
                  <a:pt x="3885" y="259305"/>
                </a:lnTo>
                <a:cubicBezTo>
                  <a:pt x="79" y="255505"/>
                  <a:pt x="-1035" y="249851"/>
                  <a:pt x="1007" y="244938"/>
                </a:cubicBezTo>
                <a:cubicBezTo>
                  <a:pt x="3049" y="239933"/>
                  <a:pt x="7876" y="236782"/>
                  <a:pt x="13167" y="236782"/>
                </a:cubicBezTo>
                <a:lnTo>
                  <a:pt x="57816" y="236782"/>
                </a:lnTo>
                <a:lnTo>
                  <a:pt x="80558" y="191271"/>
                </a:lnTo>
                <a:cubicBezTo>
                  <a:pt x="82833" y="186822"/>
                  <a:pt x="87613" y="184598"/>
                  <a:pt x="92394" y="184598"/>
                </a:cubicBezTo>
                <a:close/>
                <a:moveTo>
                  <a:pt x="303666" y="42096"/>
                </a:moveTo>
                <a:lnTo>
                  <a:pt x="289089" y="71304"/>
                </a:lnTo>
                <a:cubicBezTo>
                  <a:pt x="286860" y="75755"/>
                  <a:pt x="282311" y="78537"/>
                  <a:pt x="277297" y="78537"/>
                </a:cubicBezTo>
                <a:lnTo>
                  <a:pt x="256313" y="78537"/>
                </a:lnTo>
                <a:lnTo>
                  <a:pt x="273397" y="95598"/>
                </a:lnTo>
                <a:cubicBezTo>
                  <a:pt x="276554" y="98658"/>
                  <a:pt x="277854" y="103201"/>
                  <a:pt x="277018" y="107467"/>
                </a:cubicBezTo>
                <a:lnTo>
                  <a:pt x="270612" y="139642"/>
                </a:lnTo>
                <a:lnTo>
                  <a:pt x="295774" y="120726"/>
                </a:lnTo>
                <a:cubicBezTo>
                  <a:pt x="298095" y="118965"/>
                  <a:pt x="300881" y="118130"/>
                  <a:pt x="303666" y="118130"/>
                </a:cubicBezTo>
                <a:cubicBezTo>
                  <a:pt x="306451" y="118130"/>
                  <a:pt x="309237" y="118965"/>
                  <a:pt x="311651" y="120726"/>
                </a:cubicBezTo>
                <a:lnTo>
                  <a:pt x="336813" y="139642"/>
                </a:lnTo>
                <a:lnTo>
                  <a:pt x="330407" y="107467"/>
                </a:lnTo>
                <a:cubicBezTo>
                  <a:pt x="329478" y="103201"/>
                  <a:pt x="330871" y="98751"/>
                  <a:pt x="333935" y="95598"/>
                </a:cubicBezTo>
                <a:lnTo>
                  <a:pt x="351019" y="78537"/>
                </a:lnTo>
                <a:lnTo>
                  <a:pt x="330128" y="78537"/>
                </a:lnTo>
                <a:cubicBezTo>
                  <a:pt x="325114" y="78537"/>
                  <a:pt x="320565" y="75755"/>
                  <a:pt x="318336" y="71304"/>
                </a:cubicBezTo>
                <a:close/>
                <a:moveTo>
                  <a:pt x="303666" y="0"/>
                </a:moveTo>
                <a:cubicBezTo>
                  <a:pt x="308448" y="0"/>
                  <a:pt x="313229" y="2225"/>
                  <a:pt x="315458" y="6676"/>
                </a:cubicBezTo>
                <a:lnTo>
                  <a:pt x="338206" y="52203"/>
                </a:lnTo>
                <a:lnTo>
                  <a:pt x="382866" y="52203"/>
                </a:lnTo>
                <a:cubicBezTo>
                  <a:pt x="388251" y="52203"/>
                  <a:pt x="393080" y="55356"/>
                  <a:pt x="395122" y="60363"/>
                </a:cubicBezTo>
                <a:cubicBezTo>
                  <a:pt x="397165" y="65277"/>
                  <a:pt x="395958" y="70933"/>
                  <a:pt x="392244" y="74735"/>
                </a:cubicBezTo>
                <a:lnTo>
                  <a:pt x="357611" y="109229"/>
                </a:lnTo>
                <a:lnTo>
                  <a:pt x="369403" y="168294"/>
                </a:lnTo>
                <a:cubicBezTo>
                  <a:pt x="370517" y="173579"/>
                  <a:pt x="368196" y="179143"/>
                  <a:pt x="363461" y="182017"/>
                </a:cubicBezTo>
                <a:cubicBezTo>
                  <a:pt x="361418" y="183408"/>
                  <a:pt x="359004" y="184057"/>
                  <a:pt x="356497" y="184057"/>
                </a:cubicBezTo>
                <a:cubicBezTo>
                  <a:pt x="353712" y="184057"/>
                  <a:pt x="350926" y="183130"/>
                  <a:pt x="348605" y="181368"/>
                </a:cubicBezTo>
                <a:lnTo>
                  <a:pt x="303666" y="147802"/>
                </a:lnTo>
                <a:lnTo>
                  <a:pt x="258820" y="181368"/>
                </a:lnTo>
                <a:cubicBezTo>
                  <a:pt x="254363" y="184706"/>
                  <a:pt x="248514" y="184984"/>
                  <a:pt x="243871" y="182017"/>
                </a:cubicBezTo>
                <a:cubicBezTo>
                  <a:pt x="239229" y="179143"/>
                  <a:pt x="236815" y="173672"/>
                  <a:pt x="237929" y="168294"/>
                </a:cubicBezTo>
                <a:lnTo>
                  <a:pt x="249721" y="109229"/>
                </a:lnTo>
                <a:lnTo>
                  <a:pt x="215088" y="74735"/>
                </a:lnTo>
                <a:cubicBezTo>
                  <a:pt x="211374" y="70933"/>
                  <a:pt x="210167" y="65277"/>
                  <a:pt x="212210" y="60363"/>
                </a:cubicBezTo>
                <a:cubicBezTo>
                  <a:pt x="214345" y="55356"/>
                  <a:pt x="219081" y="52203"/>
                  <a:pt x="224466" y="52203"/>
                </a:cubicBezTo>
                <a:lnTo>
                  <a:pt x="269126" y="52203"/>
                </a:lnTo>
                <a:lnTo>
                  <a:pt x="291874" y="6676"/>
                </a:lnTo>
                <a:cubicBezTo>
                  <a:pt x="294103" y="2225"/>
                  <a:pt x="298884" y="0"/>
                  <a:pt x="303666" y="0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 2.0 95 ExtraBold"/>
              <a:cs typeface="+mn-cs"/>
            </a:endParaRPr>
          </a:p>
        </p:txBody>
      </p:sp>
      <p:sp>
        <p:nvSpPr>
          <p:cNvPr id="2" name="PA-任意多边形 68">
            <a:extLst>
              <a:ext uri="{FF2B5EF4-FFF2-40B4-BE49-F238E27FC236}">
                <a16:creationId xmlns:a16="http://schemas.microsoft.com/office/drawing/2014/main" id="{935C58B7-33A2-513B-FBB7-0B60B96F7FC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1731" y="691237"/>
            <a:ext cx="1526121" cy="6524168"/>
          </a:xfrm>
          <a:custGeom>
            <a:avLst/>
            <a:gdLst>
              <a:gd name="connsiteX0" fmla="*/ 0 w 1526121"/>
              <a:gd name="connsiteY0" fmla="*/ 0 h 6524168"/>
              <a:gd name="connsiteX1" fmla="*/ 528344 w 1526121"/>
              <a:gd name="connsiteY1" fmla="*/ 0 h 6524168"/>
              <a:gd name="connsiteX2" fmla="*/ 558912 w 1526121"/>
              <a:gd name="connsiteY2" fmla="*/ 22043 h 6524168"/>
              <a:gd name="connsiteX3" fmla="*/ 792810 w 1526121"/>
              <a:gd name="connsiteY3" fmla="*/ 279332 h 6524168"/>
              <a:gd name="connsiteX4" fmla="*/ 872724 w 1526121"/>
              <a:gd name="connsiteY4" fmla="*/ 314683 h 6524168"/>
              <a:gd name="connsiteX5" fmla="*/ 1526121 w 1526121"/>
              <a:gd name="connsiteY5" fmla="*/ 314683 h 6524168"/>
              <a:gd name="connsiteX6" fmla="*/ 1526121 w 1526121"/>
              <a:gd name="connsiteY6" fmla="*/ 6524168 h 6524168"/>
              <a:gd name="connsiteX7" fmla="*/ 0 w 1526121"/>
              <a:gd name="connsiteY7" fmla="*/ 6524168 h 652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6121" h="6524168">
                <a:moveTo>
                  <a:pt x="0" y="0"/>
                </a:moveTo>
                <a:lnTo>
                  <a:pt x="528344" y="0"/>
                </a:lnTo>
                <a:lnTo>
                  <a:pt x="558912" y="22043"/>
                </a:lnTo>
                <a:lnTo>
                  <a:pt x="792810" y="279332"/>
                </a:lnTo>
                <a:cubicBezTo>
                  <a:pt x="813282" y="301851"/>
                  <a:pt x="842291" y="314683"/>
                  <a:pt x="872724" y="314683"/>
                </a:cubicBezTo>
                <a:lnTo>
                  <a:pt x="1526121" y="314683"/>
                </a:lnTo>
                <a:lnTo>
                  <a:pt x="1526121" y="6524168"/>
                </a:lnTo>
                <a:lnTo>
                  <a:pt x="0" y="6524168"/>
                </a:lnTo>
                <a:close/>
              </a:path>
            </a:pathLst>
          </a:custGeom>
          <a:solidFill>
            <a:srgbClr val="082C06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 2.0 95 ExtraBold"/>
              <a:cs typeface="+mn-cs"/>
            </a:endParaRPr>
          </a:p>
        </p:txBody>
      </p:sp>
      <p:grpSp>
        <p:nvGrpSpPr>
          <p:cNvPr id="9" name="PA-组合 4">
            <a:extLst>
              <a:ext uri="{FF2B5EF4-FFF2-40B4-BE49-F238E27FC236}">
                <a16:creationId xmlns:a16="http://schemas.microsoft.com/office/drawing/2014/main" id="{C02C184C-B281-458B-0DAA-B944B7D0C762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-54491" y="935045"/>
            <a:ext cx="1769963" cy="4244498"/>
            <a:chOff x="-21547" y="548758"/>
            <a:chExt cx="1769963" cy="4244498"/>
          </a:xfrm>
        </p:grpSpPr>
        <p:sp>
          <p:nvSpPr>
            <p:cNvPr id="10" name="PA-任意多边形 115">
              <a:extLst>
                <a:ext uri="{FF2B5EF4-FFF2-40B4-BE49-F238E27FC236}">
                  <a16:creationId xmlns:a16="http://schemas.microsoft.com/office/drawing/2014/main" id="{9C98D52D-6813-E2C5-B01A-5F587E07E23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80107" y="913879"/>
              <a:ext cx="611547" cy="610850"/>
            </a:xfrm>
            <a:custGeom>
              <a:avLst/>
              <a:gdLst>
                <a:gd name="T0" fmla="*/ 10906 w 12797"/>
                <a:gd name="T1" fmla="*/ 1875 h 12781"/>
                <a:gd name="T2" fmla="*/ 6391 w 12797"/>
                <a:gd name="T3" fmla="*/ 0 h 12781"/>
                <a:gd name="T4" fmla="*/ 1875 w 12797"/>
                <a:gd name="T5" fmla="*/ 1875 h 12781"/>
                <a:gd name="T6" fmla="*/ 1234 w 12797"/>
                <a:gd name="T7" fmla="*/ 2625 h 12781"/>
                <a:gd name="T8" fmla="*/ 0 w 12797"/>
                <a:gd name="T9" fmla="*/ 6391 h 12781"/>
                <a:gd name="T10" fmla="*/ 1875 w 12797"/>
                <a:gd name="T11" fmla="*/ 10906 h 12781"/>
                <a:gd name="T12" fmla="*/ 6391 w 12797"/>
                <a:gd name="T13" fmla="*/ 12781 h 12781"/>
                <a:gd name="T14" fmla="*/ 10906 w 12797"/>
                <a:gd name="T15" fmla="*/ 10906 h 12781"/>
                <a:gd name="T16" fmla="*/ 12781 w 12797"/>
                <a:gd name="T17" fmla="*/ 6391 h 12781"/>
                <a:gd name="T18" fmla="*/ 11219 w 12797"/>
                <a:gd name="T19" fmla="*/ 9484 h 12781"/>
                <a:gd name="T20" fmla="*/ 9906 w 12797"/>
                <a:gd name="T21" fmla="*/ 6719 h 12781"/>
                <a:gd name="T22" fmla="*/ 11219 w 12797"/>
                <a:gd name="T23" fmla="*/ 9484 h 12781"/>
                <a:gd name="T24" fmla="*/ 2891 w 12797"/>
                <a:gd name="T25" fmla="*/ 6734 h 12781"/>
                <a:gd name="T26" fmla="*/ 1578 w 12797"/>
                <a:gd name="T27" fmla="*/ 9500 h 12781"/>
                <a:gd name="T28" fmla="*/ 1609 w 12797"/>
                <a:gd name="T29" fmla="*/ 3250 h 12781"/>
                <a:gd name="T30" fmla="*/ 2891 w 12797"/>
                <a:gd name="T31" fmla="*/ 6063 h 12781"/>
                <a:gd name="T32" fmla="*/ 1609 w 12797"/>
                <a:gd name="T33" fmla="*/ 3250 h 12781"/>
                <a:gd name="T34" fmla="*/ 3563 w 12797"/>
                <a:gd name="T35" fmla="*/ 6063 h 12781"/>
                <a:gd name="T36" fmla="*/ 6063 w 12797"/>
                <a:gd name="T37" fmla="*/ 4203 h 12781"/>
                <a:gd name="T38" fmla="*/ 6063 w 12797"/>
                <a:gd name="T39" fmla="*/ 6734 h 12781"/>
                <a:gd name="T40" fmla="*/ 3813 w 12797"/>
                <a:gd name="T41" fmla="*/ 8750 h 12781"/>
                <a:gd name="T42" fmla="*/ 6063 w 12797"/>
                <a:gd name="T43" fmla="*/ 6734 h 12781"/>
                <a:gd name="T44" fmla="*/ 9234 w 12797"/>
                <a:gd name="T45" fmla="*/ 6734 h 12781"/>
                <a:gd name="T46" fmla="*/ 6734 w 12797"/>
                <a:gd name="T47" fmla="*/ 8516 h 12781"/>
                <a:gd name="T48" fmla="*/ 6734 w 12797"/>
                <a:gd name="T49" fmla="*/ 6063 h 12781"/>
                <a:gd name="T50" fmla="*/ 8969 w 12797"/>
                <a:gd name="T51" fmla="*/ 3969 h 12781"/>
                <a:gd name="T52" fmla="*/ 6734 w 12797"/>
                <a:gd name="T53" fmla="*/ 6063 h 12781"/>
                <a:gd name="T54" fmla="*/ 6734 w 12797"/>
                <a:gd name="T55" fmla="*/ 719 h 12781"/>
                <a:gd name="T56" fmla="*/ 8344 w 12797"/>
                <a:gd name="T57" fmla="*/ 2266 h 12781"/>
                <a:gd name="T58" fmla="*/ 6734 w 12797"/>
                <a:gd name="T59" fmla="*/ 3531 h 12781"/>
                <a:gd name="T60" fmla="*/ 6063 w 12797"/>
                <a:gd name="T61" fmla="*/ 719 h 12781"/>
                <a:gd name="T62" fmla="*/ 4016 w 12797"/>
                <a:gd name="T63" fmla="*/ 3313 h 12781"/>
                <a:gd name="T64" fmla="*/ 5375 w 12797"/>
                <a:gd name="T65" fmla="*/ 1078 h 12781"/>
                <a:gd name="T66" fmla="*/ 6063 w 12797"/>
                <a:gd name="T67" fmla="*/ 12078 h 12781"/>
                <a:gd name="T68" fmla="*/ 4453 w 12797"/>
                <a:gd name="T69" fmla="*/ 10531 h 12781"/>
                <a:gd name="T70" fmla="*/ 6063 w 12797"/>
                <a:gd name="T71" fmla="*/ 9188 h 12781"/>
                <a:gd name="T72" fmla="*/ 6734 w 12797"/>
                <a:gd name="T73" fmla="*/ 12078 h 12781"/>
                <a:gd name="T74" fmla="*/ 8797 w 12797"/>
                <a:gd name="T75" fmla="*/ 9406 h 12781"/>
                <a:gd name="T76" fmla="*/ 7422 w 12797"/>
                <a:gd name="T77" fmla="*/ 11719 h 12781"/>
                <a:gd name="T78" fmla="*/ 9625 w 12797"/>
                <a:gd name="T79" fmla="*/ 3828 h 12781"/>
                <a:gd name="T80" fmla="*/ 12125 w 12797"/>
                <a:gd name="T81" fmla="*/ 6063 h 12781"/>
                <a:gd name="T82" fmla="*/ 10438 w 12797"/>
                <a:gd name="T83" fmla="*/ 2344 h 12781"/>
                <a:gd name="T84" fmla="*/ 9438 w 12797"/>
                <a:gd name="T85" fmla="*/ 3172 h 12781"/>
                <a:gd name="T86" fmla="*/ 8297 w 12797"/>
                <a:gd name="T87" fmla="*/ 1000 h 12781"/>
                <a:gd name="T88" fmla="*/ 4484 w 12797"/>
                <a:gd name="T89" fmla="*/ 1000 h 12781"/>
                <a:gd name="T90" fmla="*/ 3344 w 12797"/>
                <a:gd name="T91" fmla="*/ 3172 h 12781"/>
                <a:gd name="T92" fmla="*/ 2344 w 12797"/>
                <a:gd name="T93" fmla="*/ 2344 h 12781"/>
                <a:gd name="T94" fmla="*/ 2344 w 12797"/>
                <a:gd name="T95" fmla="*/ 10438 h 12781"/>
                <a:gd name="T96" fmla="*/ 3328 w 12797"/>
                <a:gd name="T97" fmla="*/ 9547 h 12781"/>
                <a:gd name="T98" fmla="*/ 4484 w 12797"/>
                <a:gd name="T99" fmla="*/ 11781 h 12781"/>
                <a:gd name="T100" fmla="*/ 8297 w 12797"/>
                <a:gd name="T101" fmla="*/ 11797 h 12781"/>
                <a:gd name="T102" fmla="*/ 9453 w 12797"/>
                <a:gd name="T103" fmla="*/ 9563 h 12781"/>
                <a:gd name="T104" fmla="*/ 10438 w 12797"/>
                <a:gd name="T105" fmla="*/ 10453 h 12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797" h="12781">
                  <a:moveTo>
                    <a:pt x="12281" y="3906"/>
                  </a:moveTo>
                  <a:cubicBezTo>
                    <a:pt x="11953" y="3141"/>
                    <a:pt x="11500" y="2453"/>
                    <a:pt x="10906" y="1875"/>
                  </a:cubicBezTo>
                  <a:cubicBezTo>
                    <a:pt x="10313" y="1281"/>
                    <a:pt x="9641" y="828"/>
                    <a:pt x="8875" y="500"/>
                  </a:cubicBezTo>
                  <a:cubicBezTo>
                    <a:pt x="8094" y="172"/>
                    <a:pt x="7266" y="0"/>
                    <a:pt x="6391" y="0"/>
                  </a:cubicBezTo>
                  <a:cubicBezTo>
                    <a:pt x="5531" y="0"/>
                    <a:pt x="4688" y="172"/>
                    <a:pt x="3906" y="500"/>
                  </a:cubicBezTo>
                  <a:cubicBezTo>
                    <a:pt x="3141" y="828"/>
                    <a:pt x="2453" y="1281"/>
                    <a:pt x="1875" y="1875"/>
                  </a:cubicBezTo>
                  <a:cubicBezTo>
                    <a:pt x="1641" y="2109"/>
                    <a:pt x="1438" y="2344"/>
                    <a:pt x="1250" y="2594"/>
                  </a:cubicBezTo>
                  <a:cubicBezTo>
                    <a:pt x="1250" y="2594"/>
                    <a:pt x="1234" y="2609"/>
                    <a:pt x="1234" y="2625"/>
                  </a:cubicBezTo>
                  <a:cubicBezTo>
                    <a:pt x="938" y="3016"/>
                    <a:pt x="703" y="3453"/>
                    <a:pt x="500" y="3906"/>
                  </a:cubicBezTo>
                  <a:cubicBezTo>
                    <a:pt x="172" y="4688"/>
                    <a:pt x="0" y="5531"/>
                    <a:pt x="0" y="6391"/>
                  </a:cubicBezTo>
                  <a:cubicBezTo>
                    <a:pt x="0" y="7250"/>
                    <a:pt x="172" y="8094"/>
                    <a:pt x="500" y="8875"/>
                  </a:cubicBezTo>
                  <a:cubicBezTo>
                    <a:pt x="828" y="9641"/>
                    <a:pt x="1281" y="10328"/>
                    <a:pt x="1875" y="10906"/>
                  </a:cubicBezTo>
                  <a:cubicBezTo>
                    <a:pt x="2469" y="11484"/>
                    <a:pt x="3141" y="11953"/>
                    <a:pt x="3906" y="12281"/>
                  </a:cubicBezTo>
                  <a:cubicBezTo>
                    <a:pt x="4688" y="12609"/>
                    <a:pt x="5531" y="12781"/>
                    <a:pt x="6391" y="12781"/>
                  </a:cubicBezTo>
                  <a:cubicBezTo>
                    <a:pt x="7250" y="12781"/>
                    <a:pt x="8094" y="12609"/>
                    <a:pt x="8875" y="12281"/>
                  </a:cubicBezTo>
                  <a:cubicBezTo>
                    <a:pt x="9641" y="11953"/>
                    <a:pt x="10328" y="11500"/>
                    <a:pt x="10906" y="10906"/>
                  </a:cubicBezTo>
                  <a:cubicBezTo>
                    <a:pt x="11500" y="10313"/>
                    <a:pt x="11953" y="9641"/>
                    <a:pt x="12281" y="8875"/>
                  </a:cubicBezTo>
                  <a:cubicBezTo>
                    <a:pt x="12609" y="8094"/>
                    <a:pt x="12781" y="7250"/>
                    <a:pt x="12781" y="6391"/>
                  </a:cubicBezTo>
                  <a:cubicBezTo>
                    <a:pt x="12797" y="5531"/>
                    <a:pt x="12625" y="4688"/>
                    <a:pt x="12281" y="3906"/>
                  </a:cubicBezTo>
                  <a:close/>
                  <a:moveTo>
                    <a:pt x="11219" y="9484"/>
                  </a:moveTo>
                  <a:cubicBezTo>
                    <a:pt x="10766" y="9250"/>
                    <a:pt x="10234" y="9047"/>
                    <a:pt x="9641" y="8891"/>
                  </a:cubicBezTo>
                  <a:cubicBezTo>
                    <a:pt x="9797" y="8203"/>
                    <a:pt x="9891" y="7469"/>
                    <a:pt x="9906" y="6719"/>
                  </a:cubicBezTo>
                  <a:lnTo>
                    <a:pt x="12109" y="6719"/>
                  </a:lnTo>
                  <a:cubicBezTo>
                    <a:pt x="12047" y="7719"/>
                    <a:pt x="11734" y="8672"/>
                    <a:pt x="11219" y="9484"/>
                  </a:cubicBezTo>
                  <a:close/>
                  <a:moveTo>
                    <a:pt x="688" y="6734"/>
                  </a:moveTo>
                  <a:lnTo>
                    <a:pt x="2891" y="6734"/>
                  </a:lnTo>
                  <a:cubicBezTo>
                    <a:pt x="2906" y="7484"/>
                    <a:pt x="3000" y="8219"/>
                    <a:pt x="3156" y="8906"/>
                  </a:cubicBezTo>
                  <a:cubicBezTo>
                    <a:pt x="2563" y="9063"/>
                    <a:pt x="2031" y="9266"/>
                    <a:pt x="1578" y="9500"/>
                  </a:cubicBezTo>
                  <a:cubicBezTo>
                    <a:pt x="1047" y="8672"/>
                    <a:pt x="734" y="7719"/>
                    <a:pt x="688" y="6734"/>
                  </a:cubicBezTo>
                  <a:close/>
                  <a:moveTo>
                    <a:pt x="1609" y="3250"/>
                  </a:moveTo>
                  <a:cubicBezTo>
                    <a:pt x="2063" y="3484"/>
                    <a:pt x="2578" y="3672"/>
                    <a:pt x="3172" y="3828"/>
                  </a:cubicBezTo>
                  <a:cubicBezTo>
                    <a:pt x="3000" y="4531"/>
                    <a:pt x="2906" y="5281"/>
                    <a:pt x="2891" y="6063"/>
                  </a:cubicBezTo>
                  <a:lnTo>
                    <a:pt x="688" y="6063"/>
                  </a:lnTo>
                  <a:cubicBezTo>
                    <a:pt x="734" y="5047"/>
                    <a:pt x="1063" y="4078"/>
                    <a:pt x="1609" y="3250"/>
                  </a:cubicBezTo>
                  <a:close/>
                  <a:moveTo>
                    <a:pt x="6063" y="6063"/>
                  </a:moveTo>
                  <a:lnTo>
                    <a:pt x="3563" y="6063"/>
                  </a:lnTo>
                  <a:cubicBezTo>
                    <a:pt x="3578" y="5328"/>
                    <a:pt x="3672" y="4625"/>
                    <a:pt x="3828" y="3969"/>
                  </a:cubicBezTo>
                  <a:cubicBezTo>
                    <a:pt x="4531" y="4109"/>
                    <a:pt x="5281" y="4188"/>
                    <a:pt x="6063" y="4203"/>
                  </a:cubicBezTo>
                  <a:lnTo>
                    <a:pt x="6063" y="6063"/>
                  </a:lnTo>
                  <a:close/>
                  <a:moveTo>
                    <a:pt x="6063" y="6734"/>
                  </a:moveTo>
                  <a:lnTo>
                    <a:pt x="6063" y="8516"/>
                  </a:lnTo>
                  <a:cubicBezTo>
                    <a:pt x="5281" y="8531"/>
                    <a:pt x="4531" y="8609"/>
                    <a:pt x="3813" y="8750"/>
                  </a:cubicBezTo>
                  <a:cubicBezTo>
                    <a:pt x="3672" y="8125"/>
                    <a:pt x="3578" y="7438"/>
                    <a:pt x="3563" y="6734"/>
                  </a:cubicBezTo>
                  <a:lnTo>
                    <a:pt x="6063" y="6734"/>
                  </a:lnTo>
                  <a:close/>
                  <a:moveTo>
                    <a:pt x="6734" y="6734"/>
                  </a:moveTo>
                  <a:lnTo>
                    <a:pt x="9234" y="6734"/>
                  </a:lnTo>
                  <a:cubicBezTo>
                    <a:pt x="9219" y="7438"/>
                    <a:pt x="9125" y="8125"/>
                    <a:pt x="8984" y="8750"/>
                  </a:cubicBezTo>
                  <a:cubicBezTo>
                    <a:pt x="8281" y="8609"/>
                    <a:pt x="7516" y="8531"/>
                    <a:pt x="6734" y="8516"/>
                  </a:cubicBezTo>
                  <a:lnTo>
                    <a:pt x="6734" y="6734"/>
                  </a:lnTo>
                  <a:close/>
                  <a:moveTo>
                    <a:pt x="6734" y="6063"/>
                  </a:moveTo>
                  <a:lnTo>
                    <a:pt x="6734" y="4203"/>
                  </a:lnTo>
                  <a:cubicBezTo>
                    <a:pt x="7516" y="4188"/>
                    <a:pt x="8266" y="4109"/>
                    <a:pt x="8969" y="3969"/>
                  </a:cubicBezTo>
                  <a:cubicBezTo>
                    <a:pt x="9125" y="4625"/>
                    <a:pt x="9219" y="5328"/>
                    <a:pt x="9234" y="6063"/>
                  </a:cubicBezTo>
                  <a:lnTo>
                    <a:pt x="6734" y="6063"/>
                  </a:lnTo>
                  <a:close/>
                  <a:moveTo>
                    <a:pt x="6734" y="3531"/>
                  </a:moveTo>
                  <a:lnTo>
                    <a:pt x="6734" y="719"/>
                  </a:lnTo>
                  <a:cubicBezTo>
                    <a:pt x="6969" y="781"/>
                    <a:pt x="7203" y="891"/>
                    <a:pt x="7422" y="1078"/>
                  </a:cubicBezTo>
                  <a:cubicBezTo>
                    <a:pt x="7766" y="1359"/>
                    <a:pt x="8078" y="1750"/>
                    <a:pt x="8344" y="2266"/>
                  </a:cubicBezTo>
                  <a:cubicBezTo>
                    <a:pt x="8516" y="2594"/>
                    <a:pt x="8656" y="2938"/>
                    <a:pt x="8781" y="3313"/>
                  </a:cubicBezTo>
                  <a:cubicBezTo>
                    <a:pt x="8141" y="3438"/>
                    <a:pt x="7453" y="3516"/>
                    <a:pt x="6734" y="3531"/>
                  </a:cubicBezTo>
                  <a:close/>
                  <a:moveTo>
                    <a:pt x="5375" y="1078"/>
                  </a:moveTo>
                  <a:cubicBezTo>
                    <a:pt x="5594" y="891"/>
                    <a:pt x="5828" y="781"/>
                    <a:pt x="6063" y="719"/>
                  </a:cubicBezTo>
                  <a:lnTo>
                    <a:pt x="6063" y="3531"/>
                  </a:lnTo>
                  <a:cubicBezTo>
                    <a:pt x="5344" y="3516"/>
                    <a:pt x="4656" y="3438"/>
                    <a:pt x="4016" y="3313"/>
                  </a:cubicBezTo>
                  <a:cubicBezTo>
                    <a:pt x="4141" y="2938"/>
                    <a:pt x="4281" y="2578"/>
                    <a:pt x="4453" y="2266"/>
                  </a:cubicBezTo>
                  <a:cubicBezTo>
                    <a:pt x="4719" y="1750"/>
                    <a:pt x="5031" y="1344"/>
                    <a:pt x="5375" y="1078"/>
                  </a:cubicBezTo>
                  <a:close/>
                  <a:moveTo>
                    <a:pt x="6063" y="9188"/>
                  </a:moveTo>
                  <a:lnTo>
                    <a:pt x="6063" y="12078"/>
                  </a:lnTo>
                  <a:cubicBezTo>
                    <a:pt x="5828" y="12016"/>
                    <a:pt x="5594" y="11906"/>
                    <a:pt x="5375" y="11719"/>
                  </a:cubicBezTo>
                  <a:cubicBezTo>
                    <a:pt x="5031" y="11438"/>
                    <a:pt x="4719" y="11047"/>
                    <a:pt x="4453" y="10531"/>
                  </a:cubicBezTo>
                  <a:cubicBezTo>
                    <a:pt x="4281" y="10188"/>
                    <a:pt x="4125" y="9813"/>
                    <a:pt x="4000" y="9406"/>
                  </a:cubicBezTo>
                  <a:cubicBezTo>
                    <a:pt x="4641" y="9281"/>
                    <a:pt x="5344" y="9203"/>
                    <a:pt x="6063" y="9188"/>
                  </a:cubicBezTo>
                  <a:close/>
                  <a:moveTo>
                    <a:pt x="7422" y="11719"/>
                  </a:moveTo>
                  <a:cubicBezTo>
                    <a:pt x="7203" y="11906"/>
                    <a:pt x="6969" y="12016"/>
                    <a:pt x="6734" y="12078"/>
                  </a:cubicBezTo>
                  <a:lnTo>
                    <a:pt x="6734" y="9188"/>
                  </a:lnTo>
                  <a:cubicBezTo>
                    <a:pt x="7453" y="9203"/>
                    <a:pt x="8156" y="9281"/>
                    <a:pt x="8797" y="9406"/>
                  </a:cubicBezTo>
                  <a:cubicBezTo>
                    <a:pt x="8672" y="9813"/>
                    <a:pt x="8516" y="10188"/>
                    <a:pt x="8344" y="10531"/>
                  </a:cubicBezTo>
                  <a:cubicBezTo>
                    <a:pt x="8078" y="11047"/>
                    <a:pt x="7766" y="11438"/>
                    <a:pt x="7422" y="11719"/>
                  </a:cubicBezTo>
                  <a:close/>
                  <a:moveTo>
                    <a:pt x="9906" y="6063"/>
                  </a:moveTo>
                  <a:cubicBezTo>
                    <a:pt x="9891" y="5281"/>
                    <a:pt x="9781" y="4531"/>
                    <a:pt x="9625" y="3828"/>
                  </a:cubicBezTo>
                  <a:cubicBezTo>
                    <a:pt x="10203" y="3672"/>
                    <a:pt x="10734" y="3484"/>
                    <a:pt x="11188" y="3250"/>
                  </a:cubicBezTo>
                  <a:cubicBezTo>
                    <a:pt x="11734" y="4078"/>
                    <a:pt x="12063" y="5047"/>
                    <a:pt x="12125" y="6063"/>
                  </a:cubicBezTo>
                  <a:lnTo>
                    <a:pt x="9906" y="6063"/>
                  </a:lnTo>
                  <a:close/>
                  <a:moveTo>
                    <a:pt x="10438" y="2344"/>
                  </a:moveTo>
                  <a:cubicBezTo>
                    <a:pt x="10547" y="2453"/>
                    <a:pt x="10656" y="2578"/>
                    <a:pt x="10766" y="2703"/>
                  </a:cubicBezTo>
                  <a:cubicBezTo>
                    <a:pt x="10375" y="2891"/>
                    <a:pt x="9938" y="3047"/>
                    <a:pt x="9438" y="3172"/>
                  </a:cubicBezTo>
                  <a:cubicBezTo>
                    <a:pt x="9297" y="2734"/>
                    <a:pt x="9125" y="2328"/>
                    <a:pt x="8938" y="1953"/>
                  </a:cubicBezTo>
                  <a:cubicBezTo>
                    <a:pt x="8750" y="1578"/>
                    <a:pt x="8531" y="1266"/>
                    <a:pt x="8297" y="1000"/>
                  </a:cubicBezTo>
                  <a:cubicBezTo>
                    <a:pt x="9094" y="1281"/>
                    <a:pt x="9828" y="1734"/>
                    <a:pt x="10438" y="2344"/>
                  </a:cubicBezTo>
                  <a:close/>
                  <a:moveTo>
                    <a:pt x="4484" y="1000"/>
                  </a:moveTo>
                  <a:cubicBezTo>
                    <a:pt x="4250" y="1266"/>
                    <a:pt x="4031" y="1594"/>
                    <a:pt x="3844" y="1953"/>
                  </a:cubicBezTo>
                  <a:cubicBezTo>
                    <a:pt x="3656" y="2328"/>
                    <a:pt x="3484" y="2734"/>
                    <a:pt x="3344" y="3172"/>
                  </a:cubicBezTo>
                  <a:cubicBezTo>
                    <a:pt x="2844" y="3047"/>
                    <a:pt x="2406" y="2891"/>
                    <a:pt x="2016" y="2703"/>
                  </a:cubicBezTo>
                  <a:cubicBezTo>
                    <a:pt x="2125" y="2578"/>
                    <a:pt x="2219" y="2469"/>
                    <a:pt x="2344" y="2344"/>
                  </a:cubicBezTo>
                  <a:cubicBezTo>
                    <a:pt x="2969" y="1734"/>
                    <a:pt x="3688" y="1281"/>
                    <a:pt x="4484" y="1000"/>
                  </a:cubicBezTo>
                  <a:close/>
                  <a:moveTo>
                    <a:pt x="2344" y="10438"/>
                  </a:moveTo>
                  <a:cubicBezTo>
                    <a:pt x="2219" y="10313"/>
                    <a:pt x="2094" y="10172"/>
                    <a:pt x="1984" y="10031"/>
                  </a:cubicBezTo>
                  <a:cubicBezTo>
                    <a:pt x="2375" y="9844"/>
                    <a:pt x="2828" y="9672"/>
                    <a:pt x="3328" y="9547"/>
                  </a:cubicBezTo>
                  <a:cubicBezTo>
                    <a:pt x="3469" y="10016"/>
                    <a:pt x="3641" y="10438"/>
                    <a:pt x="3844" y="10828"/>
                  </a:cubicBezTo>
                  <a:cubicBezTo>
                    <a:pt x="4031" y="11203"/>
                    <a:pt x="4250" y="11516"/>
                    <a:pt x="4484" y="11781"/>
                  </a:cubicBezTo>
                  <a:cubicBezTo>
                    <a:pt x="3688" y="11516"/>
                    <a:pt x="2969" y="11063"/>
                    <a:pt x="2344" y="10438"/>
                  </a:cubicBezTo>
                  <a:close/>
                  <a:moveTo>
                    <a:pt x="8297" y="11797"/>
                  </a:moveTo>
                  <a:cubicBezTo>
                    <a:pt x="8531" y="11531"/>
                    <a:pt x="8750" y="11203"/>
                    <a:pt x="8938" y="10844"/>
                  </a:cubicBezTo>
                  <a:cubicBezTo>
                    <a:pt x="9141" y="10453"/>
                    <a:pt x="9313" y="10016"/>
                    <a:pt x="9453" y="9563"/>
                  </a:cubicBezTo>
                  <a:cubicBezTo>
                    <a:pt x="9953" y="9688"/>
                    <a:pt x="10406" y="9859"/>
                    <a:pt x="10797" y="10047"/>
                  </a:cubicBezTo>
                  <a:cubicBezTo>
                    <a:pt x="10688" y="10188"/>
                    <a:pt x="10563" y="10313"/>
                    <a:pt x="10438" y="10453"/>
                  </a:cubicBezTo>
                  <a:cubicBezTo>
                    <a:pt x="9828" y="11063"/>
                    <a:pt x="9094" y="11516"/>
                    <a:pt x="8297" y="11797"/>
                  </a:cubicBezTo>
                  <a:close/>
                </a:path>
              </a:pathLst>
            </a:custGeom>
            <a:gradFill>
              <a:gsLst>
                <a:gs pos="21000">
                  <a:srgbClr val="36EAEE">
                    <a:alpha val="0"/>
                  </a:srgbClr>
                </a:gs>
                <a:gs pos="98000">
                  <a:schemeClr val="accent2">
                    <a:alpha val="40000"/>
                  </a:schemeClr>
                </a:gs>
              </a:gsLst>
              <a:lin ang="1674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cs typeface="+mn-cs"/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D02352C3-9891-B314-A4AF-98053D669EA8}"/>
                </a:ext>
              </a:extLst>
            </p:cNvPr>
            <p:cNvGrpSpPr/>
            <p:nvPr/>
          </p:nvGrpSpPr>
          <p:grpSpPr>
            <a:xfrm>
              <a:off x="43228" y="2341281"/>
              <a:ext cx="1642594" cy="2451975"/>
              <a:chOff x="43228" y="2263226"/>
              <a:chExt cx="1642594" cy="2451975"/>
            </a:xfrm>
          </p:grpSpPr>
          <p:sp>
            <p:nvSpPr>
              <p:cNvPr id="84" name="PA-文本框 75">
                <a:extLst>
                  <a:ext uri="{FF2B5EF4-FFF2-40B4-BE49-F238E27FC236}">
                    <a16:creationId xmlns:a16="http://schemas.microsoft.com/office/drawing/2014/main" id="{9642D28D-B24E-EB7A-E7EC-2499486FCA40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6378" y="2263226"/>
                <a:ext cx="1561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4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接口测试</a:t>
                </a:r>
              </a:p>
            </p:txBody>
          </p:sp>
          <p:cxnSp>
            <p:nvCxnSpPr>
              <p:cNvPr id="85" name="PA-直接连接符 84">
                <a:extLst>
                  <a:ext uri="{FF2B5EF4-FFF2-40B4-BE49-F238E27FC236}">
                    <a16:creationId xmlns:a16="http://schemas.microsoft.com/office/drawing/2014/main" id="{6A054AD9-58D3-0A3A-7A18-3AD0C2A3F5FC}"/>
                  </a:ext>
                </a:extLst>
              </p:cNvPr>
              <p:cNvCxnSpPr/>
              <p:nvPr>
                <p:custDataLst>
                  <p:tags r:id="rId11"/>
                </p:custDataLst>
              </p:nvPr>
            </p:nvCxnSpPr>
            <p:spPr>
              <a:xfrm>
                <a:off x="80963" y="2792797"/>
                <a:ext cx="1404000" cy="0"/>
              </a:xfrm>
              <a:prstGeom prst="line">
                <a:avLst/>
              </a:prstGeom>
              <a:ln w="381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PA-文本框 75">
                <a:extLst>
                  <a:ext uri="{FF2B5EF4-FFF2-40B4-BE49-F238E27FC236}">
                    <a16:creationId xmlns:a16="http://schemas.microsoft.com/office/drawing/2014/main" id="{B697EEBC-8E0E-E464-58AB-62F513761D17}"/>
                  </a:ext>
                </a:extLst>
              </p:cNvPr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04724" y="2978477"/>
                <a:ext cx="1404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功能测试</a:t>
                </a:r>
              </a:p>
            </p:txBody>
          </p:sp>
          <p:sp>
            <p:nvSpPr>
              <p:cNvPr id="87" name="PA-文本框 75">
                <a:extLst>
                  <a:ext uri="{FF2B5EF4-FFF2-40B4-BE49-F238E27FC236}">
                    <a16:creationId xmlns:a16="http://schemas.microsoft.com/office/drawing/2014/main" id="{D3AC45D7-AA8A-ED5A-FFDC-4C37500ACF76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24129" y="3689305"/>
                <a:ext cx="1561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自动化测试</a:t>
                </a:r>
              </a:p>
            </p:txBody>
          </p:sp>
          <p:sp>
            <p:nvSpPr>
              <p:cNvPr id="88" name="PA-文本框 75">
                <a:extLst>
                  <a:ext uri="{FF2B5EF4-FFF2-40B4-BE49-F238E27FC236}">
                    <a16:creationId xmlns:a16="http://schemas.microsoft.com/office/drawing/2014/main" id="{24DDF5E4-A495-286A-29FB-F6D589B1ACC0}"/>
                  </a:ext>
                </a:extLst>
              </p:cNvPr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43228" y="4345869"/>
                <a:ext cx="1561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性能测试</a:t>
                </a:r>
              </a:p>
            </p:txBody>
          </p:sp>
        </p:grpSp>
        <p:cxnSp>
          <p:nvCxnSpPr>
            <p:cNvPr id="33" name="PA-直接连接符 85">
              <a:extLst>
                <a:ext uri="{FF2B5EF4-FFF2-40B4-BE49-F238E27FC236}">
                  <a16:creationId xmlns:a16="http://schemas.microsoft.com/office/drawing/2014/main" id="{AADDF6DF-C363-F4D6-21F5-03594E9775E9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>
            <a:xfrm>
              <a:off x="80963" y="3651664"/>
              <a:ext cx="1404000" cy="0"/>
            </a:xfrm>
            <a:prstGeom prst="line">
              <a:avLst/>
            </a:prstGeom>
            <a:ln w="3810">
              <a:solidFill>
                <a:schemeClr val="bg1">
                  <a:lumMod val="85000"/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7EAA3DD6-BAD3-19F2-B319-E5300D3EA9C2}"/>
                </a:ext>
              </a:extLst>
            </p:cNvPr>
            <p:cNvGrpSpPr/>
            <p:nvPr/>
          </p:nvGrpSpPr>
          <p:grpSpPr>
            <a:xfrm>
              <a:off x="-21547" y="1538503"/>
              <a:ext cx="1769963" cy="540554"/>
              <a:chOff x="-21547" y="1538503"/>
              <a:chExt cx="1769963" cy="540554"/>
            </a:xfrm>
          </p:grpSpPr>
          <p:cxnSp>
            <p:nvCxnSpPr>
              <p:cNvPr id="67" name="PA-直接连接符 82">
                <a:extLst>
                  <a:ext uri="{FF2B5EF4-FFF2-40B4-BE49-F238E27FC236}">
                    <a16:creationId xmlns:a16="http://schemas.microsoft.com/office/drawing/2014/main" id="{12EB55EC-8DBE-C457-F305-7E0E92D18136}"/>
                  </a:ext>
                </a:extLst>
              </p:cNvPr>
              <p:cNvCxnSpPr/>
              <p:nvPr>
                <p:custDataLst>
                  <p:tags r:id="rId8"/>
                </p:custDataLst>
              </p:nvPr>
            </p:nvCxnSpPr>
            <p:spPr>
              <a:xfrm>
                <a:off x="80963" y="2079057"/>
                <a:ext cx="1404000" cy="0"/>
              </a:xfrm>
              <a:prstGeom prst="line">
                <a:avLst/>
              </a:prstGeom>
              <a:ln w="381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PA-文本框 74">
                <a:extLst>
                  <a:ext uri="{FF2B5EF4-FFF2-40B4-BE49-F238E27FC236}">
                    <a16:creationId xmlns:a16="http://schemas.microsoft.com/office/drawing/2014/main" id="{63D82939-FE49-6B52-704E-1D864DE3F622}"/>
                  </a:ext>
                </a:extLst>
              </p:cNvPr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-21547" y="1538503"/>
                <a:ext cx="1769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单元测试</a:t>
                </a: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9B2FF9D3-416B-30DF-78F6-FA94AEEF496A}"/>
                </a:ext>
              </a:extLst>
            </p:cNvPr>
            <p:cNvGrpSpPr/>
            <p:nvPr/>
          </p:nvGrpSpPr>
          <p:grpSpPr>
            <a:xfrm>
              <a:off x="145863" y="548758"/>
              <a:ext cx="217266" cy="173743"/>
              <a:chOff x="850371" y="808754"/>
              <a:chExt cx="341379" cy="272993"/>
            </a:xfrm>
            <a:solidFill>
              <a:schemeClr val="bg1">
                <a:alpha val="90000"/>
              </a:schemeClr>
            </a:solidFill>
          </p:grpSpPr>
          <p:sp>
            <p:nvSpPr>
              <p:cNvPr id="64" name="PA-矩形 111">
                <a:extLst>
                  <a:ext uri="{FF2B5EF4-FFF2-40B4-BE49-F238E27FC236}">
                    <a16:creationId xmlns:a16="http://schemas.microsoft.com/office/drawing/2014/main" id="{8939AF19-E24F-DA41-5F1E-FB995D2CCC22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850371" y="808754"/>
                <a:ext cx="341379" cy="452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65" name="PA-矩形 112">
                <a:extLst>
                  <a:ext uri="{FF2B5EF4-FFF2-40B4-BE49-F238E27FC236}">
                    <a16:creationId xmlns:a16="http://schemas.microsoft.com/office/drawing/2014/main" id="{1EED04DD-7F9A-C093-8DE2-6D19D0C03AEB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850371" y="922624"/>
                <a:ext cx="341379" cy="452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66" name="PA-矩形 113">
                <a:extLst>
                  <a:ext uri="{FF2B5EF4-FFF2-40B4-BE49-F238E27FC236}">
                    <a16:creationId xmlns:a16="http://schemas.microsoft.com/office/drawing/2014/main" id="{FE6433C5-E3DD-8DBF-79D3-8D07D5189973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850371" y="1036495"/>
                <a:ext cx="341379" cy="452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4CC6B05-7335-D129-9D59-988D396D000F}"/>
              </a:ext>
            </a:extLst>
          </p:cNvPr>
          <p:cNvSpPr txBox="1"/>
          <p:nvPr/>
        </p:nvSpPr>
        <p:spPr>
          <a:xfrm>
            <a:off x="2130904" y="3869626"/>
            <a:ext cx="2186676" cy="5680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endParaRPr lang="zh-CN" altLang="en-US" sz="2800" b="1" spc="100" dirty="0">
              <a:solidFill>
                <a:schemeClr val="bg1"/>
              </a:solidFill>
              <a:effectLst>
                <a:glow rad="127000">
                  <a:schemeClr val="accent1">
                    <a:alpha val="38000"/>
                  </a:schemeClr>
                </a:glo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8728F6B-FA56-22E8-A36E-62D1FCBD65A7}"/>
              </a:ext>
            </a:extLst>
          </p:cNvPr>
          <p:cNvSpPr txBox="1"/>
          <p:nvPr/>
        </p:nvSpPr>
        <p:spPr>
          <a:xfrm>
            <a:off x="2124145" y="6815138"/>
            <a:ext cx="2186676" cy="8449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endParaRPr lang="zh-CN" altLang="en-US" sz="2800" b="1" spc="100" dirty="0">
              <a:solidFill>
                <a:schemeClr val="bg1"/>
              </a:solidFill>
              <a:effectLst>
                <a:glow rad="127000">
                  <a:schemeClr val="accent1">
                    <a:alpha val="38000"/>
                  </a:schemeClr>
                </a:glo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</a:endParaRPr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9DE1F1E5-A7FC-1B7E-C2FF-FB68A925EA46}"/>
              </a:ext>
            </a:extLst>
          </p:cNvPr>
          <p:cNvGrpSpPr/>
          <p:nvPr/>
        </p:nvGrpSpPr>
        <p:grpSpPr>
          <a:xfrm>
            <a:off x="1685554" y="1775389"/>
            <a:ext cx="2876795" cy="4892733"/>
            <a:chOff x="1854200" y="957852"/>
            <a:chExt cx="8483600" cy="4922249"/>
          </a:xfrm>
          <a:effectLst>
            <a:outerShdw blurRad="254000" algn="ctr" rotWithShape="0">
              <a:srgbClr val="FFFFFF">
                <a:alpha val="70000"/>
              </a:srgbClr>
            </a:outerShdw>
          </a:effectLst>
        </p:grpSpPr>
        <p:sp>
          <p:nvSpPr>
            <p:cNvPr id="78" name="直角三角形 77">
              <a:extLst>
                <a:ext uri="{FF2B5EF4-FFF2-40B4-BE49-F238E27FC236}">
                  <a16:creationId xmlns:a16="http://schemas.microsoft.com/office/drawing/2014/main" id="{DF458413-FB62-9522-48B7-550B7CC4B36D}"/>
                </a:ext>
              </a:extLst>
            </p:cNvPr>
            <p:cNvSpPr/>
            <p:nvPr/>
          </p:nvSpPr>
          <p:spPr>
            <a:xfrm rot="5400000">
              <a:off x="1854200" y="977900"/>
              <a:ext cx="144780" cy="144780"/>
            </a:xfrm>
            <a:prstGeom prst="rtTriangle">
              <a:avLst/>
            </a:prstGeom>
            <a:noFill/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79" name="任意多边形: 形状 78">
              <a:extLst>
                <a:ext uri="{FF2B5EF4-FFF2-40B4-BE49-F238E27FC236}">
                  <a16:creationId xmlns:a16="http://schemas.microsoft.com/office/drawing/2014/main" id="{A42CAC6D-765C-BA20-6D3A-04B47BADD058}"/>
                </a:ext>
              </a:extLst>
            </p:cNvPr>
            <p:cNvSpPr/>
            <p:nvPr/>
          </p:nvSpPr>
          <p:spPr>
            <a:xfrm>
              <a:off x="1874064" y="957852"/>
              <a:ext cx="8463736" cy="4922249"/>
            </a:xfrm>
            <a:custGeom>
              <a:avLst/>
              <a:gdLst>
                <a:gd name="connsiteX0" fmla="*/ 240502 w 8483600"/>
                <a:gd name="connsiteY0" fmla="*/ 0 h 4902200"/>
                <a:gd name="connsiteX1" fmla="*/ 3708375 w 8483600"/>
                <a:gd name="connsiteY1" fmla="*/ 0 h 4902200"/>
                <a:gd name="connsiteX2" fmla="*/ 3759729 w 8483600"/>
                <a:gd name="connsiteY2" fmla="*/ 56516 h 4902200"/>
                <a:gd name="connsiteX3" fmla="*/ 4723873 w 8483600"/>
                <a:gd name="connsiteY3" fmla="*/ 56516 h 4902200"/>
                <a:gd name="connsiteX4" fmla="*/ 4775228 w 8483600"/>
                <a:gd name="connsiteY4" fmla="*/ 0 h 4902200"/>
                <a:gd name="connsiteX5" fmla="*/ 8243098 w 8483600"/>
                <a:gd name="connsiteY5" fmla="*/ 0 h 4902200"/>
                <a:gd name="connsiteX6" fmla="*/ 8483600 w 8483600"/>
                <a:gd name="connsiteY6" fmla="*/ 240502 h 4902200"/>
                <a:gd name="connsiteX7" fmla="*/ 8483600 w 8483600"/>
                <a:gd name="connsiteY7" fmla="*/ 2864087 h 4902200"/>
                <a:gd name="connsiteX8" fmla="*/ 8370316 w 8483600"/>
                <a:gd name="connsiteY8" fmla="*/ 2890519 h 4902200"/>
                <a:gd name="connsiteX9" fmla="*/ 8370316 w 8483600"/>
                <a:gd name="connsiteY9" fmla="*/ 3660141 h 4902200"/>
                <a:gd name="connsiteX10" fmla="*/ 8483600 w 8483600"/>
                <a:gd name="connsiteY10" fmla="*/ 3686574 h 4902200"/>
                <a:gd name="connsiteX11" fmla="*/ 8483600 w 8483600"/>
                <a:gd name="connsiteY11" fmla="*/ 4902200 h 4902200"/>
                <a:gd name="connsiteX12" fmla="*/ 5032306 w 8483600"/>
                <a:gd name="connsiteY12" fmla="*/ 4902200 h 4902200"/>
                <a:gd name="connsiteX13" fmla="*/ 4789076 w 8483600"/>
                <a:gd name="connsiteY13" fmla="*/ 4658970 h 4902200"/>
                <a:gd name="connsiteX14" fmla="*/ 3694527 w 8483600"/>
                <a:gd name="connsiteY14" fmla="*/ 4658970 h 4902200"/>
                <a:gd name="connsiteX15" fmla="*/ 3451297 w 8483600"/>
                <a:gd name="connsiteY15" fmla="*/ 4902200 h 4902200"/>
                <a:gd name="connsiteX16" fmla="*/ 0 w 8483600"/>
                <a:gd name="connsiteY16" fmla="*/ 4902200 h 4902200"/>
                <a:gd name="connsiteX17" fmla="*/ 0 w 8483600"/>
                <a:gd name="connsiteY17" fmla="*/ 2147334 h 4902200"/>
                <a:gd name="connsiteX18" fmla="*/ 113284 w 8483600"/>
                <a:gd name="connsiteY18" fmla="*/ 2120901 h 4902200"/>
                <a:gd name="connsiteX19" fmla="*/ 113284 w 8483600"/>
                <a:gd name="connsiteY19" fmla="*/ 1351279 h 4902200"/>
                <a:gd name="connsiteX20" fmla="*/ 0 w 8483600"/>
                <a:gd name="connsiteY20" fmla="*/ 1324847 h 4902200"/>
                <a:gd name="connsiteX21" fmla="*/ 0 w 8483600"/>
                <a:gd name="connsiteY21" fmla="*/ 240502 h 490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483600" h="4902200">
                  <a:moveTo>
                    <a:pt x="240502" y="0"/>
                  </a:moveTo>
                  <a:lnTo>
                    <a:pt x="3708375" y="0"/>
                  </a:lnTo>
                  <a:lnTo>
                    <a:pt x="3759729" y="56516"/>
                  </a:lnTo>
                  <a:lnTo>
                    <a:pt x="4723873" y="56516"/>
                  </a:lnTo>
                  <a:lnTo>
                    <a:pt x="4775228" y="0"/>
                  </a:lnTo>
                  <a:lnTo>
                    <a:pt x="8243098" y="0"/>
                  </a:lnTo>
                  <a:lnTo>
                    <a:pt x="8483600" y="240502"/>
                  </a:lnTo>
                  <a:lnTo>
                    <a:pt x="8483600" y="2864087"/>
                  </a:lnTo>
                  <a:lnTo>
                    <a:pt x="8370316" y="2890519"/>
                  </a:lnTo>
                  <a:lnTo>
                    <a:pt x="8370316" y="3660141"/>
                  </a:lnTo>
                  <a:lnTo>
                    <a:pt x="8483600" y="3686574"/>
                  </a:lnTo>
                  <a:lnTo>
                    <a:pt x="8483600" y="4902200"/>
                  </a:lnTo>
                  <a:lnTo>
                    <a:pt x="5032306" y="4902200"/>
                  </a:lnTo>
                  <a:lnTo>
                    <a:pt x="4789076" y="4658970"/>
                  </a:lnTo>
                  <a:lnTo>
                    <a:pt x="3694527" y="4658970"/>
                  </a:lnTo>
                  <a:lnTo>
                    <a:pt x="3451297" y="4902200"/>
                  </a:lnTo>
                  <a:lnTo>
                    <a:pt x="0" y="4902200"/>
                  </a:lnTo>
                  <a:lnTo>
                    <a:pt x="0" y="2147334"/>
                  </a:lnTo>
                  <a:lnTo>
                    <a:pt x="113284" y="2120901"/>
                  </a:lnTo>
                  <a:lnTo>
                    <a:pt x="113284" y="1351279"/>
                  </a:lnTo>
                  <a:lnTo>
                    <a:pt x="0" y="1324847"/>
                  </a:lnTo>
                  <a:lnTo>
                    <a:pt x="0" y="24050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6FFFF">
                    <a:alpha val="50000"/>
                  </a:srgbClr>
                </a:gs>
                <a:gs pos="48000">
                  <a:srgbClr val="FFFFFF">
                    <a:alpha val="10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80" name="直角三角形 79">
              <a:extLst>
                <a:ext uri="{FF2B5EF4-FFF2-40B4-BE49-F238E27FC236}">
                  <a16:creationId xmlns:a16="http://schemas.microsoft.com/office/drawing/2014/main" id="{B2D04487-2B00-6542-CF33-65210F762B0D}"/>
                </a:ext>
              </a:extLst>
            </p:cNvPr>
            <p:cNvSpPr/>
            <p:nvPr/>
          </p:nvSpPr>
          <p:spPr>
            <a:xfrm rot="16200000" flipH="1">
              <a:off x="10193020" y="977900"/>
              <a:ext cx="144780" cy="144780"/>
            </a:xfrm>
            <a:prstGeom prst="rtTriangle">
              <a:avLst/>
            </a:prstGeom>
            <a:noFill/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81" name="梯形 80">
              <a:extLst>
                <a:ext uri="{FF2B5EF4-FFF2-40B4-BE49-F238E27FC236}">
                  <a16:creationId xmlns:a16="http://schemas.microsoft.com/office/drawing/2014/main" id="{3AD39C72-0A78-6418-A2B0-754FF693767C}"/>
                </a:ext>
              </a:extLst>
            </p:cNvPr>
            <p:cNvSpPr/>
            <p:nvPr/>
          </p:nvSpPr>
          <p:spPr>
            <a:xfrm rot="5400000">
              <a:off x="1521775" y="2680020"/>
              <a:ext cx="732790" cy="67940"/>
            </a:xfrm>
            <a:prstGeom prst="trapezoid">
              <a:avLst>
                <a:gd name="adj" fmla="val 23332"/>
              </a:avLst>
            </a:pr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83" name="梯形 82">
              <a:extLst>
                <a:ext uri="{FF2B5EF4-FFF2-40B4-BE49-F238E27FC236}">
                  <a16:creationId xmlns:a16="http://schemas.microsoft.com/office/drawing/2014/main" id="{CB4DDFA6-7CD6-08BD-ED16-C73646704988}"/>
                </a:ext>
              </a:extLst>
            </p:cNvPr>
            <p:cNvSpPr/>
            <p:nvPr/>
          </p:nvSpPr>
          <p:spPr>
            <a:xfrm rot="16200000" flipH="1">
              <a:off x="9937435" y="4217548"/>
              <a:ext cx="732790" cy="67940"/>
            </a:xfrm>
            <a:prstGeom prst="trapezoid">
              <a:avLst>
                <a:gd name="adj" fmla="val 23332"/>
              </a:avLst>
            </a:pr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89" name="任意多边形: 形状 88">
              <a:extLst>
                <a:ext uri="{FF2B5EF4-FFF2-40B4-BE49-F238E27FC236}">
                  <a16:creationId xmlns:a16="http://schemas.microsoft.com/office/drawing/2014/main" id="{38891D3E-8931-9104-0649-72B575352B61}"/>
                </a:ext>
              </a:extLst>
            </p:cNvPr>
            <p:cNvSpPr/>
            <p:nvPr/>
          </p:nvSpPr>
          <p:spPr>
            <a:xfrm>
              <a:off x="5374007" y="5716560"/>
              <a:ext cx="1443987" cy="163540"/>
            </a:xfrm>
            <a:custGeom>
              <a:avLst/>
              <a:gdLst>
                <a:gd name="connsiteX0" fmla="*/ 188346 w 1443988"/>
                <a:gd name="connsiteY0" fmla="*/ 0 h 199390"/>
                <a:gd name="connsiteX1" fmla="*/ 1255642 w 1443988"/>
                <a:gd name="connsiteY1" fmla="*/ 0 h 199390"/>
                <a:gd name="connsiteX2" fmla="*/ 1443988 w 1443988"/>
                <a:gd name="connsiteY2" fmla="*/ 199390 h 199390"/>
                <a:gd name="connsiteX3" fmla="*/ 1397375 w 1443988"/>
                <a:gd name="connsiteY3" fmla="*/ 199390 h 199390"/>
                <a:gd name="connsiteX4" fmla="*/ 1232782 w 1443988"/>
                <a:gd name="connsiteY4" fmla="*/ 25146 h 199390"/>
                <a:gd name="connsiteX5" fmla="*/ 211206 w 1443988"/>
                <a:gd name="connsiteY5" fmla="*/ 25146 h 199390"/>
                <a:gd name="connsiteX6" fmla="*/ 46613 w 1443988"/>
                <a:gd name="connsiteY6" fmla="*/ 199390 h 199390"/>
                <a:gd name="connsiteX7" fmla="*/ 0 w 1443988"/>
                <a:gd name="connsiteY7" fmla="*/ 199390 h 199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988" h="199390">
                  <a:moveTo>
                    <a:pt x="188346" y="0"/>
                  </a:moveTo>
                  <a:lnTo>
                    <a:pt x="1255642" y="0"/>
                  </a:lnTo>
                  <a:lnTo>
                    <a:pt x="1443988" y="199390"/>
                  </a:lnTo>
                  <a:lnTo>
                    <a:pt x="1397375" y="199390"/>
                  </a:lnTo>
                  <a:lnTo>
                    <a:pt x="1232782" y="25146"/>
                  </a:lnTo>
                  <a:lnTo>
                    <a:pt x="211206" y="25146"/>
                  </a:lnTo>
                  <a:lnTo>
                    <a:pt x="46613" y="199390"/>
                  </a:lnTo>
                  <a:lnTo>
                    <a:pt x="0" y="199390"/>
                  </a:lnTo>
                  <a:close/>
                </a:path>
              </a:pathLst>
            </a:cu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90" name="梯形 89">
              <a:extLst>
                <a:ext uri="{FF2B5EF4-FFF2-40B4-BE49-F238E27FC236}">
                  <a16:creationId xmlns:a16="http://schemas.microsoft.com/office/drawing/2014/main" id="{97F128B5-8315-7F7E-F83E-32FB8983728C}"/>
                </a:ext>
              </a:extLst>
            </p:cNvPr>
            <p:cNvSpPr/>
            <p:nvPr/>
          </p:nvSpPr>
          <p:spPr>
            <a:xfrm>
              <a:off x="5505451" y="5795378"/>
              <a:ext cx="1181097" cy="84722"/>
            </a:xfrm>
            <a:prstGeom prst="trapezoid">
              <a:avLst>
                <a:gd name="adj" fmla="val 90868"/>
              </a:avLst>
            </a:prstGeom>
            <a:noFill/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91" name="半闭框 90">
              <a:extLst>
                <a:ext uri="{FF2B5EF4-FFF2-40B4-BE49-F238E27FC236}">
                  <a16:creationId xmlns:a16="http://schemas.microsoft.com/office/drawing/2014/main" id="{2A50EFDD-337B-0DB2-C156-7737EBF4A755}"/>
                </a:ext>
              </a:extLst>
            </p:cNvPr>
            <p:cNvSpPr/>
            <p:nvPr/>
          </p:nvSpPr>
          <p:spPr>
            <a:xfrm rot="16200000">
              <a:off x="1854200" y="5509261"/>
              <a:ext cx="370840" cy="370840"/>
            </a:xfrm>
            <a:prstGeom prst="halfFrame">
              <a:avLst>
                <a:gd name="adj1" fmla="val 12801"/>
                <a:gd name="adj2" fmla="val 12134"/>
              </a:avLst>
            </a:pr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92" name="半闭框 91">
              <a:extLst>
                <a:ext uri="{FF2B5EF4-FFF2-40B4-BE49-F238E27FC236}">
                  <a16:creationId xmlns:a16="http://schemas.microsoft.com/office/drawing/2014/main" id="{132088DF-9771-5974-43E4-075D23A06C71}"/>
                </a:ext>
              </a:extLst>
            </p:cNvPr>
            <p:cNvSpPr/>
            <p:nvPr/>
          </p:nvSpPr>
          <p:spPr>
            <a:xfrm rot="5400000" flipH="1">
              <a:off x="9966960" y="5509261"/>
              <a:ext cx="370840" cy="370840"/>
            </a:xfrm>
            <a:prstGeom prst="halfFrame">
              <a:avLst>
                <a:gd name="adj1" fmla="val 12801"/>
                <a:gd name="adj2" fmla="val 12134"/>
              </a:avLst>
            </a:pr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</p:grpSp>
      <p:sp>
        <p:nvSpPr>
          <p:cNvPr id="94" name="文本框 93">
            <a:extLst>
              <a:ext uri="{FF2B5EF4-FFF2-40B4-BE49-F238E27FC236}">
                <a16:creationId xmlns:a16="http://schemas.microsoft.com/office/drawing/2014/main" id="{5CE553C3-42BC-B88E-D8ED-6EC3E5F924C6}"/>
              </a:ext>
            </a:extLst>
          </p:cNvPr>
          <p:cNvSpPr txBox="1"/>
          <p:nvPr/>
        </p:nvSpPr>
        <p:spPr>
          <a:xfrm>
            <a:off x="7523963" y="5887723"/>
            <a:ext cx="2512665" cy="5680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endParaRPr lang="zh-CN" altLang="en-US" sz="2800" b="1" spc="100" dirty="0">
              <a:solidFill>
                <a:schemeClr val="bg1"/>
              </a:solidFill>
              <a:effectLst>
                <a:glow rad="127000">
                  <a:schemeClr val="accent1">
                    <a:alpha val="38000"/>
                  </a:schemeClr>
                </a:glo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B55947F1-9B7F-C819-F2EE-5DCF65F31F62}"/>
              </a:ext>
            </a:extLst>
          </p:cNvPr>
          <p:cNvSpPr txBox="1"/>
          <p:nvPr/>
        </p:nvSpPr>
        <p:spPr>
          <a:xfrm>
            <a:off x="1624044" y="1083303"/>
            <a:ext cx="5810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gradFill>
                  <a:gsLst>
                    <a:gs pos="49000">
                      <a:srgbClr val="FFC000"/>
                    </a:gs>
                    <a:gs pos="0">
                      <a:srgbClr val="FFEFBF"/>
                    </a:gs>
                    <a:gs pos="100000">
                      <a:srgbClr val="D9A300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发送门控指令接口详情</a:t>
            </a:r>
          </a:p>
        </p:txBody>
      </p:sp>
      <p:pic>
        <p:nvPicPr>
          <p:cNvPr id="106" name="图片 105" descr="表格&#10;&#10;AI 生成的内容可能不正确。">
            <a:extLst>
              <a:ext uri="{FF2B5EF4-FFF2-40B4-BE49-F238E27FC236}">
                <a16:creationId xmlns:a16="http://schemas.microsoft.com/office/drawing/2014/main" id="{50DEA0A7-C9AC-66F6-D265-51CA6AE9BF1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50986" y="1777911"/>
            <a:ext cx="3604281" cy="453987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51C4FF1-F6A0-AE5A-0844-E22CE8AF54F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5"/>
          <a:stretch>
            <a:fillRect/>
          </a:stretch>
        </p:blipFill>
        <p:spPr>
          <a:xfrm>
            <a:off x="1797326" y="1983059"/>
            <a:ext cx="2645332" cy="441865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F5CEE27-A2C4-D849-A6F4-86C3DC315B8F}"/>
              </a:ext>
            </a:extLst>
          </p:cNvPr>
          <p:cNvSpPr/>
          <p:nvPr/>
        </p:nvSpPr>
        <p:spPr>
          <a:xfrm>
            <a:off x="2824163" y="3429000"/>
            <a:ext cx="695325" cy="66198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梯形 5">
            <a:extLst>
              <a:ext uri="{FF2B5EF4-FFF2-40B4-BE49-F238E27FC236}">
                <a16:creationId xmlns:a16="http://schemas.microsoft.com/office/drawing/2014/main" id="{65C49FDC-65E4-ABA5-E7F3-976974C49307}"/>
              </a:ext>
            </a:extLst>
          </p:cNvPr>
          <p:cNvSpPr/>
          <p:nvPr/>
        </p:nvSpPr>
        <p:spPr>
          <a:xfrm rot="17499481">
            <a:off x="2753107" y="3430856"/>
            <a:ext cx="2760634" cy="1266945"/>
          </a:xfrm>
          <a:prstGeom prst="trapezoid">
            <a:avLst>
              <a:gd name="adj" fmla="val 107155"/>
            </a:avLst>
          </a:prstGeom>
          <a:gradFill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>
            <a:gradFill>
              <a:gsLst>
                <a:gs pos="0">
                  <a:srgbClr val="00FF00"/>
                </a:gs>
                <a:gs pos="100000">
                  <a:srgbClr val="64DE50">
                    <a:alpha val="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999BCD1-69E8-8C3A-582D-C9E0529B9A5C}"/>
              </a:ext>
            </a:extLst>
          </p:cNvPr>
          <p:cNvSpPr txBox="1"/>
          <p:nvPr/>
        </p:nvSpPr>
        <p:spPr>
          <a:xfrm>
            <a:off x="4896855" y="2824713"/>
            <a:ext cx="2009042" cy="3784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spc="100" dirty="0" err="1">
                <a:solidFill>
                  <a:schemeClr val="bg1"/>
                </a:solidFill>
                <a:effectLst>
                  <a:glow rad="127000">
                    <a:schemeClr val="accent1">
                      <a:alpha val="38000"/>
                    </a:schemeClr>
                  </a:glo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</a:rPr>
              <a:t>ActionType</a:t>
            </a:r>
            <a:r>
              <a:rPr lang="zh-CN" altLang="en-US" sz="2000" b="1" spc="100" dirty="0">
                <a:solidFill>
                  <a:schemeClr val="bg1"/>
                </a:solidFill>
                <a:effectLst>
                  <a:glow rad="127000">
                    <a:schemeClr val="accent1">
                      <a:alpha val="38000"/>
                    </a:schemeClr>
                  </a:glo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</a:rPr>
              <a:t>时间戳流水号门禁设备</a:t>
            </a:r>
            <a:r>
              <a:rPr lang="en-US" altLang="zh-CN" sz="2000" b="1" spc="100" dirty="0">
                <a:solidFill>
                  <a:schemeClr val="bg1"/>
                </a:solidFill>
                <a:effectLst>
                  <a:glow rad="127000">
                    <a:schemeClr val="accent1">
                      <a:alpha val="38000"/>
                    </a:schemeClr>
                  </a:glo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</a:rPr>
              <a:t>ID</a:t>
            </a:r>
          </a:p>
          <a:p>
            <a:pPr algn="ctr">
              <a:lnSpc>
                <a:spcPct val="150000"/>
              </a:lnSpc>
            </a:pPr>
            <a:r>
              <a:rPr lang="en-US" altLang="zh-CN" sz="2000" b="1" spc="100" dirty="0" err="1">
                <a:solidFill>
                  <a:schemeClr val="bg1"/>
                </a:solidFill>
                <a:effectLst>
                  <a:glow rad="127000">
                    <a:schemeClr val="accent1">
                      <a:alpha val="38000"/>
                    </a:schemeClr>
                  </a:glo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</a:rPr>
              <a:t>Doorld</a:t>
            </a:r>
            <a:endParaRPr lang="en-US" altLang="zh-CN" sz="2000" b="1" spc="100" dirty="0">
              <a:solidFill>
                <a:schemeClr val="bg1"/>
              </a:solidFill>
              <a:effectLst>
                <a:glow rad="127000">
                  <a:schemeClr val="accent1">
                    <a:alpha val="38000"/>
                  </a:schemeClr>
                </a:glo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spc="100" dirty="0">
                <a:solidFill>
                  <a:schemeClr val="bg1"/>
                </a:solidFill>
                <a:effectLst>
                  <a:glow rad="127000">
                    <a:schemeClr val="accent1">
                      <a:alpha val="38000"/>
                    </a:schemeClr>
                  </a:glo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</a:rPr>
              <a:t>关联控制器</a:t>
            </a:r>
            <a:r>
              <a:rPr lang="en-US" altLang="zh-CN" sz="2000" b="1" spc="100" dirty="0">
                <a:solidFill>
                  <a:schemeClr val="bg1"/>
                </a:solidFill>
                <a:effectLst>
                  <a:glow rad="127000">
                    <a:schemeClr val="accent1">
                      <a:alpha val="38000"/>
                    </a:schemeClr>
                  </a:glo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</a:rPr>
              <a:t>ID</a:t>
            </a:r>
          </a:p>
          <a:p>
            <a:pPr algn="ctr">
              <a:lnSpc>
                <a:spcPct val="150000"/>
              </a:lnSpc>
            </a:pPr>
            <a:r>
              <a:rPr lang="zh-CN" altLang="en-US" sz="2000" b="1" spc="100" dirty="0">
                <a:solidFill>
                  <a:schemeClr val="bg1"/>
                </a:solidFill>
                <a:effectLst>
                  <a:glow rad="127000">
                    <a:schemeClr val="accent1">
                      <a:alpha val="38000"/>
                    </a:schemeClr>
                  </a:glo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</a:rPr>
              <a:t>设备密码</a:t>
            </a:r>
            <a:endParaRPr lang="en-US" altLang="zh-CN" sz="2000" b="1" spc="100" dirty="0">
              <a:solidFill>
                <a:schemeClr val="bg1"/>
              </a:solidFill>
              <a:effectLst>
                <a:glow rad="127000">
                  <a:schemeClr val="accent1">
                    <a:alpha val="38000"/>
                  </a:schemeClr>
                </a:glo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spc="100" dirty="0">
                <a:solidFill>
                  <a:schemeClr val="bg1"/>
                </a:solidFill>
                <a:effectLst>
                  <a:glow rad="127000">
                    <a:schemeClr val="accent1">
                      <a:alpha val="38000"/>
                    </a:schemeClr>
                  </a:glo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</a:rPr>
              <a:t>分组</a:t>
            </a:r>
            <a:r>
              <a:rPr lang="en-US" altLang="zh-CN" sz="2000" b="1" spc="100" dirty="0">
                <a:solidFill>
                  <a:schemeClr val="bg1"/>
                </a:solidFill>
                <a:effectLst>
                  <a:glow rad="127000">
                    <a:schemeClr val="accent1">
                      <a:alpha val="38000"/>
                    </a:schemeClr>
                  </a:glo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</a:rPr>
              <a:t>ID</a:t>
            </a:r>
          </a:p>
          <a:p>
            <a:pPr algn="ctr">
              <a:lnSpc>
                <a:spcPct val="150000"/>
              </a:lnSpc>
            </a:pPr>
            <a:r>
              <a:rPr lang="zh-CN" altLang="en-US" sz="2000" b="1" spc="100" dirty="0">
                <a:solidFill>
                  <a:schemeClr val="bg1"/>
                </a:solidFill>
                <a:effectLst>
                  <a:glow rad="127000">
                    <a:schemeClr val="accent1">
                      <a:alpha val="38000"/>
                    </a:schemeClr>
                  </a:glo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</a:rPr>
              <a:t>接口签名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49F5DA2-9131-1F19-EE35-7390360C6205}"/>
              </a:ext>
            </a:extLst>
          </p:cNvPr>
          <p:cNvSpPr txBox="1"/>
          <p:nvPr/>
        </p:nvSpPr>
        <p:spPr>
          <a:xfrm>
            <a:off x="4529112" y="3393647"/>
            <a:ext cx="5155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FF00"/>
                </a:solidFill>
              </a:rPr>
              <a:t>请求</a:t>
            </a:r>
            <a:endParaRPr lang="en-US" altLang="zh-CN" sz="2000" b="1" dirty="0">
              <a:solidFill>
                <a:srgbClr val="FFFF00"/>
              </a:solidFill>
            </a:endParaRPr>
          </a:p>
          <a:p>
            <a:r>
              <a:rPr lang="zh-CN" altLang="en-US" sz="2000" b="1" dirty="0">
                <a:solidFill>
                  <a:srgbClr val="FFFF00"/>
                </a:solidFill>
              </a:rPr>
              <a:t>参数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609468E-F883-1C34-80D2-4AA26154C24A}"/>
              </a:ext>
            </a:extLst>
          </p:cNvPr>
          <p:cNvSpPr txBox="1"/>
          <p:nvPr/>
        </p:nvSpPr>
        <p:spPr>
          <a:xfrm>
            <a:off x="5373816" y="1879670"/>
            <a:ext cx="2149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FF00"/>
                </a:solidFill>
              </a:rPr>
              <a:t>请求方法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D880333-4429-8B9F-AD13-2821C4501ADF}"/>
              </a:ext>
            </a:extLst>
          </p:cNvPr>
          <p:cNvSpPr txBox="1"/>
          <p:nvPr/>
        </p:nvSpPr>
        <p:spPr>
          <a:xfrm>
            <a:off x="5449304" y="2198191"/>
            <a:ext cx="11937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FF00"/>
                </a:solidFill>
              </a:rPr>
              <a:t>Post</a:t>
            </a:r>
            <a:endParaRPr lang="zh-CN" altLang="en-US" sz="3200" b="1" dirty="0">
              <a:solidFill>
                <a:srgbClr val="FFFF00"/>
              </a:solidFill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C19EFF52-11B3-C431-D440-705CB33B87DA}"/>
              </a:ext>
            </a:extLst>
          </p:cNvPr>
          <p:cNvGrpSpPr/>
          <p:nvPr/>
        </p:nvGrpSpPr>
        <p:grpSpPr>
          <a:xfrm>
            <a:off x="8121377" y="1612829"/>
            <a:ext cx="3859624" cy="4971078"/>
            <a:chOff x="1854200" y="957852"/>
            <a:chExt cx="8483600" cy="4922249"/>
          </a:xfrm>
          <a:effectLst>
            <a:outerShdw blurRad="254000" algn="ctr" rotWithShape="0">
              <a:srgbClr val="FFFFFF">
                <a:alpha val="70000"/>
              </a:srgbClr>
            </a:outerShdw>
          </a:effectLst>
        </p:grpSpPr>
        <p:sp>
          <p:nvSpPr>
            <p:cNvPr id="37" name="直角三角形 36">
              <a:extLst>
                <a:ext uri="{FF2B5EF4-FFF2-40B4-BE49-F238E27FC236}">
                  <a16:creationId xmlns:a16="http://schemas.microsoft.com/office/drawing/2014/main" id="{DF708BFA-8511-5B44-7A6D-0664942BC675}"/>
                </a:ext>
              </a:extLst>
            </p:cNvPr>
            <p:cNvSpPr/>
            <p:nvPr/>
          </p:nvSpPr>
          <p:spPr>
            <a:xfrm rot="5400000">
              <a:off x="1854200" y="977900"/>
              <a:ext cx="144780" cy="144780"/>
            </a:xfrm>
            <a:prstGeom prst="rtTriangle">
              <a:avLst/>
            </a:prstGeom>
            <a:noFill/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903DF988-B1CD-02BF-819D-B27959FAA49A}"/>
                </a:ext>
              </a:extLst>
            </p:cNvPr>
            <p:cNvSpPr/>
            <p:nvPr/>
          </p:nvSpPr>
          <p:spPr>
            <a:xfrm>
              <a:off x="1874064" y="957852"/>
              <a:ext cx="8463736" cy="4922249"/>
            </a:xfrm>
            <a:custGeom>
              <a:avLst/>
              <a:gdLst>
                <a:gd name="connsiteX0" fmla="*/ 240502 w 8483600"/>
                <a:gd name="connsiteY0" fmla="*/ 0 h 4902200"/>
                <a:gd name="connsiteX1" fmla="*/ 3708375 w 8483600"/>
                <a:gd name="connsiteY1" fmla="*/ 0 h 4902200"/>
                <a:gd name="connsiteX2" fmla="*/ 3759729 w 8483600"/>
                <a:gd name="connsiteY2" fmla="*/ 56516 h 4902200"/>
                <a:gd name="connsiteX3" fmla="*/ 4723873 w 8483600"/>
                <a:gd name="connsiteY3" fmla="*/ 56516 h 4902200"/>
                <a:gd name="connsiteX4" fmla="*/ 4775228 w 8483600"/>
                <a:gd name="connsiteY4" fmla="*/ 0 h 4902200"/>
                <a:gd name="connsiteX5" fmla="*/ 8243098 w 8483600"/>
                <a:gd name="connsiteY5" fmla="*/ 0 h 4902200"/>
                <a:gd name="connsiteX6" fmla="*/ 8483600 w 8483600"/>
                <a:gd name="connsiteY6" fmla="*/ 240502 h 4902200"/>
                <a:gd name="connsiteX7" fmla="*/ 8483600 w 8483600"/>
                <a:gd name="connsiteY7" fmla="*/ 2864087 h 4902200"/>
                <a:gd name="connsiteX8" fmla="*/ 8370316 w 8483600"/>
                <a:gd name="connsiteY8" fmla="*/ 2890519 h 4902200"/>
                <a:gd name="connsiteX9" fmla="*/ 8370316 w 8483600"/>
                <a:gd name="connsiteY9" fmla="*/ 3660141 h 4902200"/>
                <a:gd name="connsiteX10" fmla="*/ 8483600 w 8483600"/>
                <a:gd name="connsiteY10" fmla="*/ 3686574 h 4902200"/>
                <a:gd name="connsiteX11" fmla="*/ 8483600 w 8483600"/>
                <a:gd name="connsiteY11" fmla="*/ 4902200 h 4902200"/>
                <a:gd name="connsiteX12" fmla="*/ 5032306 w 8483600"/>
                <a:gd name="connsiteY12" fmla="*/ 4902200 h 4902200"/>
                <a:gd name="connsiteX13" fmla="*/ 4789076 w 8483600"/>
                <a:gd name="connsiteY13" fmla="*/ 4658970 h 4902200"/>
                <a:gd name="connsiteX14" fmla="*/ 3694527 w 8483600"/>
                <a:gd name="connsiteY14" fmla="*/ 4658970 h 4902200"/>
                <a:gd name="connsiteX15" fmla="*/ 3451297 w 8483600"/>
                <a:gd name="connsiteY15" fmla="*/ 4902200 h 4902200"/>
                <a:gd name="connsiteX16" fmla="*/ 0 w 8483600"/>
                <a:gd name="connsiteY16" fmla="*/ 4902200 h 4902200"/>
                <a:gd name="connsiteX17" fmla="*/ 0 w 8483600"/>
                <a:gd name="connsiteY17" fmla="*/ 2147334 h 4902200"/>
                <a:gd name="connsiteX18" fmla="*/ 113284 w 8483600"/>
                <a:gd name="connsiteY18" fmla="*/ 2120901 h 4902200"/>
                <a:gd name="connsiteX19" fmla="*/ 113284 w 8483600"/>
                <a:gd name="connsiteY19" fmla="*/ 1351279 h 4902200"/>
                <a:gd name="connsiteX20" fmla="*/ 0 w 8483600"/>
                <a:gd name="connsiteY20" fmla="*/ 1324847 h 4902200"/>
                <a:gd name="connsiteX21" fmla="*/ 0 w 8483600"/>
                <a:gd name="connsiteY21" fmla="*/ 240502 h 490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483600" h="4902200">
                  <a:moveTo>
                    <a:pt x="240502" y="0"/>
                  </a:moveTo>
                  <a:lnTo>
                    <a:pt x="3708375" y="0"/>
                  </a:lnTo>
                  <a:lnTo>
                    <a:pt x="3759729" y="56516"/>
                  </a:lnTo>
                  <a:lnTo>
                    <a:pt x="4723873" y="56516"/>
                  </a:lnTo>
                  <a:lnTo>
                    <a:pt x="4775228" y="0"/>
                  </a:lnTo>
                  <a:lnTo>
                    <a:pt x="8243098" y="0"/>
                  </a:lnTo>
                  <a:lnTo>
                    <a:pt x="8483600" y="240502"/>
                  </a:lnTo>
                  <a:lnTo>
                    <a:pt x="8483600" y="2864087"/>
                  </a:lnTo>
                  <a:lnTo>
                    <a:pt x="8370316" y="2890519"/>
                  </a:lnTo>
                  <a:lnTo>
                    <a:pt x="8370316" y="3660141"/>
                  </a:lnTo>
                  <a:lnTo>
                    <a:pt x="8483600" y="3686574"/>
                  </a:lnTo>
                  <a:lnTo>
                    <a:pt x="8483600" y="4902200"/>
                  </a:lnTo>
                  <a:lnTo>
                    <a:pt x="5032306" y="4902200"/>
                  </a:lnTo>
                  <a:lnTo>
                    <a:pt x="4789076" y="4658970"/>
                  </a:lnTo>
                  <a:lnTo>
                    <a:pt x="3694527" y="4658970"/>
                  </a:lnTo>
                  <a:lnTo>
                    <a:pt x="3451297" y="4902200"/>
                  </a:lnTo>
                  <a:lnTo>
                    <a:pt x="0" y="4902200"/>
                  </a:lnTo>
                  <a:lnTo>
                    <a:pt x="0" y="2147334"/>
                  </a:lnTo>
                  <a:lnTo>
                    <a:pt x="113284" y="2120901"/>
                  </a:lnTo>
                  <a:lnTo>
                    <a:pt x="113284" y="1351279"/>
                  </a:lnTo>
                  <a:lnTo>
                    <a:pt x="0" y="1324847"/>
                  </a:lnTo>
                  <a:lnTo>
                    <a:pt x="0" y="24050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6FFFF">
                    <a:alpha val="50000"/>
                  </a:srgbClr>
                </a:gs>
                <a:gs pos="48000">
                  <a:srgbClr val="FFFFFF">
                    <a:alpha val="10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44" name="直角三角形 43">
              <a:extLst>
                <a:ext uri="{FF2B5EF4-FFF2-40B4-BE49-F238E27FC236}">
                  <a16:creationId xmlns:a16="http://schemas.microsoft.com/office/drawing/2014/main" id="{CCDF9592-7DD9-ADF5-C1ED-060A11BA413C}"/>
                </a:ext>
              </a:extLst>
            </p:cNvPr>
            <p:cNvSpPr/>
            <p:nvPr/>
          </p:nvSpPr>
          <p:spPr>
            <a:xfrm rot="16200000" flipH="1">
              <a:off x="10193020" y="977900"/>
              <a:ext cx="144780" cy="144780"/>
            </a:xfrm>
            <a:prstGeom prst="rtTriangle">
              <a:avLst/>
            </a:prstGeom>
            <a:noFill/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47" name="梯形 46">
              <a:extLst>
                <a:ext uri="{FF2B5EF4-FFF2-40B4-BE49-F238E27FC236}">
                  <a16:creationId xmlns:a16="http://schemas.microsoft.com/office/drawing/2014/main" id="{BBDDB9D4-1D71-6FB1-85FE-63A9BA3D4FCB}"/>
                </a:ext>
              </a:extLst>
            </p:cNvPr>
            <p:cNvSpPr/>
            <p:nvPr/>
          </p:nvSpPr>
          <p:spPr>
            <a:xfrm rot="5400000">
              <a:off x="1521775" y="2680020"/>
              <a:ext cx="732790" cy="67940"/>
            </a:xfrm>
            <a:prstGeom prst="trapezoid">
              <a:avLst>
                <a:gd name="adj" fmla="val 23332"/>
              </a:avLst>
            </a:pr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50" name="梯形 49">
              <a:extLst>
                <a:ext uri="{FF2B5EF4-FFF2-40B4-BE49-F238E27FC236}">
                  <a16:creationId xmlns:a16="http://schemas.microsoft.com/office/drawing/2014/main" id="{F15DBE18-C51B-25D8-B45F-A6189B9D8E74}"/>
                </a:ext>
              </a:extLst>
            </p:cNvPr>
            <p:cNvSpPr/>
            <p:nvPr/>
          </p:nvSpPr>
          <p:spPr>
            <a:xfrm rot="16200000" flipH="1">
              <a:off x="9937435" y="4217548"/>
              <a:ext cx="732790" cy="67940"/>
            </a:xfrm>
            <a:prstGeom prst="trapezoid">
              <a:avLst>
                <a:gd name="adj" fmla="val 23332"/>
              </a:avLst>
            </a:pr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68" name="任意多边形: 形状 67">
              <a:extLst>
                <a:ext uri="{FF2B5EF4-FFF2-40B4-BE49-F238E27FC236}">
                  <a16:creationId xmlns:a16="http://schemas.microsoft.com/office/drawing/2014/main" id="{CC67D975-ED08-EDF0-4BD7-7E21FC7216F3}"/>
                </a:ext>
              </a:extLst>
            </p:cNvPr>
            <p:cNvSpPr/>
            <p:nvPr/>
          </p:nvSpPr>
          <p:spPr>
            <a:xfrm>
              <a:off x="5374007" y="5716560"/>
              <a:ext cx="1443987" cy="163540"/>
            </a:xfrm>
            <a:custGeom>
              <a:avLst/>
              <a:gdLst>
                <a:gd name="connsiteX0" fmla="*/ 188346 w 1443988"/>
                <a:gd name="connsiteY0" fmla="*/ 0 h 199390"/>
                <a:gd name="connsiteX1" fmla="*/ 1255642 w 1443988"/>
                <a:gd name="connsiteY1" fmla="*/ 0 h 199390"/>
                <a:gd name="connsiteX2" fmla="*/ 1443988 w 1443988"/>
                <a:gd name="connsiteY2" fmla="*/ 199390 h 199390"/>
                <a:gd name="connsiteX3" fmla="*/ 1397375 w 1443988"/>
                <a:gd name="connsiteY3" fmla="*/ 199390 h 199390"/>
                <a:gd name="connsiteX4" fmla="*/ 1232782 w 1443988"/>
                <a:gd name="connsiteY4" fmla="*/ 25146 h 199390"/>
                <a:gd name="connsiteX5" fmla="*/ 211206 w 1443988"/>
                <a:gd name="connsiteY5" fmla="*/ 25146 h 199390"/>
                <a:gd name="connsiteX6" fmla="*/ 46613 w 1443988"/>
                <a:gd name="connsiteY6" fmla="*/ 199390 h 199390"/>
                <a:gd name="connsiteX7" fmla="*/ 0 w 1443988"/>
                <a:gd name="connsiteY7" fmla="*/ 199390 h 199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988" h="199390">
                  <a:moveTo>
                    <a:pt x="188346" y="0"/>
                  </a:moveTo>
                  <a:lnTo>
                    <a:pt x="1255642" y="0"/>
                  </a:lnTo>
                  <a:lnTo>
                    <a:pt x="1443988" y="199390"/>
                  </a:lnTo>
                  <a:lnTo>
                    <a:pt x="1397375" y="199390"/>
                  </a:lnTo>
                  <a:lnTo>
                    <a:pt x="1232782" y="25146"/>
                  </a:lnTo>
                  <a:lnTo>
                    <a:pt x="211206" y="25146"/>
                  </a:lnTo>
                  <a:lnTo>
                    <a:pt x="46613" y="199390"/>
                  </a:lnTo>
                  <a:lnTo>
                    <a:pt x="0" y="199390"/>
                  </a:lnTo>
                  <a:close/>
                </a:path>
              </a:pathLst>
            </a:cu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69" name="梯形 68">
              <a:extLst>
                <a:ext uri="{FF2B5EF4-FFF2-40B4-BE49-F238E27FC236}">
                  <a16:creationId xmlns:a16="http://schemas.microsoft.com/office/drawing/2014/main" id="{1154D706-9266-9833-3670-F0F9D953AA7B}"/>
                </a:ext>
              </a:extLst>
            </p:cNvPr>
            <p:cNvSpPr/>
            <p:nvPr/>
          </p:nvSpPr>
          <p:spPr>
            <a:xfrm>
              <a:off x="5505451" y="5795378"/>
              <a:ext cx="1181097" cy="84722"/>
            </a:xfrm>
            <a:prstGeom prst="trapezoid">
              <a:avLst>
                <a:gd name="adj" fmla="val 90868"/>
              </a:avLst>
            </a:prstGeom>
            <a:noFill/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70" name="半闭框 69">
              <a:extLst>
                <a:ext uri="{FF2B5EF4-FFF2-40B4-BE49-F238E27FC236}">
                  <a16:creationId xmlns:a16="http://schemas.microsoft.com/office/drawing/2014/main" id="{DD750F1A-5A9D-51FC-F895-F193624FF923}"/>
                </a:ext>
              </a:extLst>
            </p:cNvPr>
            <p:cNvSpPr/>
            <p:nvPr/>
          </p:nvSpPr>
          <p:spPr>
            <a:xfrm rot="16200000">
              <a:off x="1854200" y="5509261"/>
              <a:ext cx="370840" cy="370840"/>
            </a:xfrm>
            <a:prstGeom prst="halfFrame">
              <a:avLst>
                <a:gd name="adj1" fmla="val 12801"/>
                <a:gd name="adj2" fmla="val 12134"/>
              </a:avLst>
            </a:pr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71" name="半闭框 70">
              <a:extLst>
                <a:ext uri="{FF2B5EF4-FFF2-40B4-BE49-F238E27FC236}">
                  <a16:creationId xmlns:a16="http://schemas.microsoft.com/office/drawing/2014/main" id="{B1A381EE-5B5F-B094-2827-0A1A042C52FA}"/>
                </a:ext>
              </a:extLst>
            </p:cNvPr>
            <p:cNvSpPr/>
            <p:nvPr/>
          </p:nvSpPr>
          <p:spPr>
            <a:xfrm rot="5400000" flipH="1">
              <a:off x="9966960" y="5509261"/>
              <a:ext cx="370840" cy="370840"/>
            </a:xfrm>
            <a:prstGeom prst="halfFrame">
              <a:avLst>
                <a:gd name="adj1" fmla="val 12801"/>
                <a:gd name="adj2" fmla="val 12134"/>
              </a:avLst>
            </a:pr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</p:grpSp>
      <p:sp>
        <p:nvSpPr>
          <p:cNvPr id="72" name="矩形 71">
            <a:extLst>
              <a:ext uri="{FF2B5EF4-FFF2-40B4-BE49-F238E27FC236}">
                <a16:creationId xmlns:a16="http://schemas.microsoft.com/office/drawing/2014/main" id="{D77BB2EC-7DCD-9841-DADA-3414708C3C1A}"/>
              </a:ext>
            </a:extLst>
          </p:cNvPr>
          <p:cNvSpPr/>
          <p:nvPr/>
        </p:nvSpPr>
        <p:spPr>
          <a:xfrm>
            <a:off x="3590341" y="2478731"/>
            <a:ext cx="377748" cy="143686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2ABC2E04-9341-AD8F-7B36-89BB2A42E723}"/>
              </a:ext>
            </a:extLst>
          </p:cNvPr>
          <p:cNvSpPr/>
          <p:nvPr/>
        </p:nvSpPr>
        <p:spPr bwMode="auto">
          <a:xfrm rot="20791716" flipV="1">
            <a:off x="3718375" y="2021846"/>
            <a:ext cx="1437505" cy="755006"/>
          </a:xfrm>
          <a:custGeom>
            <a:avLst/>
            <a:gdLst>
              <a:gd name="connsiteX0" fmla="*/ 0 w 2385058"/>
              <a:gd name="connsiteY0" fmla="*/ 3779520 h 3779520"/>
              <a:gd name="connsiteX1" fmla="*/ 1851658 w 2385058"/>
              <a:gd name="connsiteY1" fmla="*/ 2293620 h 3779520"/>
              <a:gd name="connsiteX2" fmla="*/ 1851658 w 2385058"/>
              <a:gd name="connsiteY2" fmla="*/ 2560320 h 3779520"/>
              <a:gd name="connsiteX3" fmla="*/ 2385058 w 2385058"/>
              <a:gd name="connsiteY3" fmla="*/ 1889760 h 3779520"/>
              <a:gd name="connsiteX4" fmla="*/ 1851658 w 2385058"/>
              <a:gd name="connsiteY4" fmla="*/ 1219200 h 3779520"/>
              <a:gd name="connsiteX5" fmla="*/ 1851658 w 2385058"/>
              <a:gd name="connsiteY5" fmla="*/ 1485900 h 3779520"/>
              <a:gd name="connsiteX6" fmla="*/ 0 w 2385058"/>
              <a:gd name="connsiteY6" fmla="*/ 0 h 3779520"/>
              <a:gd name="connsiteX7" fmla="*/ 0 w 2385058"/>
              <a:gd name="connsiteY7" fmla="*/ 1889760 h 3779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85058" h="3779520">
                <a:moveTo>
                  <a:pt x="0" y="3779520"/>
                </a:moveTo>
                <a:cubicBezTo>
                  <a:pt x="495300" y="2994660"/>
                  <a:pt x="929640" y="2369820"/>
                  <a:pt x="1851658" y="2293620"/>
                </a:cubicBezTo>
                <a:lnTo>
                  <a:pt x="1851658" y="2560320"/>
                </a:lnTo>
                <a:lnTo>
                  <a:pt x="2385058" y="1889760"/>
                </a:lnTo>
                <a:lnTo>
                  <a:pt x="1851658" y="1219200"/>
                </a:lnTo>
                <a:lnTo>
                  <a:pt x="1851658" y="1485900"/>
                </a:lnTo>
                <a:cubicBezTo>
                  <a:pt x="929640" y="1409700"/>
                  <a:pt x="495300" y="784860"/>
                  <a:pt x="0" y="0"/>
                </a:cubicBezTo>
                <a:lnTo>
                  <a:pt x="0" y="1889760"/>
                </a:lnTo>
                <a:close/>
              </a:path>
            </a:pathLst>
          </a:custGeom>
          <a:gradFill flip="none" rotWithShape="1">
            <a:gsLst>
              <a:gs pos="53000">
                <a:srgbClr val="21C989">
                  <a:alpha val="39000"/>
                </a:srgbClr>
              </a:gs>
              <a:gs pos="4000">
                <a:srgbClr val="21C93D">
                  <a:alpha val="0"/>
                </a:srgbClr>
              </a:gs>
              <a:gs pos="100000">
                <a:srgbClr val="21C989">
                  <a:alpha val="48000"/>
                </a:srgbClr>
              </a:gs>
            </a:gsLst>
            <a:lin ang="0" scaled="1"/>
            <a:tileRect/>
          </a:gradFill>
          <a:ln w="9525">
            <a:gradFill flip="none" rotWithShape="1">
              <a:gsLst>
                <a:gs pos="14000">
                  <a:srgbClr val="FFFFFF">
                    <a:alpha val="0"/>
                  </a:srgbClr>
                </a:gs>
                <a:gs pos="36000">
                  <a:schemeClr val="accent4">
                    <a:lumMod val="75000"/>
                    <a:alpha val="50000"/>
                  </a:schemeClr>
                </a:gs>
                <a:gs pos="52000">
                  <a:schemeClr val="accent4">
                    <a:lumMod val="20000"/>
                    <a:lumOff val="80000"/>
                  </a:schemeClr>
                </a:gs>
                <a:gs pos="69000">
                  <a:schemeClr val="accent4">
                    <a:lumMod val="75000"/>
                    <a:alpha val="50000"/>
                  </a:schemeClr>
                </a:gs>
                <a:gs pos="85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6B7E05D0-96DD-B440-795F-DF168D55DCFD}"/>
              </a:ext>
            </a:extLst>
          </p:cNvPr>
          <p:cNvSpPr/>
          <p:nvPr/>
        </p:nvSpPr>
        <p:spPr bwMode="auto">
          <a:xfrm flipV="1">
            <a:off x="6745620" y="1904993"/>
            <a:ext cx="1285365" cy="4233681"/>
          </a:xfrm>
          <a:custGeom>
            <a:avLst/>
            <a:gdLst>
              <a:gd name="connsiteX0" fmla="*/ 0 w 2385058"/>
              <a:gd name="connsiteY0" fmla="*/ 3779520 h 3779520"/>
              <a:gd name="connsiteX1" fmla="*/ 1851658 w 2385058"/>
              <a:gd name="connsiteY1" fmla="*/ 2293620 h 3779520"/>
              <a:gd name="connsiteX2" fmla="*/ 1851658 w 2385058"/>
              <a:gd name="connsiteY2" fmla="*/ 2560320 h 3779520"/>
              <a:gd name="connsiteX3" fmla="*/ 2385058 w 2385058"/>
              <a:gd name="connsiteY3" fmla="*/ 1889760 h 3779520"/>
              <a:gd name="connsiteX4" fmla="*/ 1851658 w 2385058"/>
              <a:gd name="connsiteY4" fmla="*/ 1219200 h 3779520"/>
              <a:gd name="connsiteX5" fmla="*/ 1851658 w 2385058"/>
              <a:gd name="connsiteY5" fmla="*/ 1485900 h 3779520"/>
              <a:gd name="connsiteX6" fmla="*/ 0 w 2385058"/>
              <a:gd name="connsiteY6" fmla="*/ 0 h 3779520"/>
              <a:gd name="connsiteX7" fmla="*/ 0 w 2385058"/>
              <a:gd name="connsiteY7" fmla="*/ 1889760 h 3779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85058" h="3779520">
                <a:moveTo>
                  <a:pt x="0" y="3779520"/>
                </a:moveTo>
                <a:cubicBezTo>
                  <a:pt x="495300" y="2994660"/>
                  <a:pt x="929640" y="2369820"/>
                  <a:pt x="1851658" y="2293620"/>
                </a:cubicBezTo>
                <a:lnTo>
                  <a:pt x="1851658" y="2560320"/>
                </a:lnTo>
                <a:lnTo>
                  <a:pt x="2385058" y="1889760"/>
                </a:lnTo>
                <a:lnTo>
                  <a:pt x="1851658" y="1219200"/>
                </a:lnTo>
                <a:lnTo>
                  <a:pt x="1851658" y="1485900"/>
                </a:lnTo>
                <a:cubicBezTo>
                  <a:pt x="929640" y="1409700"/>
                  <a:pt x="495300" y="784860"/>
                  <a:pt x="0" y="0"/>
                </a:cubicBezTo>
                <a:lnTo>
                  <a:pt x="0" y="1889760"/>
                </a:lnTo>
                <a:close/>
              </a:path>
            </a:pathLst>
          </a:custGeom>
          <a:gradFill flip="none" rotWithShape="1">
            <a:gsLst>
              <a:gs pos="53000">
                <a:srgbClr val="21C989">
                  <a:alpha val="39000"/>
                </a:srgbClr>
              </a:gs>
              <a:gs pos="4000">
                <a:srgbClr val="21C93D">
                  <a:alpha val="0"/>
                </a:srgbClr>
              </a:gs>
              <a:gs pos="100000">
                <a:srgbClr val="21C989">
                  <a:alpha val="48000"/>
                </a:srgbClr>
              </a:gs>
            </a:gsLst>
            <a:lin ang="0" scaled="1"/>
            <a:tileRect/>
          </a:gradFill>
          <a:ln w="9525">
            <a:gradFill flip="none" rotWithShape="1">
              <a:gsLst>
                <a:gs pos="14000">
                  <a:srgbClr val="FFFFFF">
                    <a:alpha val="0"/>
                  </a:srgbClr>
                </a:gs>
                <a:gs pos="36000">
                  <a:schemeClr val="accent4">
                    <a:lumMod val="75000"/>
                    <a:alpha val="50000"/>
                  </a:schemeClr>
                </a:gs>
                <a:gs pos="52000">
                  <a:schemeClr val="accent4">
                    <a:lumMod val="20000"/>
                    <a:lumOff val="80000"/>
                  </a:schemeClr>
                </a:gs>
                <a:gs pos="69000">
                  <a:schemeClr val="accent4">
                    <a:lumMod val="75000"/>
                    <a:alpha val="50000"/>
                  </a:schemeClr>
                </a:gs>
                <a:gs pos="85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B6DEC701-892F-CE84-72DA-BF3E502088F3}"/>
              </a:ext>
            </a:extLst>
          </p:cNvPr>
          <p:cNvSpPr/>
          <p:nvPr/>
        </p:nvSpPr>
        <p:spPr>
          <a:xfrm>
            <a:off x="8663766" y="2399349"/>
            <a:ext cx="739023" cy="28248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梯形 100">
            <a:extLst>
              <a:ext uri="{FF2B5EF4-FFF2-40B4-BE49-F238E27FC236}">
                <a16:creationId xmlns:a16="http://schemas.microsoft.com/office/drawing/2014/main" id="{ADA5164D-71B7-A5B7-CFCC-72F296853693}"/>
              </a:ext>
            </a:extLst>
          </p:cNvPr>
          <p:cNvSpPr/>
          <p:nvPr/>
        </p:nvSpPr>
        <p:spPr>
          <a:xfrm rot="16200000">
            <a:off x="9329568" y="2408519"/>
            <a:ext cx="484444" cy="319928"/>
          </a:xfrm>
          <a:prstGeom prst="trapezoid">
            <a:avLst>
              <a:gd name="adj" fmla="val 47171"/>
            </a:avLst>
          </a:prstGeom>
          <a:gradFill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>
            <a:gradFill>
              <a:gsLst>
                <a:gs pos="0">
                  <a:srgbClr val="00FF00"/>
                </a:gs>
                <a:gs pos="100000">
                  <a:srgbClr val="64DE50">
                    <a:alpha val="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70B52EB4-42E4-8996-C8C3-E4A7A81F0624}"/>
              </a:ext>
            </a:extLst>
          </p:cNvPr>
          <p:cNvSpPr txBox="1"/>
          <p:nvPr/>
        </p:nvSpPr>
        <p:spPr>
          <a:xfrm>
            <a:off x="9615864" y="2287485"/>
            <a:ext cx="35467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spc="100" dirty="0">
                <a:solidFill>
                  <a:schemeClr val="accent1"/>
                </a:solidFill>
                <a:effectLst>
                  <a:glow rad="127000">
                    <a:schemeClr val="accent1">
                      <a:alpha val="38000"/>
                    </a:schemeClr>
                  </a:glo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</a:rPr>
              <a:t>数据插入成功</a:t>
            </a:r>
            <a:endParaRPr lang="zh-CN" altLang="en-US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082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/>
      <p:bldP spid="31" grpId="0"/>
      <p:bldP spid="32" grpId="0"/>
      <p:bldP spid="34" grpId="0"/>
      <p:bldP spid="72" grpId="0" animBg="1"/>
      <p:bldP spid="73" grpId="0" animBg="1"/>
      <p:bldP spid="93" grpId="0" animBg="1"/>
      <p:bldP spid="100" grpId="0" animBg="1"/>
      <p:bldP spid="101" grpId="0" animBg="1"/>
      <p:bldP spid="10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D86B3-7377-8800-63F8-3CDEDE2DC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3">
            <a:extLst>
              <a:ext uri="{FF2B5EF4-FFF2-40B4-BE49-F238E27FC236}">
                <a16:creationId xmlns:a16="http://schemas.microsoft.com/office/drawing/2014/main" id="{8545FE24-C360-44D8-834B-34F30E000B64}"/>
              </a:ext>
            </a:extLst>
          </p:cNvPr>
          <p:cNvSpPr/>
          <p:nvPr/>
        </p:nvSpPr>
        <p:spPr>
          <a:xfrm>
            <a:off x="-56322" y="-56152"/>
            <a:ext cx="12304644" cy="964096"/>
          </a:xfrm>
          <a:custGeom>
            <a:avLst/>
            <a:gdLst>
              <a:gd name="connsiteX0" fmla="*/ 77249 w 12304644"/>
              <a:gd name="connsiteY0" fmla="*/ 636105 h 964096"/>
              <a:gd name="connsiteX1" fmla="*/ 538633 w 12304644"/>
              <a:gd name="connsiteY1" fmla="*/ 636105 h 964096"/>
              <a:gd name="connsiteX2" fmla="*/ 618547 w 12304644"/>
              <a:gd name="connsiteY2" fmla="*/ 671456 h 964096"/>
              <a:gd name="connsiteX3" fmla="*/ 852445 w 12304644"/>
              <a:gd name="connsiteY3" fmla="*/ 928745 h 964096"/>
              <a:gd name="connsiteX4" fmla="*/ 932359 w 12304644"/>
              <a:gd name="connsiteY4" fmla="*/ 964096 h 964096"/>
              <a:gd name="connsiteX5" fmla="*/ 11336540 w 12304644"/>
              <a:gd name="connsiteY5" fmla="*/ 964096 h 964096"/>
              <a:gd name="connsiteX6" fmla="*/ 11411724 w 12304644"/>
              <a:gd name="connsiteY6" fmla="*/ 933629 h 964096"/>
              <a:gd name="connsiteX7" fmla="*/ 11676877 w 12304644"/>
              <a:gd name="connsiteY7" fmla="*/ 676511 h 964096"/>
              <a:gd name="connsiteX8" fmla="*/ 11752061 w 12304644"/>
              <a:gd name="connsiteY8" fmla="*/ 646044 h 964096"/>
              <a:gd name="connsiteX9" fmla="*/ 12196644 w 12304644"/>
              <a:gd name="connsiteY9" fmla="*/ 646044 h 964096"/>
              <a:gd name="connsiteX10" fmla="*/ 12304644 w 12304644"/>
              <a:gd name="connsiteY10" fmla="*/ 538044 h 964096"/>
              <a:gd name="connsiteX11" fmla="*/ 12304644 w 12304644"/>
              <a:gd name="connsiteY11" fmla="*/ 108000 h 964096"/>
              <a:gd name="connsiteX12" fmla="*/ 12196644 w 12304644"/>
              <a:gd name="connsiteY12" fmla="*/ 0 h 964096"/>
              <a:gd name="connsiteX13" fmla="*/ 108000 w 12304644"/>
              <a:gd name="connsiteY13" fmla="*/ 0 h 964096"/>
              <a:gd name="connsiteX14" fmla="*/ 0 w 12304644"/>
              <a:gd name="connsiteY14" fmla="*/ 108000 h 964096"/>
              <a:gd name="connsiteX15" fmla="*/ 0 w 12304644"/>
              <a:gd name="connsiteY15" fmla="*/ 532498 h 964096"/>
              <a:gd name="connsiteX16" fmla="*/ 92727 w 12304644"/>
              <a:gd name="connsiteY16" fmla="*/ 639412 h 964096"/>
              <a:gd name="connsiteX17" fmla="*/ 61976 w 12304644"/>
              <a:gd name="connsiteY17" fmla="*/ 635020 h 964096"/>
              <a:gd name="connsiteX18" fmla="*/ 77249 w 12304644"/>
              <a:gd name="connsiteY18" fmla="*/ 636105 h 96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304644" h="964096">
                <a:moveTo>
                  <a:pt x="77249" y="636105"/>
                </a:moveTo>
                <a:lnTo>
                  <a:pt x="538633" y="636105"/>
                </a:lnTo>
                <a:cubicBezTo>
                  <a:pt x="569066" y="636105"/>
                  <a:pt x="598075" y="648938"/>
                  <a:pt x="618547" y="671456"/>
                </a:cubicBezTo>
                <a:lnTo>
                  <a:pt x="852445" y="928745"/>
                </a:lnTo>
                <a:cubicBezTo>
                  <a:pt x="872917" y="951264"/>
                  <a:pt x="901926" y="964096"/>
                  <a:pt x="932359" y="964096"/>
                </a:cubicBezTo>
                <a:lnTo>
                  <a:pt x="11336540" y="964096"/>
                </a:lnTo>
                <a:cubicBezTo>
                  <a:pt x="11364594" y="964096"/>
                  <a:pt x="11391584" y="953158"/>
                  <a:pt x="11411724" y="933629"/>
                </a:cubicBezTo>
                <a:lnTo>
                  <a:pt x="11676877" y="676511"/>
                </a:lnTo>
                <a:cubicBezTo>
                  <a:pt x="11697017" y="656982"/>
                  <a:pt x="11724008" y="646044"/>
                  <a:pt x="11752061" y="646044"/>
                </a:cubicBezTo>
                <a:lnTo>
                  <a:pt x="12196644" y="646044"/>
                </a:lnTo>
                <a:cubicBezTo>
                  <a:pt x="12256260" y="646044"/>
                  <a:pt x="12304644" y="597660"/>
                  <a:pt x="12304644" y="538044"/>
                </a:cubicBezTo>
                <a:lnTo>
                  <a:pt x="12304644" y="108000"/>
                </a:lnTo>
                <a:cubicBezTo>
                  <a:pt x="12304644" y="48384"/>
                  <a:pt x="12256260" y="0"/>
                  <a:pt x="12196644" y="0"/>
                </a:cubicBezTo>
                <a:lnTo>
                  <a:pt x="108000" y="0"/>
                </a:lnTo>
                <a:cubicBezTo>
                  <a:pt x="48384" y="0"/>
                  <a:pt x="0" y="48384"/>
                  <a:pt x="0" y="108000"/>
                </a:cubicBezTo>
                <a:lnTo>
                  <a:pt x="0" y="532498"/>
                </a:lnTo>
                <a:cubicBezTo>
                  <a:pt x="0" y="586263"/>
                  <a:pt x="39502" y="631809"/>
                  <a:pt x="92727" y="639412"/>
                </a:cubicBezTo>
                <a:lnTo>
                  <a:pt x="61976" y="635020"/>
                </a:lnTo>
                <a:cubicBezTo>
                  <a:pt x="67036" y="635742"/>
                  <a:pt x="72138" y="636105"/>
                  <a:pt x="77249" y="636105"/>
                </a:cubicBezTo>
              </a:path>
            </a:pathLst>
          </a:custGeom>
          <a:solidFill>
            <a:srgbClr val="082C06"/>
          </a:solidFill>
          <a:ln w="6350">
            <a:gradFill>
              <a:gsLst>
                <a:gs pos="51300">
                  <a:schemeClr val="accent2">
                    <a:lumMod val="40000"/>
                    <a:lumOff val="60000"/>
                  </a:schemeClr>
                </a:gs>
                <a:gs pos="5000">
                  <a:schemeClr val="accent2">
                    <a:lumMod val="60000"/>
                    <a:lumOff val="40000"/>
                    <a:alpha val="10000"/>
                  </a:schemeClr>
                </a:gs>
                <a:gs pos="98000">
                  <a:schemeClr val="accent2">
                    <a:lumMod val="60000"/>
                    <a:lumOff val="40000"/>
                    <a:alpha val="10000"/>
                  </a:schemeClr>
                </a:gs>
              </a:gsLst>
              <a:lin ang="0" scaled="0"/>
            </a:gradFill>
          </a:ln>
          <a:effectLst>
            <a:glow rad="63500">
              <a:schemeClr val="accent2">
                <a:alpha val="2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 2.0 95 ExtraBold"/>
              <a:cs typeface="+mn-cs"/>
            </a:endParaRPr>
          </a:p>
        </p:txBody>
      </p:sp>
      <p:grpSp>
        <p:nvGrpSpPr>
          <p:cNvPr id="12" name="Group 451">
            <a:extLst>
              <a:ext uri="{FF2B5EF4-FFF2-40B4-BE49-F238E27FC236}">
                <a16:creationId xmlns:a16="http://schemas.microsoft.com/office/drawing/2014/main" id="{D2430936-CCF3-F4FD-05CF-E889DC677FC0}"/>
              </a:ext>
            </a:extLst>
          </p:cNvPr>
          <p:cNvGrpSpPr/>
          <p:nvPr/>
        </p:nvGrpSpPr>
        <p:grpSpPr>
          <a:xfrm>
            <a:off x="277775" y="435924"/>
            <a:ext cx="11812602" cy="611726"/>
            <a:chOff x="172697" y="150371"/>
            <a:chExt cx="11812602" cy="611726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F3406747-13FA-0083-096F-CFFBFAC1A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4222" y="570263"/>
              <a:ext cx="4823557" cy="191834"/>
            </a:xfrm>
            <a:prstGeom prst="rect">
              <a:avLst/>
            </a:prstGeom>
          </p:spPr>
        </p:pic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3849C973-1D8F-99A1-4ECE-416B9D0FFE83}"/>
                </a:ext>
              </a:extLst>
            </p:cNvPr>
            <p:cNvGrpSpPr/>
            <p:nvPr/>
          </p:nvGrpSpPr>
          <p:grpSpPr>
            <a:xfrm>
              <a:off x="11000250" y="336549"/>
              <a:ext cx="522884" cy="268334"/>
              <a:chOff x="11000250" y="273049"/>
              <a:chExt cx="522884" cy="268334"/>
            </a:xfrm>
          </p:grpSpPr>
          <p:sp>
            <p:nvSpPr>
              <p:cNvPr id="56" name="平行四边形 55">
                <a:extLst>
                  <a:ext uri="{FF2B5EF4-FFF2-40B4-BE49-F238E27FC236}">
                    <a16:creationId xmlns:a16="http://schemas.microsoft.com/office/drawing/2014/main" id="{675BCF7C-496B-2664-59D4-F37C7245E73A}"/>
                  </a:ext>
                </a:extLst>
              </p:cNvPr>
              <p:cNvSpPr/>
              <p:nvPr/>
            </p:nvSpPr>
            <p:spPr>
              <a:xfrm>
                <a:off x="11160124" y="273050"/>
                <a:ext cx="363010" cy="268333"/>
              </a:xfrm>
              <a:prstGeom prst="parallelogram">
                <a:avLst>
                  <a:gd name="adj" fmla="val 97129"/>
                </a:avLst>
              </a:prstGeom>
              <a:solidFill>
                <a:srgbClr val="1DAA16">
                  <a:alpha val="8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57" name="平行四边形 56">
                <a:extLst>
                  <a:ext uri="{FF2B5EF4-FFF2-40B4-BE49-F238E27FC236}">
                    <a16:creationId xmlns:a16="http://schemas.microsoft.com/office/drawing/2014/main" id="{05AE4380-3B40-A6F1-34D5-5F2E61B6172C}"/>
                  </a:ext>
                </a:extLst>
              </p:cNvPr>
              <p:cNvSpPr/>
              <p:nvPr/>
            </p:nvSpPr>
            <p:spPr>
              <a:xfrm>
                <a:off x="11000250" y="273049"/>
                <a:ext cx="363010" cy="268333"/>
              </a:xfrm>
              <a:prstGeom prst="parallelogram">
                <a:avLst>
                  <a:gd name="adj" fmla="val 97129"/>
                </a:avLst>
              </a:prstGeom>
              <a:solidFill>
                <a:srgbClr val="64DE50">
                  <a:alpha val="5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C1A03DCD-7A49-B81D-F341-2A15122C7F5C}"/>
                </a:ext>
              </a:extLst>
            </p:cNvPr>
            <p:cNvGrpSpPr/>
            <p:nvPr/>
          </p:nvGrpSpPr>
          <p:grpSpPr>
            <a:xfrm flipH="1">
              <a:off x="668866" y="336549"/>
              <a:ext cx="522884" cy="268334"/>
              <a:chOff x="11000250" y="273049"/>
              <a:chExt cx="522884" cy="268334"/>
            </a:xfrm>
          </p:grpSpPr>
          <p:sp>
            <p:nvSpPr>
              <p:cNvPr id="54" name="平行四边形 53">
                <a:extLst>
                  <a:ext uri="{FF2B5EF4-FFF2-40B4-BE49-F238E27FC236}">
                    <a16:creationId xmlns:a16="http://schemas.microsoft.com/office/drawing/2014/main" id="{44B6B879-95E6-FC67-7F13-531C26A59E84}"/>
                  </a:ext>
                </a:extLst>
              </p:cNvPr>
              <p:cNvSpPr/>
              <p:nvPr/>
            </p:nvSpPr>
            <p:spPr>
              <a:xfrm>
                <a:off x="11160124" y="273050"/>
                <a:ext cx="363010" cy="268333"/>
              </a:xfrm>
              <a:prstGeom prst="parallelogram">
                <a:avLst>
                  <a:gd name="adj" fmla="val 97129"/>
                </a:avLst>
              </a:prstGeom>
              <a:solidFill>
                <a:srgbClr val="1DAA16">
                  <a:alpha val="8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55" name="平行四边形 54">
                <a:extLst>
                  <a:ext uri="{FF2B5EF4-FFF2-40B4-BE49-F238E27FC236}">
                    <a16:creationId xmlns:a16="http://schemas.microsoft.com/office/drawing/2014/main" id="{E53CD08F-0947-C06F-A718-379AF77D9365}"/>
                  </a:ext>
                </a:extLst>
              </p:cNvPr>
              <p:cNvSpPr/>
              <p:nvPr/>
            </p:nvSpPr>
            <p:spPr>
              <a:xfrm>
                <a:off x="11000250" y="273049"/>
                <a:ext cx="363010" cy="268333"/>
              </a:xfrm>
              <a:prstGeom prst="parallelogram">
                <a:avLst>
                  <a:gd name="adj" fmla="val 97129"/>
                </a:avLst>
              </a:prstGeom>
              <a:solidFill>
                <a:srgbClr val="64DE50">
                  <a:alpha val="5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338583FE-D75A-83AD-9F1E-08494687E26B}"/>
                </a:ext>
              </a:extLst>
            </p:cNvPr>
            <p:cNvGrpSpPr/>
            <p:nvPr/>
          </p:nvGrpSpPr>
          <p:grpSpPr>
            <a:xfrm>
              <a:off x="1295532" y="177758"/>
              <a:ext cx="1569635" cy="400110"/>
              <a:chOff x="1163180" y="165726"/>
              <a:chExt cx="1569635" cy="400110"/>
            </a:xfrm>
          </p:grpSpPr>
          <p:sp>
            <p:nvSpPr>
              <p:cNvPr id="52" name="文本框 13">
                <a:extLst>
                  <a:ext uri="{FF2B5EF4-FFF2-40B4-BE49-F238E27FC236}">
                    <a16:creationId xmlns:a16="http://schemas.microsoft.com/office/drawing/2014/main" id="{7964A119-F1FF-5BCB-DC1A-CE06FC610ABD}"/>
                  </a:ext>
                </a:extLst>
              </p:cNvPr>
              <p:cNvSpPr txBox="1"/>
              <p:nvPr/>
            </p:nvSpPr>
            <p:spPr>
              <a:xfrm>
                <a:off x="1386614" y="165726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项目背景</a:t>
                </a:r>
              </a:p>
            </p:txBody>
          </p:sp>
          <p:sp>
            <p:nvSpPr>
              <p:cNvPr id="53" name="iconfont-10050-4705900">
                <a:extLst>
                  <a:ext uri="{FF2B5EF4-FFF2-40B4-BE49-F238E27FC236}">
                    <a16:creationId xmlns:a16="http://schemas.microsoft.com/office/drawing/2014/main" id="{9FAA5612-4D33-0B50-87BD-3BCCF43A20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163180" y="290085"/>
                <a:ext cx="194268" cy="194300"/>
              </a:xfrm>
              <a:custGeom>
                <a:avLst/>
                <a:gdLst>
                  <a:gd name="T0" fmla="*/ 12774 w 12774"/>
                  <a:gd name="T1" fmla="*/ 3193 h 12774"/>
                  <a:gd name="T2" fmla="*/ 9581 w 12774"/>
                  <a:gd name="T3" fmla="*/ 0 h 12774"/>
                  <a:gd name="T4" fmla="*/ 6387 w 12774"/>
                  <a:gd name="T5" fmla="*/ 3193 h 12774"/>
                  <a:gd name="T6" fmla="*/ 3193 w 12774"/>
                  <a:gd name="T7" fmla="*/ 0 h 12774"/>
                  <a:gd name="T8" fmla="*/ 0 w 12774"/>
                  <a:gd name="T9" fmla="*/ 3193 h 12774"/>
                  <a:gd name="T10" fmla="*/ 3193 w 12774"/>
                  <a:gd name="T11" fmla="*/ 6387 h 12774"/>
                  <a:gd name="T12" fmla="*/ 0 w 12774"/>
                  <a:gd name="T13" fmla="*/ 9581 h 12774"/>
                  <a:gd name="T14" fmla="*/ 0 w 12774"/>
                  <a:gd name="T15" fmla="*/ 12774 h 12774"/>
                  <a:gd name="T16" fmla="*/ 3193 w 12774"/>
                  <a:gd name="T17" fmla="*/ 12774 h 12774"/>
                  <a:gd name="T18" fmla="*/ 6387 w 12774"/>
                  <a:gd name="T19" fmla="*/ 9581 h 12774"/>
                  <a:gd name="T20" fmla="*/ 9581 w 12774"/>
                  <a:gd name="T21" fmla="*/ 12774 h 12774"/>
                  <a:gd name="T22" fmla="*/ 12774 w 12774"/>
                  <a:gd name="T23" fmla="*/ 9581 h 12774"/>
                  <a:gd name="T24" fmla="*/ 9581 w 12774"/>
                  <a:gd name="T25" fmla="*/ 6387 h 12774"/>
                  <a:gd name="T26" fmla="*/ 12774 w 12774"/>
                  <a:gd name="T27" fmla="*/ 3193 h 12774"/>
                  <a:gd name="T28" fmla="*/ 3273 w 12774"/>
                  <a:gd name="T29" fmla="*/ 5349 h 12774"/>
                  <a:gd name="T30" fmla="*/ 4630 w 12774"/>
                  <a:gd name="T31" fmla="*/ 3992 h 12774"/>
                  <a:gd name="T32" fmla="*/ 4072 w 12774"/>
                  <a:gd name="T33" fmla="*/ 3433 h 12774"/>
                  <a:gd name="T34" fmla="*/ 2714 w 12774"/>
                  <a:gd name="T35" fmla="*/ 4790 h 12774"/>
                  <a:gd name="T36" fmla="*/ 2235 w 12774"/>
                  <a:gd name="T37" fmla="*/ 4311 h 12774"/>
                  <a:gd name="T38" fmla="*/ 3673 w 12774"/>
                  <a:gd name="T39" fmla="*/ 2875 h 12774"/>
                  <a:gd name="T40" fmla="*/ 3033 w 12774"/>
                  <a:gd name="T41" fmla="*/ 2315 h 12774"/>
                  <a:gd name="T42" fmla="*/ 1677 w 12774"/>
                  <a:gd name="T43" fmla="*/ 3753 h 12774"/>
                  <a:gd name="T44" fmla="*/ 1117 w 12774"/>
                  <a:gd name="T45" fmla="*/ 3194 h 12774"/>
                  <a:gd name="T46" fmla="*/ 3193 w 12774"/>
                  <a:gd name="T47" fmla="*/ 1118 h 12774"/>
                  <a:gd name="T48" fmla="*/ 5827 w 12774"/>
                  <a:gd name="T49" fmla="*/ 3752 h 12774"/>
                  <a:gd name="T50" fmla="*/ 3752 w 12774"/>
                  <a:gd name="T51" fmla="*/ 5828 h 12774"/>
                  <a:gd name="T52" fmla="*/ 3273 w 12774"/>
                  <a:gd name="T53" fmla="*/ 5349 h 12774"/>
                  <a:gd name="T54" fmla="*/ 798 w 12774"/>
                  <a:gd name="T55" fmla="*/ 11976 h 12774"/>
                  <a:gd name="T56" fmla="*/ 798 w 12774"/>
                  <a:gd name="T57" fmla="*/ 10379 h 12774"/>
                  <a:gd name="T58" fmla="*/ 2395 w 12774"/>
                  <a:gd name="T59" fmla="*/ 11976 h 12774"/>
                  <a:gd name="T60" fmla="*/ 798 w 12774"/>
                  <a:gd name="T61" fmla="*/ 11976 h 12774"/>
                  <a:gd name="T62" fmla="*/ 3193 w 12774"/>
                  <a:gd name="T63" fmla="*/ 11657 h 12774"/>
                  <a:gd name="T64" fmla="*/ 1117 w 12774"/>
                  <a:gd name="T65" fmla="*/ 9581 h 12774"/>
                  <a:gd name="T66" fmla="*/ 9581 w 12774"/>
                  <a:gd name="T67" fmla="*/ 1117 h 12774"/>
                  <a:gd name="T68" fmla="*/ 11657 w 12774"/>
                  <a:gd name="T69" fmla="*/ 3193 h 12774"/>
                  <a:gd name="T70" fmla="*/ 3193 w 12774"/>
                  <a:gd name="T71" fmla="*/ 11657 h 12774"/>
                  <a:gd name="T72" fmla="*/ 11657 w 12774"/>
                  <a:gd name="T73" fmla="*/ 9581 h 12774"/>
                  <a:gd name="T74" fmla="*/ 9581 w 12774"/>
                  <a:gd name="T75" fmla="*/ 11657 h 12774"/>
                  <a:gd name="T76" fmla="*/ 9022 w 12774"/>
                  <a:gd name="T77" fmla="*/ 11097 h 12774"/>
                  <a:gd name="T78" fmla="*/ 10459 w 12774"/>
                  <a:gd name="T79" fmla="*/ 9661 h 12774"/>
                  <a:gd name="T80" fmla="*/ 9900 w 12774"/>
                  <a:gd name="T81" fmla="*/ 9101 h 12774"/>
                  <a:gd name="T82" fmla="*/ 8463 w 12774"/>
                  <a:gd name="T83" fmla="*/ 10539 h 12774"/>
                  <a:gd name="T84" fmla="*/ 7984 w 12774"/>
                  <a:gd name="T85" fmla="*/ 10060 h 12774"/>
                  <a:gd name="T86" fmla="*/ 9421 w 12774"/>
                  <a:gd name="T87" fmla="*/ 8623 h 12774"/>
                  <a:gd name="T88" fmla="*/ 8782 w 12774"/>
                  <a:gd name="T89" fmla="*/ 8063 h 12774"/>
                  <a:gd name="T90" fmla="*/ 7345 w 12774"/>
                  <a:gd name="T91" fmla="*/ 9501 h 12774"/>
                  <a:gd name="T92" fmla="*/ 6865 w 12774"/>
                  <a:gd name="T93" fmla="*/ 9022 h 12774"/>
                  <a:gd name="T94" fmla="*/ 8942 w 12774"/>
                  <a:gd name="T95" fmla="*/ 6946 h 12774"/>
                  <a:gd name="T96" fmla="*/ 11657 w 12774"/>
                  <a:gd name="T97" fmla="*/ 9581 h 127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774" h="12774">
                    <a:moveTo>
                      <a:pt x="12774" y="3193"/>
                    </a:moveTo>
                    <a:lnTo>
                      <a:pt x="9581" y="0"/>
                    </a:lnTo>
                    <a:lnTo>
                      <a:pt x="6387" y="3193"/>
                    </a:lnTo>
                    <a:lnTo>
                      <a:pt x="3193" y="0"/>
                    </a:lnTo>
                    <a:lnTo>
                      <a:pt x="0" y="3193"/>
                    </a:lnTo>
                    <a:lnTo>
                      <a:pt x="3193" y="6387"/>
                    </a:lnTo>
                    <a:lnTo>
                      <a:pt x="0" y="9581"/>
                    </a:lnTo>
                    <a:lnTo>
                      <a:pt x="0" y="12774"/>
                    </a:lnTo>
                    <a:lnTo>
                      <a:pt x="3193" y="12774"/>
                    </a:lnTo>
                    <a:lnTo>
                      <a:pt x="6387" y="9581"/>
                    </a:lnTo>
                    <a:lnTo>
                      <a:pt x="9581" y="12774"/>
                    </a:lnTo>
                    <a:lnTo>
                      <a:pt x="12774" y="9581"/>
                    </a:lnTo>
                    <a:lnTo>
                      <a:pt x="9581" y="6387"/>
                    </a:lnTo>
                    <a:lnTo>
                      <a:pt x="12774" y="3193"/>
                    </a:lnTo>
                    <a:close/>
                    <a:moveTo>
                      <a:pt x="3273" y="5349"/>
                    </a:moveTo>
                    <a:lnTo>
                      <a:pt x="4630" y="3992"/>
                    </a:lnTo>
                    <a:lnTo>
                      <a:pt x="4072" y="3433"/>
                    </a:lnTo>
                    <a:lnTo>
                      <a:pt x="2714" y="4790"/>
                    </a:lnTo>
                    <a:lnTo>
                      <a:pt x="2235" y="4311"/>
                    </a:lnTo>
                    <a:lnTo>
                      <a:pt x="3673" y="2875"/>
                    </a:lnTo>
                    <a:lnTo>
                      <a:pt x="3033" y="2315"/>
                    </a:lnTo>
                    <a:lnTo>
                      <a:pt x="1677" y="3753"/>
                    </a:lnTo>
                    <a:lnTo>
                      <a:pt x="1117" y="3194"/>
                    </a:lnTo>
                    <a:lnTo>
                      <a:pt x="3193" y="1118"/>
                    </a:lnTo>
                    <a:lnTo>
                      <a:pt x="5827" y="3752"/>
                    </a:lnTo>
                    <a:lnTo>
                      <a:pt x="3752" y="5828"/>
                    </a:lnTo>
                    <a:lnTo>
                      <a:pt x="3273" y="5349"/>
                    </a:lnTo>
                    <a:close/>
                    <a:moveTo>
                      <a:pt x="798" y="11976"/>
                    </a:moveTo>
                    <a:lnTo>
                      <a:pt x="798" y="10379"/>
                    </a:lnTo>
                    <a:lnTo>
                      <a:pt x="2395" y="11976"/>
                    </a:lnTo>
                    <a:lnTo>
                      <a:pt x="798" y="11976"/>
                    </a:lnTo>
                    <a:close/>
                    <a:moveTo>
                      <a:pt x="3193" y="11657"/>
                    </a:moveTo>
                    <a:lnTo>
                      <a:pt x="1117" y="9581"/>
                    </a:lnTo>
                    <a:lnTo>
                      <a:pt x="9581" y="1117"/>
                    </a:lnTo>
                    <a:lnTo>
                      <a:pt x="11657" y="3193"/>
                    </a:lnTo>
                    <a:lnTo>
                      <a:pt x="3193" y="11657"/>
                    </a:lnTo>
                    <a:close/>
                    <a:moveTo>
                      <a:pt x="11657" y="9581"/>
                    </a:moveTo>
                    <a:lnTo>
                      <a:pt x="9581" y="11657"/>
                    </a:lnTo>
                    <a:lnTo>
                      <a:pt x="9022" y="11097"/>
                    </a:lnTo>
                    <a:lnTo>
                      <a:pt x="10459" y="9661"/>
                    </a:lnTo>
                    <a:lnTo>
                      <a:pt x="9900" y="9101"/>
                    </a:lnTo>
                    <a:lnTo>
                      <a:pt x="8463" y="10539"/>
                    </a:lnTo>
                    <a:lnTo>
                      <a:pt x="7984" y="10060"/>
                    </a:lnTo>
                    <a:lnTo>
                      <a:pt x="9421" y="8623"/>
                    </a:lnTo>
                    <a:lnTo>
                      <a:pt x="8782" y="8063"/>
                    </a:lnTo>
                    <a:lnTo>
                      <a:pt x="7345" y="9501"/>
                    </a:lnTo>
                    <a:lnTo>
                      <a:pt x="6865" y="9022"/>
                    </a:lnTo>
                    <a:lnTo>
                      <a:pt x="8942" y="6946"/>
                    </a:lnTo>
                    <a:lnTo>
                      <a:pt x="11657" y="9581"/>
                    </a:lnTo>
                    <a:close/>
                  </a:path>
                </a:pathLst>
              </a:cu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5DAFD0F5-F8B0-C214-6E3A-443B4CDD4373}"/>
                </a:ext>
              </a:extLst>
            </p:cNvPr>
            <p:cNvGrpSpPr/>
            <p:nvPr/>
          </p:nvGrpSpPr>
          <p:grpSpPr>
            <a:xfrm>
              <a:off x="2931777" y="159232"/>
              <a:ext cx="5225647" cy="400110"/>
              <a:chOff x="2695782" y="147200"/>
              <a:chExt cx="5225647" cy="400110"/>
            </a:xfrm>
          </p:grpSpPr>
          <p:sp>
            <p:nvSpPr>
              <p:cNvPr id="48" name="文本框 14">
                <a:extLst>
                  <a:ext uri="{FF2B5EF4-FFF2-40B4-BE49-F238E27FC236}">
                    <a16:creationId xmlns:a16="http://schemas.microsoft.com/office/drawing/2014/main" id="{CEC31CA6-A762-2398-932C-E5E5F08227D4}"/>
                  </a:ext>
                </a:extLst>
              </p:cNvPr>
              <p:cNvSpPr txBox="1"/>
              <p:nvPr/>
            </p:nvSpPr>
            <p:spPr>
              <a:xfrm>
                <a:off x="2982378" y="147200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项目介绍</a:t>
                </a:r>
              </a:p>
            </p:txBody>
          </p:sp>
          <p:sp>
            <p:nvSpPr>
              <p:cNvPr id="49" name="iconfont-11607-6172721">
                <a:extLst>
                  <a:ext uri="{FF2B5EF4-FFF2-40B4-BE49-F238E27FC236}">
                    <a16:creationId xmlns:a16="http://schemas.microsoft.com/office/drawing/2014/main" id="{FCF3B0B4-E80E-F3E7-F571-20DC7771CD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695782" y="267035"/>
                <a:ext cx="213298" cy="191648"/>
              </a:xfrm>
              <a:custGeom>
                <a:avLst/>
                <a:gdLst>
                  <a:gd name="connsiteX0" fmla="*/ 171888 w 607639"/>
                  <a:gd name="connsiteY0" fmla="*/ 486408 h 545965"/>
                  <a:gd name="connsiteX1" fmla="*/ 171977 w 607639"/>
                  <a:gd name="connsiteY1" fmla="*/ 486408 h 545965"/>
                  <a:gd name="connsiteX2" fmla="*/ 181494 w 607639"/>
                  <a:gd name="connsiteY2" fmla="*/ 495899 h 545965"/>
                  <a:gd name="connsiteX3" fmla="*/ 171977 w 607639"/>
                  <a:gd name="connsiteY3" fmla="*/ 505390 h 545965"/>
                  <a:gd name="connsiteX4" fmla="*/ 162371 w 607639"/>
                  <a:gd name="connsiteY4" fmla="*/ 495899 h 545965"/>
                  <a:gd name="connsiteX5" fmla="*/ 171888 w 607639"/>
                  <a:gd name="connsiteY5" fmla="*/ 486408 h 545965"/>
                  <a:gd name="connsiteX6" fmla="*/ 121136 w 607639"/>
                  <a:gd name="connsiteY6" fmla="*/ 464910 h 545965"/>
                  <a:gd name="connsiteX7" fmla="*/ 120513 w 607639"/>
                  <a:gd name="connsiteY7" fmla="*/ 465532 h 545965"/>
                  <a:gd name="connsiteX8" fmla="*/ 120513 w 607639"/>
                  <a:gd name="connsiteY8" fmla="*/ 526323 h 545965"/>
                  <a:gd name="connsiteX9" fmla="*/ 121136 w 607639"/>
                  <a:gd name="connsiteY9" fmla="*/ 526946 h 545965"/>
                  <a:gd name="connsiteX10" fmla="*/ 222602 w 607639"/>
                  <a:gd name="connsiteY10" fmla="*/ 526946 h 545965"/>
                  <a:gd name="connsiteX11" fmla="*/ 223225 w 607639"/>
                  <a:gd name="connsiteY11" fmla="*/ 526323 h 545965"/>
                  <a:gd name="connsiteX12" fmla="*/ 223225 w 607639"/>
                  <a:gd name="connsiteY12" fmla="*/ 465532 h 545965"/>
                  <a:gd name="connsiteX13" fmla="*/ 222602 w 607639"/>
                  <a:gd name="connsiteY13" fmla="*/ 464910 h 545965"/>
                  <a:gd name="connsiteX14" fmla="*/ 171869 w 607639"/>
                  <a:gd name="connsiteY14" fmla="*/ 464910 h 545965"/>
                  <a:gd name="connsiteX15" fmla="*/ 212990 w 607639"/>
                  <a:gd name="connsiteY15" fmla="*/ 397987 h 545965"/>
                  <a:gd name="connsiteX16" fmla="*/ 181393 w 607639"/>
                  <a:gd name="connsiteY16" fmla="*/ 413451 h 545965"/>
                  <a:gd name="connsiteX17" fmla="*/ 181393 w 607639"/>
                  <a:gd name="connsiteY17" fmla="*/ 445891 h 545965"/>
                  <a:gd name="connsiteX18" fmla="*/ 222602 w 607639"/>
                  <a:gd name="connsiteY18" fmla="*/ 445891 h 545965"/>
                  <a:gd name="connsiteX19" fmla="*/ 242272 w 607639"/>
                  <a:gd name="connsiteY19" fmla="*/ 465532 h 545965"/>
                  <a:gd name="connsiteX20" fmla="*/ 242272 w 607639"/>
                  <a:gd name="connsiteY20" fmla="*/ 526323 h 545965"/>
                  <a:gd name="connsiteX21" fmla="*/ 242272 w 607639"/>
                  <a:gd name="connsiteY21" fmla="*/ 526946 h 545965"/>
                  <a:gd name="connsiteX22" fmla="*/ 253665 w 607639"/>
                  <a:gd name="connsiteY22" fmla="*/ 526946 h 545965"/>
                  <a:gd name="connsiteX23" fmla="*/ 253665 w 607639"/>
                  <a:gd name="connsiteY23" fmla="*/ 419317 h 545965"/>
                  <a:gd name="connsiteX24" fmla="*/ 246278 w 607639"/>
                  <a:gd name="connsiteY24" fmla="*/ 409096 h 545965"/>
                  <a:gd name="connsiteX25" fmla="*/ 213168 w 607639"/>
                  <a:gd name="connsiteY25" fmla="*/ 398075 h 545965"/>
                  <a:gd name="connsiteX26" fmla="*/ 212990 w 607639"/>
                  <a:gd name="connsiteY26" fmla="*/ 397987 h 545965"/>
                  <a:gd name="connsiteX27" fmla="*/ 130749 w 607639"/>
                  <a:gd name="connsiteY27" fmla="*/ 397987 h 545965"/>
                  <a:gd name="connsiteX28" fmla="*/ 130571 w 607639"/>
                  <a:gd name="connsiteY28" fmla="*/ 398075 h 545965"/>
                  <a:gd name="connsiteX29" fmla="*/ 97372 w 607639"/>
                  <a:gd name="connsiteY29" fmla="*/ 409096 h 545965"/>
                  <a:gd name="connsiteX30" fmla="*/ 90073 w 607639"/>
                  <a:gd name="connsiteY30" fmla="*/ 419317 h 545965"/>
                  <a:gd name="connsiteX31" fmla="*/ 90073 w 607639"/>
                  <a:gd name="connsiteY31" fmla="*/ 526946 h 545965"/>
                  <a:gd name="connsiteX32" fmla="*/ 101555 w 607639"/>
                  <a:gd name="connsiteY32" fmla="*/ 526946 h 545965"/>
                  <a:gd name="connsiteX33" fmla="*/ 101466 w 607639"/>
                  <a:gd name="connsiteY33" fmla="*/ 526323 h 545965"/>
                  <a:gd name="connsiteX34" fmla="*/ 101466 w 607639"/>
                  <a:gd name="connsiteY34" fmla="*/ 465532 h 545965"/>
                  <a:gd name="connsiteX35" fmla="*/ 121136 w 607639"/>
                  <a:gd name="connsiteY35" fmla="*/ 445891 h 545965"/>
                  <a:gd name="connsiteX36" fmla="*/ 162346 w 607639"/>
                  <a:gd name="connsiteY36" fmla="*/ 445891 h 545965"/>
                  <a:gd name="connsiteX37" fmla="*/ 162346 w 607639"/>
                  <a:gd name="connsiteY37" fmla="*/ 413451 h 545965"/>
                  <a:gd name="connsiteX38" fmla="*/ 130749 w 607639"/>
                  <a:gd name="connsiteY38" fmla="*/ 397987 h 545965"/>
                  <a:gd name="connsiteX39" fmla="*/ 150953 w 607639"/>
                  <a:gd name="connsiteY39" fmla="*/ 364303 h 545965"/>
                  <a:gd name="connsiteX40" fmla="*/ 150953 w 607639"/>
                  <a:gd name="connsiteY40" fmla="*/ 369813 h 545965"/>
                  <a:gd name="connsiteX41" fmla="*/ 146058 w 607639"/>
                  <a:gd name="connsiteY41" fmla="*/ 386077 h 545965"/>
                  <a:gd name="connsiteX42" fmla="*/ 171869 w 607639"/>
                  <a:gd name="connsiteY42" fmla="*/ 395231 h 545965"/>
                  <a:gd name="connsiteX43" fmla="*/ 197681 w 607639"/>
                  <a:gd name="connsiteY43" fmla="*/ 386077 h 545965"/>
                  <a:gd name="connsiteX44" fmla="*/ 192785 w 607639"/>
                  <a:gd name="connsiteY44" fmla="*/ 369813 h 545965"/>
                  <a:gd name="connsiteX45" fmla="*/ 192785 w 607639"/>
                  <a:gd name="connsiteY45" fmla="*/ 364303 h 545965"/>
                  <a:gd name="connsiteX46" fmla="*/ 171869 w 607639"/>
                  <a:gd name="connsiteY46" fmla="*/ 368835 h 545965"/>
                  <a:gd name="connsiteX47" fmla="*/ 150953 w 607639"/>
                  <a:gd name="connsiteY47" fmla="*/ 364303 h 545965"/>
                  <a:gd name="connsiteX48" fmla="*/ 201597 w 607639"/>
                  <a:gd name="connsiteY48" fmla="*/ 245564 h 545965"/>
                  <a:gd name="connsiteX49" fmla="*/ 112859 w 607639"/>
                  <a:gd name="connsiteY49" fmla="*/ 271960 h 545965"/>
                  <a:gd name="connsiteX50" fmla="*/ 119089 w 607639"/>
                  <a:gd name="connsiteY50" fmla="*/ 321820 h 545965"/>
                  <a:gd name="connsiteX51" fmla="*/ 124963 w 607639"/>
                  <a:gd name="connsiteY51" fmla="*/ 330085 h 545965"/>
                  <a:gd name="connsiteX52" fmla="*/ 157984 w 607639"/>
                  <a:gd name="connsiteY52" fmla="*/ 346616 h 545965"/>
                  <a:gd name="connsiteX53" fmla="*/ 185754 w 607639"/>
                  <a:gd name="connsiteY53" fmla="*/ 346616 h 545965"/>
                  <a:gd name="connsiteX54" fmla="*/ 218775 w 607639"/>
                  <a:gd name="connsiteY54" fmla="*/ 330085 h 545965"/>
                  <a:gd name="connsiteX55" fmla="*/ 224649 w 607639"/>
                  <a:gd name="connsiteY55" fmla="*/ 321820 h 545965"/>
                  <a:gd name="connsiteX56" fmla="*/ 230346 w 607639"/>
                  <a:gd name="connsiteY56" fmla="*/ 276226 h 545965"/>
                  <a:gd name="connsiteX57" fmla="*/ 234262 w 607639"/>
                  <a:gd name="connsiteY57" fmla="*/ 224501 h 545965"/>
                  <a:gd name="connsiteX58" fmla="*/ 213435 w 607639"/>
                  <a:gd name="connsiteY58" fmla="*/ 230455 h 545965"/>
                  <a:gd name="connsiteX59" fmla="*/ 243251 w 607639"/>
                  <a:gd name="connsiteY59" fmla="*/ 262184 h 545965"/>
                  <a:gd name="connsiteX60" fmla="*/ 243518 w 607639"/>
                  <a:gd name="connsiteY60" fmla="*/ 256585 h 545965"/>
                  <a:gd name="connsiteX61" fmla="*/ 234262 w 607639"/>
                  <a:gd name="connsiteY61" fmla="*/ 224501 h 545965"/>
                  <a:gd name="connsiteX62" fmla="*/ 109387 w 607639"/>
                  <a:gd name="connsiteY62" fmla="*/ 224501 h 545965"/>
                  <a:gd name="connsiteX63" fmla="*/ 100309 w 607639"/>
                  <a:gd name="connsiteY63" fmla="*/ 253563 h 545965"/>
                  <a:gd name="connsiteX64" fmla="*/ 102089 w 607639"/>
                  <a:gd name="connsiteY64" fmla="*/ 253296 h 545965"/>
                  <a:gd name="connsiteX65" fmla="*/ 169377 w 607639"/>
                  <a:gd name="connsiteY65" fmla="*/ 241565 h 545965"/>
                  <a:gd name="connsiteX66" fmla="*/ 169288 w 607639"/>
                  <a:gd name="connsiteY66" fmla="*/ 241565 h 545965"/>
                  <a:gd name="connsiteX67" fmla="*/ 313299 w 607639"/>
                  <a:gd name="connsiteY67" fmla="*/ 221657 h 545965"/>
                  <a:gd name="connsiteX68" fmla="*/ 313299 w 607639"/>
                  <a:gd name="connsiteY68" fmla="*/ 304045 h 545965"/>
                  <a:gd name="connsiteX69" fmla="*/ 345074 w 607639"/>
                  <a:gd name="connsiteY69" fmla="*/ 304045 h 545965"/>
                  <a:gd name="connsiteX70" fmla="*/ 345074 w 607639"/>
                  <a:gd name="connsiteY70" fmla="*/ 221657 h 545965"/>
                  <a:gd name="connsiteX71" fmla="*/ 224827 w 607639"/>
                  <a:gd name="connsiteY71" fmla="*/ 187973 h 545965"/>
                  <a:gd name="connsiteX72" fmla="*/ 182461 w 607639"/>
                  <a:gd name="connsiteY72" fmla="*/ 199971 h 545965"/>
                  <a:gd name="connsiteX73" fmla="*/ 181393 w 607639"/>
                  <a:gd name="connsiteY73" fmla="*/ 200238 h 545965"/>
                  <a:gd name="connsiteX74" fmla="*/ 181393 w 607639"/>
                  <a:gd name="connsiteY74" fmla="*/ 219879 h 545965"/>
                  <a:gd name="connsiteX75" fmla="*/ 229990 w 607639"/>
                  <a:gd name="connsiteY75" fmla="*/ 205926 h 545965"/>
                  <a:gd name="connsiteX76" fmla="*/ 230524 w 607639"/>
                  <a:gd name="connsiteY76" fmla="*/ 205392 h 545965"/>
                  <a:gd name="connsiteX77" fmla="*/ 230524 w 607639"/>
                  <a:gd name="connsiteY77" fmla="*/ 205126 h 545965"/>
                  <a:gd name="connsiteX78" fmla="*/ 118911 w 607639"/>
                  <a:gd name="connsiteY78" fmla="*/ 187973 h 545965"/>
                  <a:gd name="connsiteX79" fmla="*/ 113215 w 607639"/>
                  <a:gd name="connsiteY79" fmla="*/ 205126 h 545965"/>
                  <a:gd name="connsiteX80" fmla="*/ 113215 w 607639"/>
                  <a:gd name="connsiteY80" fmla="*/ 205392 h 545965"/>
                  <a:gd name="connsiteX81" fmla="*/ 113749 w 607639"/>
                  <a:gd name="connsiteY81" fmla="*/ 206014 h 545965"/>
                  <a:gd name="connsiteX82" fmla="*/ 162346 w 607639"/>
                  <a:gd name="connsiteY82" fmla="*/ 219879 h 545965"/>
                  <a:gd name="connsiteX83" fmla="*/ 162346 w 607639"/>
                  <a:gd name="connsiteY83" fmla="*/ 200238 h 545965"/>
                  <a:gd name="connsiteX84" fmla="*/ 161277 w 607639"/>
                  <a:gd name="connsiteY84" fmla="*/ 199971 h 545965"/>
                  <a:gd name="connsiteX85" fmla="*/ 166440 w 607639"/>
                  <a:gd name="connsiteY85" fmla="*/ 141313 h 545965"/>
                  <a:gd name="connsiteX86" fmla="*/ 95147 w 607639"/>
                  <a:gd name="connsiteY86" fmla="*/ 161488 h 545965"/>
                  <a:gd name="connsiteX87" fmla="*/ 166440 w 607639"/>
                  <a:gd name="connsiteY87" fmla="*/ 181662 h 545965"/>
                  <a:gd name="connsiteX88" fmla="*/ 177299 w 607639"/>
                  <a:gd name="connsiteY88" fmla="*/ 181662 h 545965"/>
                  <a:gd name="connsiteX89" fmla="*/ 248592 w 607639"/>
                  <a:gd name="connsiteY89" fmla="*/ 161488 h 545965"/>
                  <a:gd name="connsiteX90" fmla="*/ 177299 w 607639"/>
                  <a:gd name="connsiteY90" fmla="*/ 141313 h 545965"/>
                  <a:gd name="connsiteX91" fmla="*/ 166440 w 607639"/>
                  <a:gd name="connsiteY91" fmla="*/ 141313 h 545965"/>
                  <a:gd name="connsiteX92" fmla="*/ 404618 w 607639"/>
                  <a:gd name="connsiteY92" fmla="*/ 140602 h 545965"/>
                  <a:gd name="connsiteX93" fmla="*/ 404618 w 607639"/>
                  <a:gd name="connsiteY93" fmla="*/ 304045 h 545965"/>
                  <a:gd name="connsiteX94" fmla="*/ 436393 w 607639"/>
                  <a:gd name="connsiteY94" fmla="*/ 304045 h 545965"/>
                  <a:gd name="connsiteX95" fmla="*/ 436393 w 607639"/>
                  <a:gd name="connsiteY95" fmla="*/ 140602 h 545965"/>
                  <a:gd name="connsiteX96" fmla="*/ 495937 w 607639"/>
                  <a:gd name="connsiteY96" fmla="*/ 59547 h 545965"/>
                  <a:gd name="connsiteX97" fmla="*/ 495937 w 607639"/>
                  <a:gd name="connsiteY97" fmla="*/ 304045 h 545965"/>
                  <a:gd name="connsiteX98" fmla="*/ 527712 w 607639"/>
                  <a:gd name="connsiteY98" fmla="*/ 304045 h 545965"/>
                  <a:gd name="connsiteX99" fmla="*/ 527712 w 607639"/>
                  <a:gd name="connsiteY99" fmla="*/ 59547 h 545965"/>
                  <a:gd name="connsiteX100" fmla="*/ 192162 w 607639"/>
                  <a:gd name="connsiteY100" fmla="*/ 19019 h 545965"/>
                  <a:gd name="connsiteX101" fmla="*/ 181393 w 607639"/>
                  <a:gd name="connsiteY101" fmla="*/ 29773 h 545965"/>
                  <a:gd name="connsiteX102" fmla="*/ 181393 w 607639"/>
                  <a:gd name="connsiteY102" fmla="*/ 122827 h 545965"/>
                  <a:gd name="connsiteX103" fmla="*/ 182461 w 607639"/>
                  <a:gd name="connsiteY103" fmla="*/ 123093 h 545965"/>
                  <a:gd name="connsiteX104" fmla="*/ 273246 w 607639"/>
                  <a:gd name="connsiteY104" fmla="*/ 148689 h 545965"/>
                  <a:gd name="connsiteX105" fmla="*/ 282770 w 607639"/>
                  <a:gd name="connsiteY105" fmla="*/ 160421 h 545965"/>
                  <a:gd name="connsiteX106" fmla="*/ 282859 w 607639"/>
                  <a:gd name="connsiteY106" fmla="*/ 161488 h 545965"/>
                  <a:gd name="connsiteX107" fmla="*/ 282859 w 607639"/>
                  <a:gd name="connsiteY107" fmla="*/ 222279 h 545965"/>
                  <a:gd name="connsiteX108" fmla="*/ 273335 w 607639"/>
                  <a:gd name="connsiteY108" fmla="*/ 231789 h 545965"/>
                  <a:gd name="connsiteX109" fmla="*/ 263812 w 607639"/>
                  <a:gd name="connsiteY109" fmla="*/ 222279 h 545965"/>
                  <a:gd name="connsiteX110" fmla="*/ 263812 w 607639"/>
                  <a:gd name="connsiteY110" fmla="*/ 176952 h 545965"/>
                  <a:gd name="connsiteX111" fmla="*/ 243073 w 607639"/>
                  <a:gd name="connsiteY111" fmla="*/ 182818 h 545965"/>
                  <a:gd name="connsiteX112" fmla="*/ 248592 w 607639"/>
                  <a:gd name="connsiteY112" fmla="*/ 199082 h 545965"/>
                  <a:gd name="connsiteX113" fmla="*/ 248503 w 607639"/>
                  <a:gd name="connsiteY113" fmla="*/ 211525 h 545965"/>
                  <a:gd name="connsiteX114" fmla="*/ 262566 w 607639"/>
                  <a:gd name="connsiteY114" fmla="*/ 256585 h 545965"/>
                  <a:gd name="connsiteX115" fmla="*/ 246723 w 607639"/>
                  <a:gd name="connsiteY115" fmla="*/ 304045 h 545965"/>
                  <a:gd name="connsiteX116" fmla="*/ 294252 w 607639"/>
                  <a:gd name="connsiteY116" fmla="*/ 304045 h 545965"/>
                  <a:gd name="connsiteX117" fmla="*/ 294252 w 607639"/>
                  <a:gd name="connsiteY117" fmla="*/ 212147 h 545965"/>
                  <a:gd name="connsiteX118" fmla="*/ 303775 w 607639"/>
                  <a:gd name="connsiteY118" fmla="*/ 202637 h 545965"/>
                  <a:gd name="connsiteX119" fmla="*/ 354508 w 607639"/>
                  <a:gd name="connsiteY119" fmla="*/ 202637 h 545965"/>
                  <a:gd name="connsiteX120" fmla="*/ 364032 w 607639"/>
                  <a:gd name="connsiteY120" fmla="*/ 212147 h 545965"/>
                  <a:gd name="connsiteX121" fmla="*/ 364032 w 607639"/>
                  <a:gd name="connsiteY121" fmla="*/ 304045 h 545965"/>
                  <a:gd name="connsiteX122" fmla="*/ 385660 w 607639"/>
                  <a:gd name="connsiteY122" fmla="*/ 304045 h 545965"/>
                  <a:gd name="connsiteX123" fmla="*/ 385660 w 607639"/>
                  <a:gd name="connsiteY123" fmla="*/ 131092 h 545965"/>
                  <a:gd name="connsiteX124" fmla="*/ 395094 w 607639"/>
                  <a:gd name="connsiteY124" fmla="*/ 121582 h 545965"/>
                  <a:gd name="connsiteX125" fmla="*/ 445916 w 607639"/>
                  <a:gd name="connsiteY125" fmla="*/ 121582 h 545965"/>
                  <a:gd name="connsiteX126" fmla="*/ 455351 w 607639"/>
                  <a:gd name="connsiteY126" fmla="*/ 131092 h 545965"/>
                  <a:gd name="connsiteX127" fmla="*/ 455351 w 607639"/>
                  <a:gd name="connsiteY127" fmla="*/ 304045 h 545965"/>
                  <a:gd name="connsiteX128" fmla="*/ 476979 w 607639"/>
                  <a:gd name="connsiteY128" fmla="*/ 304045 h 545965"/>
                  <a:gd name="connsiteX129" fmla="*/ 476979 w 607639"/>
                  <a:gd name="connsiteY129" fmla="*/ 50037 h 545965"/>
                  <a:gd name="connsiteX130" fmla="*/ 486503 w 607639"/>
                  <a:gd name="connsiteY130" fmla="*/ 40527 h 545965"/>
                  <a:gd name="connsiteX131" fmla="*/ 537236 w 607639"/>
                  <a:gd name="connsiteY131" fmla="*/ 40527 h 545965"/>
                  <a:gd name="connsiteX132" fmla="*/ 546759 w 607639"/>
                  <a:gd name="connsiteY132" fmla="*/ 50037 h 545965"/>
                  <a:gd name="connsiteX133" fmla="*/ 546759 w 607639"/>
                  <a:gd name="connsiteY133" fmla="*/ 304045 h 545965"/>
                  <a:gd name="connsiteX134" fmla="*/ 557529 w 607639"/>
                  <a:gd name="connsiteY134" fmla="*/ 304045 h 545965"/>
                  <a:gd name="connsiteX135" fmla="*/ 567053 w 607639"/>
                  <a:gd name="connsiteY135" fmla="*/ 313465 h 545965"/>
                  <a:gd name="connsiteX136" fmla="*/ 557529 w 607639"/>
                  <a:gd name="connsiteY136" fmla="*/ 322975 h 545965"/>
                  <a:gd name="connsiteX137" fmla="*/ 243697 w 607639"/>
                  <a:gd name="connsiteY137" fmla="*/ 322975 h 545965"/>
                  <a:gd name="connsiteX138" fmla="*/ 243518 w 607639"/>
                  <a:gd name="connsiteY138" fmla="*/ 324219 h 545965"/>
                  <a:gd name="connsiteX139" fmla="*/ 231503 w 607639"/>
                  <a:gd name="connsiteY139" fmla="*/ 344572 h 545965"/>
                  <a:gd name="connsiteX140" fmla="*/ 577822 w 607639"/>
                  <a:gd name="connsiteY140" fmla="*/ 344572 h 545965"/>
                  <a:gd name="connsiteX141" fmla="*/ 588592 w 607639"/>
                  <a:gd name="connsiteY141" fmla="*/ 333729 h 545965"/>
                  <a:gd name="connsiteX142" fmla="*/ 588592 w 607639"/>
                  <a:gd name="connsiteY142" fmla="*/ 29773 h 545965"/>
                  <a:gd name="connsiteX143" fmla="*/ 577822 w 607639"/>
                  <a:gd name="connsiteY143" fmla="*/ 19019 h 545965"/>
                  <a:gd name="connsiteX144" fmla="*/ 192162 w 607639"/>
                  <a:gd name="connsiteY144" fmla="*/ 0 h 545965"/>
                  <a:gd name="connsiteX145" fmla="*/ 577822 w 607639"/>
                  <a:gd name="connsiteY145" fmla="*/ 0 h 545965"/>
                  <a:gd name="connsiteX146" fmla="*/ 607639 w 607639"/>
                  <a:gd name="connsiteY146" fmla="*/ 29773 h 545965"/>
                  <a:gd name="connsiteX147" fmla="*/ 607639 w 607639"/>
                  <a:gd name="connsiteY147" fmla="*/ 333729 h 545965"/>
                  <a:gd name="connsiteX148" fmla="*/ 577822 w 607639"/>
                  <a:gd name="connsiteY148" fmla="*/ 363503 h 545965"/>
                  <a:gd name="connsiteX149" fmla="*/ 211833 w 607639"/>
                  <a:gd name="connsiteY149" fmla="*/ 363503 h 545965"/>
                  <a:gd name="connsiteX150" fmla="*/ 211833 w 607639"/>
                  <a:gd name="connsiteY150" fmla="*/ 369813 h 545965"/>
                  <a:gd name="connsiteX151" fmla="*/ 219220 w 607639"/>
                  <a:gd name="connsiteY151" fmla="*/ 380034 h 545965"/>
                  <a:gd name="connsiteX152" fmla="*/ 252330 w 607639"/>
                  <a:gd name="connsiteY152" fmla="*/ 391054 h 545965"/>
                  <a:gd name="connsiteX153" fmla="*/ 272712 w 607639"/>
                  <a:gd name="connsiteY153" fmla="*/ 419317 h 545965"/>
                  <a:gd name="connsiteX154" fmla="*/ 272712 w 607639"/>
                  <a:gd name="connsiteY154" fmla="*/ 526946 h 545965"/>
                  <a:gd name="connsiteX155" fmla="*/ 334215 w 607639"/>
                  <a:gd name="connsiteY155" fmla="*/ 526946 h 545965"/>
                  <a:gd name="connsiteX156" fmla="*/ 343738 w 607639"/>
                  <a:gd name="connsiteY156" fmla="*/ 536455 h 545965"/>
                  <a:gd name="connsiteX157" fmla="*/ 334215 w 607639"/>
                  <a:gd name="connsiteY157" fmla="*/ 545965 h 545965"/>
                  <a:gd name="connsiteX158" fmla="*/ 9524 w 607639"/>
                  <a:gd name="connsiteY158" fmla="*/ 545965 h 545965"/>
                  <a:gd name="connsiteX159" fmla="*/ 0 w 607639"/>
                  <a:gd name="connsiteY159" fmla="*/ 536455 h 545965"/>
                  <a:gd name="connsiteX160" fmla="*/ 9524 w 607639"/>
                  <a:gd name="connsiteY160" fmla="*/ 526946 h 545965"/>
                  <a:gd name="connsiteX161" fmla="*/ 71026 w 607639"/>
                  <a:gd name="connsiteY161" fmla="*/ 526946 h 545965"/>
                  <a:gd name="connsiteX162" fmla="*/ 71026 w 607639"/>
                  <a:gd name="connsiteY162" fmla="*/ 419317 h 545965"/>
                  <a:gd name="connsiteX163" fmla="*/ 91408 w 607639"/>
                  <a:gd name="connsiteY163" fmla="*/ 391054 h 545965"/>
                  <a:gd name="connsiteX164" fmla="*/ 124518 w 607639"/>
                  <a:gd name="connsiteY164" fmla="*/ 380034 h 545965"/>
                  <a:gd name="connsiteX165" fmla="*/ 131906 w 607639"/>
                  <a:gd name="connsiteY165" fmla="*/ 369813 h 545965"/>
                  <a:gd name="connsiteX166" fmla="*/ 131906 w 607639"/>
                  <a:gd name="connsiteY166" fmla="*/ 354882 h 545965"/>
                  <a:gd name="connsiteX167" fmla="*/ 116419 w 607639"/>
                  <a:gd name="connsiteY167" fmla="*/ 347149 h 545965"/>
                  <a:gd name="connsiteX168" fmla="*/ 100220 w 607639"/>
                  <a:gd name="connsiteY168" fmla="*/ 324219 h 545965"/>
                  <a:gd name="connsiteX169" fmla="*/ 97817 w 607639"/>
                  <a:gd name="connsiteY169" fmla="*/ 305111 h 545965"/>
                  <a:gd name="connsiteX170" fmla="*/ 81173 w 607639"/>
                  <a:gd name="connsiteY170" fmla="*/ 256585 h 545965"/>
                  <a:gd name="connsiteX171" fmla="*/ 95147 w 607639"/>
                  <a:gd name="connsiteY171" fmla="*/ 211525 h 545965"/>
                  <a:gd name="connsiteX172" fmla="*/ 95147 w 607639"/>
                  <a:gd name="connsiteY172" fmla="*/ 199082 h 545965"/>
                  <a:gd name="connsiteX173" fmla="*/ 100576 w 607639"/>
                  <a:gd name="connsiteY173" fmla="*/ 182818 h 545965"/>
                  <a:gd name="connsiteX174" fmla="*/ 70492 w 607639"/>
                  <a:gd name="connsiteY174" fmla="*/ 174286 h 545965"/>
                  <a:gd name="connsiteX175" fmla="*/ 60880 w 607639"/>
                  <a:gd name="connsiteY175" fmla="*/ 161488 h 545965"/>
                  <a:gd name="connsiteX176" fmla="*/ 70492 w 607639"/>
                  <a:gd name="connsiteY176" fmla="*/ 148689 h 545965"/>
                  <a:gd name="connsiteX177" fmla="*/ 161277 w 607639"/>
                  <a:gd name="connsiteY177" fmla="*/ 123093 h 545965"/>
                  <a:gd name="connsiteX178" fmla="*/ 162346 w 607639"/>
                  <a:gd name="connsiteY178" fmla="*/ 122827 h 545965"/>
                  <a:gd name="connsiteX179" fmla="*/ 162346 w 607639"/>
                  <a:gd name="connsiteY179" fmla="*/ 29773 h 545965"/>
                  <a:gd name="connsiteX180" fmla="*/ 192162 w 607639"/>
                  <a:gd name="connsiteY180" fmla="*/ 0 h 545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</a:cxnLst>
                <a:rect l="l" t="t" r="r" b="b"/>
                <a:pathLst>
                  <a:path w="607639" h="545965">
                    <a:moveTo>
                      <a:pt x="171888" y="486408"/>
                    </a:moveTo>
                    <a:lnTo>
                      <a:pt x="171977" y="486408"/>
                    </a:lnTo>
                    <a:cubicBezTo>
                      <a:pt x="177225" y="486408"/>
                      <a:pt x="181494" y="490666"/>
                      <a:pt x="181494" y="495899"/>
                    </a:cubicBezTo>
                    <a:cubicBezTo>
                      <a:pt x="181494" y="501132"/>
                      <a:pt x="177225" y="505390"/>
                      <a:pt x="171977" y="505390"/>
                    </a:cubicBezTo>
                    <a:cubicBezTo>
                      <a:pt x="166729" y="505390"/>
                      <a:pt x="162371" y="501132"/>
                      <a:pt x="162371" y="495899"/>
                    </a:cubicBezTo>
                    <a:cubicBezTo>
                      <a:pt x="162371" y="490666"/>
                      <a:pt x="166640" y="486408"/>
                      <a:pt x="171888" y="486408"/>
                    </a:cubicBezTo>
                    <a:close/>
                    <a:moveTo>
                      <a:pt x="121136" y="464910"/>
                    </a:moveTo>
                    <a:cubicBezTo>
                      <a:pt x="120780" y="464910"/>
                      <a:pt x="120513" y="465177"/>
                      <a:pt x="120513" y="465532"/>
                    </a:cubicBezTo>
                    <a:lnTo>
                      <a:pt x="120513" y="526323"/>
                    </a:lnTo>
                    <a:cubicBezTo>
                      <a:pt x="120513" y="526679"/>
                      <a:pt x="120780" y="526946"/>
                      <a:pt x="121136" y="526946"/>
                    </a:cubicBezTo>
                    <a:lnTo>
                      <a:pt x="222602" y="526946"/>
                    </a:lnTo>
                    <a:cubicBezTo>
                      <a:pt x="222958" y="526946"/>
                      <a:pt x="223225" y="526679"/>
                      <a:pt x="223225" y="526323"/>
                    </a:cubicBezTo>
                    <a:lnTo>
                      <a:pt x="223225" y="465532"/>
                    </a:lnTo>
                    <a:cubicBezTo>
                      <a:pt x="223225" y="465177"/>
                      <a:pt x="222958" y="464910"/>
                      <a:pt x="222602" y="464910"/>
                    </a:cubicBezTo>
                    <a:lnTo>
                      <a:pt x="171869" y="464910"/>
                    </a:lnTo>
                    <a:close/>
                    <a:moveTo>
                      <a:pt x="212990" y="397987"/>
                    </a:moveTo>
                    <a:cubicBezTo>
                      <a:pt x="204178" y="406163"/>
                      <a:pt x="193231" y="411585"/>
                      <a:pt x="181393" y="413451"/>
                    </a:cubicBezTo>
                    <a:lnTo>
                      <a:pt x="181393" y="445891"/>
                    </a:lnTo>
                    <a:lnTo>
                      <a:pt x="222602" y="445891"/>
                    </a:lnTo>
                    <a:cubicBezTo>
                      <a:pt x="233461" y="445891"/>
                      <a:pt x="242272" y="454689"/>
                      <a:pt x="242272" y="465532"/>
                    </a:cubicBezTo>
                    <a:lnTo>
                      <a:pt x="242272" y="526323"/>
                    </a:lnTo>
                    <a:cubicBezTo>
                      <a:pt x="242272" y="526501"/>
                      <a:pt x="242272" y="526679"/>
                      <a:pt x="242272" y="526946"/>
                    </a:cubicBezTo>
                    <a:lnTo>
                      <a:pt x="253665" y="526946"/>
                    </a:lnTo>
                    <a:lnTo>
                      <a:pt x="253665" y="419317"/>
                    </a:lnTo>
                    <a:cubicBezTo>
                      <a:pt x="253665" y="414695"/>
                      <a:pt x="250728" y="410518"/>
                      <a:pt x="246278" y="409096"/>
                    </a:cubicBezTo>
                    <a:lnTo>
                      <a:pt x="213168" y="398075"/>
                    </a:lnTo>
                    <a:cubicBezTo>
                      <a:pt x="213079" y="398075"/>
                      <a:pt x="213079" y="397987"/>
                      <a:pt x="212990" y="397987"/>
                    </a:cubicBezTo>
                    <a:close/>
                    <a:moveTo>
                      <a:pt x="130749" y="397987"/>
                    </a:moveTo>
                    <a:cubicBezTo>
                      <a:pt x="130660" y="397987"/>
                      <a:pt x="130571" y="398075"/>
                      <a:pt x="130571" y="398075"/>
                    </a:cubicBezTo>
                    <a:lnTo>
                      <a:pt x="97372" y="409096"/>
                    </a:lnTo>
                    <a:cubicBezTo>
                      <a:pt x="93010" y="410518"/>
                      <a:pt x="90073" y="414695"/>
                      <a:pt x="90073" y="419317"/>
                    </a:cubicBezTo>
                    <a:lnTo>
                      <a:pt x="90073" y="526946"/>
                    </a:lnTo>
                    <a:lnTo>
                      <a:pt x="101555" y="526946"/>
                    </a:lnTo>
                    <a:cubicBezTo>
                      <a:pt x="101466" y="526679"/>
                      <a:pt x="101466" y="526501"/>
                      <a:pt x="101466" y="526323"/>
                    </a:cubicBezTo>
                    <a:lnTo>
                      <a:pt x="101466" y="465532"/>
                    </a:lnTo>
                    <a:cubicBezTo>
                      <a:pt x="101466" y="454689"/>
                      <a:pt x="110277" y="445891"/>
                      <a:pt x="121136" y="445891"/>
                    </a:cubicBezTo>
                    <a:lnTo>
                      <a:pt x="162346" y="445891"/>
                    </a:lnTo>
                    <a:lnTo>
                      <a:pt x="162346" y="413451"/>
                    </a:lnTo>
                    <a:cubicBezTo>
                      <a:pt x="150508" y="411585"/>
                      <a:pt x="139560" y="406163"/>
                      <a:pt x="130749" y="397987"/>
                    </a:cubicBezTo>
                    <a:close/>
                    <a:moveTo>
                      <a:pt x="150953" y="364303"/>
                    </a:moveTo>
                    <a:lnTo>
                      <a:pt x="150953" y="369813"/>
                    </a:lnTo>
                    <a:cubicBezTo>
                      <a:pt x="150953" y="375768"/>
                      <a:pt x="149173" y="381367"/>
                      <a:pt x="146058" y="386077"/>
                    </a:cubicBezTo>
                    <a:cubicBezTo>
                      <a:pt x="153356" y="391943"/>
                      <a:pt x="162435" y="395231"/>
                      <a:pt x="171869" y="395231"/>
                    </a:cubicBezTo>
                    <a:cubicBezTo>
                      <a:pt x="181304" y="395231"/>
                      <a:pt x="190382" y="391943"/>
                      <a:pt x="197681" y="386077"/>
                    </a:cubicBezTo>
                    <a:cubicBezTo>
                      <a:pt x="194566" y="381367"/>
                      <a:pt x="192785" y="375768"/>
                      <a:pt x="192785" y="369813"/>
                    </a:cubicBezTo>
                    <a:lnTo>
                      <a:pt x="192785" y="364303"/>
                    </a:lnTo>
                    <a:cubicBezTo>
                      <a:pt x="186199" y="367324"/>
                      <a:pt x="178990" y="368835"/>
                      <a:pt x="171869" y="368835"/>
                    </a:cubicBezTo>
                    <a:cubicBezTo>
                      <a:pt x="164660" y="368835"/>
                      <a:pt x="157539" y="367324"/>
                      <a:pt x="150953" y="364303"/>
                    </a:cubicBezTo>
                    <a:close/>
                    <a:moveTo>
                      <a:pt x="201597" y="245564"/>
                    </a:moveTo>
                    <a:cubicBezTo>
                      <a:pt x="174806" y="265739"/>
                      <a:pt x="132529" y="270716"/>
                      <a:pt x="112859" y="271960"/>
                    </a:cubicBezTo>
                    <a:lnTo>
                      <a:pt x="119089" y="321820"/>
                    </a:lnTo>
                    <a:cubicBezTo>
                      <a:pt x="119534" y="325375"/>
                      <a:pt x="121670" y="328486"/>
                      <a:pt x="124963" y="330085"/>
                    </a:cubicBezTo>
                    <a:lnTo>
                      <a:pt x="157984" y="346616"/>
                    </a:lnTo>
                    <a:cubicBezTo>
                      <a:pt x="166707" y="350971"/>
                      <a:pt x="177032" y="350971"/>
                      <a:pt x="185754" y="346616"/>
                    </a:cubicBezTo>
                    <a:lnTo>
                      <a:pt x="218775" y="330085"/>
                    </a:lnTo>
                    <a:cubicBezTo>
                      <a:pt x="221979" y="328486"/>
                      <a:pt x="224204" y="325375"/>
                      <a:pt x="224649" y="321820"/>
                    </a:cubicBezTo>
                    <a:lnTo>
                      <a:pt x="230346" y="276226"/>
                    </a:lnTo>
                    <a:close/>
                    <a:moveTo>
                      <a:pt x="234262" y="224501"/>
                    </a:moveTo>
                    <a:lnTo>
                      <a:pt x="213435" y="230455"/>
                    </a:lnTo>
                    <a:lnTo>
                      <a:pt x="243251" y="262184"/>
                    </a:lnTo>
                    <a:cubicBezTo>
                      <a:pt x="243429" y="260318"/>
                      <a:pt x="243518" y="258451"/>
                      <a:pt x="243518" y="256585"/>
                    </a:cubicBezTo>
                    <a:cubicBezTo>
                      <a:pt x="243518" y="245209"/>
                      <a:pt x="240314" y="234277"/>
                      <a:pt x="234262" y="224501"/>
                    </a:cubicBezTo>
                    <a:close/>
                    <a:moveTo>
                      <a:pt x="109387" y="224501"/>
                    </a:moveTo>
                    <a:cubicBezTo>
                      <a:pt x="103869" y="233388"/>
                      <a:pt x="100754" y="243253"/>
                      <a:pt x="100309" y="253563"/>
                    </a:cubicBezTo>
                    <a:cubicBezTo>
                      <a:pt x="100843" y="253385"/>
                      <a:pt x="101466" y="253296"/>
                      <a:pt x="102089" y="253296"/>
                    </a:cubicBezTo>
                    <a:cubicBezTo>
                      <a:pt x="102623" y="253296"/>
                      <a:pt x="139382" y="253119"/>
                      <a:pt x="169377" y="241565"/>
                    </a:cubicBezTo>
                    <a:cubicBezTo>
                      <a:pt x="169288" y="241565"/>
                      <a:pt x="169288" y="241565"/>
                      <a:pt x="169288" y="241565"/>
                    </a:cubicBezTo>
                    <a:close/>
                    <a:moveTo>
                      <a:pt x="313299" y="221657"/>
                    </a:moveTo>
                    <a:lnTo>
                      <a:pt x="313299" y="304045"/>
                    </a:lnTo>
                    <a:lnTo>
                      <a:pt x="345074" y="304045"/>
                    </a:lnTo>
                    <a:lnTo>
                      <a:pt x="345074" y="221657"/>
                    </a:lnTo>
                    <a:close/>
                    <a:moveTo>
                      <a:pt x="224827" y="187973"/>
                    </a:moveTo>
                    <a:lnTo>
                      <a:pt x="182461" y="199971"/>
                    </a:lnTo>
                    <a:cubicBezTo>
                      <a:pt x="182105" y="200060"/>
                      <a:pt x="181749" y="200149"/>
                      <a:pt x="181393" y="200238"/>
                    </a:cubicBezTo>
                    <a:lnTo>
                      <a:pt x="181393" y="219879"/>
                    </a:lnTo>
                    <a:lnTo>
                      <a:pt x="229990" y="205926"/>
                    </a:lnTo>
                    <a:cubicBezTo>
                      <a:pt x="230168" y="205748"/>
                      <a:pt x="230346" y="205570"/>
                      <a:pt x="230524" y="205392"/>
                    </a:cubicBezTo>
                    <a:cubicBezTo>
                      <a:pt x="230524" y="205303"/>
                      <a:pt x="230524" y="205215"/>
                      <a:pt x="230524" y="205126"/>
                    </a:cubicBezTo>
                    <a:close/>
                    <a:moveTo>
                      <a:pt x="118911" y="187973"/>
                    </a:moveTo>
                    <a:lnTo>
                      <a:pt x="113215" y="205126"/>
                    </a:lnTo>
                    <a:cubicBezTo>
                      <a:pt x="113215" y="205215"/>
                      <a:pt x="113215" y="205303"/>
                      <a:pt x="113215" y="205392"/>
                    </a:cubicBezTo>
                    <a:cubicBezTo>
                      <a:pt x="113393" y="205570"/>
                      <a:pt x="113571" y="205748"/>
                      <a:pt x="113749" y="206014"/>
                    </a:cubicBezTo>
                    <a:lnTo>
                      <a:pt x="162346" y="219879"/>
                    </a:lnTo>
                    <a:lnTo>
                      <a:pt x="162346" y="200238"/>
                    </a:lnTo>
                    <a:cubicBezTo>
                      <a:pt x="161990" y="200149"/>
                      <a:pt x="161634" y="200060"/>
                      <a:pt x="161277" y="199971"/>
                    </a:cubicBezTo>
                    <a:close/>
                    <a:moveTo>
                      <a:pt x="166440" y="141313"/>
                    </a:moveTo>
                    <a:lnTo>
                      <a:pt x="95147" y="161488"/>
                    </a:lnTo>
                    <a:lnTo>
                      <a:pt x="166440" y="181662"/>
                    </a:lnTo>
                    <a:cubicBezTo>
                      <a:pt x="170000" y="182640"/>
                      <a:pt x="173738" y="182640"/>
                      <a:pt x="177299" y="181662"/>
                    </a:cubicBezTo>
                    <a:lnTo>
                      <a:pt x="248592" y="161488"/>
                    </a:lnTo>
                    <a:lnTo>
                      <a:pt x="177299" y="141313"/>
                    </a:lnTo>
                    <a:cubicBezTo>
                      <a:pt x="173738" y="140335"/>
                      <a:pt x="170000" y="140335"/>
                      <a:pt x="166440" y="141313"/>
                    </a:cubicBezTo>
                    <a:close/>
                    <a:moveTo>
                      <a:pt x="404618" y="140602"/>
                    </a:moveTo>
                    <a:lnTo>
                      <a:pt x="404618" y="304045"/>
                    </a:lnTo>
                    <a:lnTo>
                      <a:pt x="436393" y="304045"/>
                    </a:lnTo>
                    <a:lnTo>
                      <a:pt x="436393" y="140602"/>
                    </a:lnTo>
                    <a:close/>
                    <a:moveTo>
                      <a:pt x="495937" y="59547"/>
                    </a:moveTo>
                    <a:lnTo>
                      <a:pt x="495937" y="304045"/>
                    </a:lnTo>
                    <a:lnTo>
                      <a:pt x="527712" y="304045"/>
                    </a:lnTo>
                    <a:lnTo>
                      <a:pt x="527712" y="59547"/>
                    </a:lnTo>
                    <a:close/>
                    <a:moveTo>
                      <a:pt x="192162" y="19019"/>
                    </a:moveTo>
                    <a:cubicBezTo>
                      <a:pt x="186199" y="19019"/>
                      <a:pt x="181393" y="23819"/>
                      <a:pt x="181393" y="29773"/>
                    </a:cubicBezTo>
                    <a:lnTo>
                      <a:pt x="181393" y="122827"/>
                    </a:lnTo>
                    <a:cubicBezTo>
                      <a:pt x="181749" y="122915"/>
                      <a:pt x="182105" y="123004"/>
                      <a:pt x="182461" y="123093"/>
                    </a:cubicBezTo>
                    <a:lnTo>
                      <a:pt x="273246" y="148689"/>
                    </a:lnTo>
                    <a:cubicBezTo>
                      <a:pt x="278676" y="150289"/>
                      <a:pt x="282325" y="154911"/>
                      <a:pt x="282770" y="160421"/>
                    </a:cubicBezTo>
                    <a:cubicBezTo>
                      <a:pt x="282859" y="160777"/>
                      <a:pt x="282859" y="161132"/>
                      <a:pt x="282859" y="161488"/>
                    </a:cubicBezTo>
                    <a:lnTo>
                      <a:pt x="282859" y="222279"/>
                    </a:lnTo>
                    <a:cubicBezTo>
                      <a:pt x="282859" y="227522"/>
                      <a:pt x="278587" y="231789"/>
                      <a:pt x="273335" y="231789"/>
                    </a:cubicBezTo>
                    <a:cubicBezTo>
                      <a:pt x="268084" y="231789"/>
                      <a:pt x="263812" y="227522"/>
                      <a:pt x="263812" y="222279"/>
                    </a:cubicBezTo>
                    <a:lnTo>
                      <a:pt x="263812" y="176952"/>
                    </a:lnTo>
                    <a:lnTo>
                      <a:pt x="243073" y="182818"/>
                    </a:lnTo>
                    <a:lnTo>
                      <a:pt x="248592" y="199082"/>
                    </a:lnTo>
                    <a:cubicBezTo>
                      <a:pt x="249927" y="203170"/>
                      <a:pt x="249838" y="207525"/>
                      <a:pt x="248503" y="211525"/>
                    </a:cubicBezTo>
                    <a:cubicBezTo>
                      <a:pt x="257759" y="224945"/>
                      <a:pt x="262566" y="240409"/>
                      <a:pt x="262566" y="256585"/>
                    </a:cubicBezTo>
                    <a:cubicBezTo>
                      <a:pt x="262566" y="273649"/>
                      <a:pt x="257136" y="290002"/>
                      <a:pt x="246723" y="304045"/>
                    </a:cubicBezTo>
                    <a:lnTo>
                      <a:pt x="294252" y="304045"/>
                    </a:lnTo>
                    <a:lnTo>
                      <a:pt x="294252" y="212147"/>
                    </a:lnTo>
                    <a:cubicBezTo>
                      <a:pt x="294252" y="206903"/>
                      <a:pt x="298524" y="202637"/>
                      <a:pt x="303775" y="202637"/>
                    </a:cubicBezTo>
                    <a:lnTo>
                      <a:pt x="354508" y="202637"/>
                    </a:lnTo>
                    <a:cubicBezTo>
                      <a:pt x="359759" y="202637"/>
                      <a:pt x="364032" y="206903"/>
                      <a:pt x="364032" y="212147"/>
                    </a:cubicBezTo>
                    <a:lnTo>
                      <a:pt x="364032" y="304045"/>
                    </a:lnTo>
                    <a:lnTo>
                      <a:pt x="385660" y="304045"/>
                    </a:lnTo>
                    <a:lnTo>
                      <a:pt x="385660" y="131092"/>
                    </a:lnTo>
                    <a:cubicBezTo>
                      <a:pt x="385660" y="125848"/>
                      <a:pt x="389843" y="121582"/>
                      <a:pt x="395094" y="121582"/>
                    </a:cubicBezTo>
                    <a:lnTo>
                      <a:pt x="445916" y="121582"/>
                    </a:lnTo>
                    <a:cubicBezTo>
                      <a:pt x="451168" y="121582"/>
                      <a:pt x="455351" y="125848"/>
                      <a:pt x="455351" y="131092"/>
                    </a:cubicBezTo>
                    <a:lnTo>
                      <a:pt x="455351" y="304045"/>
                    </a:lnTo>
                    <a:lnTo>
                      <a:pt x="476979" y="304045"/>
                    </a:lnTo>
                    <a:lnTo>
                      <a:pt x="476979" y="50037"/>
                    </a:lnTo>
                    <a:cubicBezTo>
                      <a:pt x="476979" y="44793"/>
                      <a:pt x="481252" y="40527"/>
                      <a:pt x="486503" y="40527"/>
                    </a:cubicBezTo>
                    <a:lnTo>
                      <a:pt x="537236" y="40527"/>
                    </a:lnTo>
                    <a:cubicBezTo>
                      <a:pt x="542487" y="40527"/>
                      <a:pt x="546759" y="44793"/>
                      <a:pt x="546759" y="50037"/>
                    </a:cubicBezTo>
                    <a:lnTo>
                      <a:pt x="546759" y="304045"/>
                    </a:lnTo>
                    <a:lnTo>
                      <a:pt x="557529" y="304045"/>
                    </a:lnTo>
                    <a:cubicBezTo>
                      <a:pt x="562780" y="304045"/>
                      <a:pt x="567053" y="308222"/>
                      <a:pt x="567053" y="313465"/>
                    </a:cubicBezTo>
                    <a:cubicBezTo>
                      <a:pt x="567053" y="318709"/>
                      <a:pt x="562780" y="322975"/>
                      <a:pt x="557529" y="322975"/>
                    </a:cubicBezTo>
                    <a:lnTo>
                      <a:pt x="243697" y="322975"/>
                    </a:lnTo>
                    <a:lnTo>
                      <a:pt x="243518" y="324219"/>
                    </a:lnTo>
                    <a:cubicBezTo>
                      <a:pt x="242539" y="332396"/>
                      <a:pt x="238089" y="339773"/>
                      <a:pt x="231503" y="344572"/>
                    </a:cubicBezTo>
                    <a:lnTo>
                      <a:pt x="577822" y="344572"/>
                    </a:lnTo>
                    <a:cubicBezTo>
                      <a:pt x="583786" y="344572"/>
                      <a:pt x="588592" y="339684"/>
                      <a:pt x="588592" y="333729"/>
                    </a:cubicBezTo>
                    <a:lnTo>
                      <a:pt x="588592" y="29773"/>
                    </a:lnTo>
                    <a:cubicBezTo>
                      <a:pt x="588592" y="23819"/>
                      <a:pt x="583786" y="19019"/>
                      <a:pt x="577822" y="19019"/>
                    </a:cubicBezTo>
                    <a:close/>
                    <a:moveTo>
                      <a:pt x="192162" y="0"/>
                    </a:moveTo>
                    <a:lnTo>
                      <a:pt x="577822" y="0"/>
                    </a:lnTo>
                    <a:cubicBezTo>
                      <a:pt x="594199" y="0"/>
                      <a:pt x="607639" y="13331"/>
                      <a:pt x="607639" y="29773"/>
                    </a:cubicBezTo>
                    <a:lnTo>
                      <a:pt x="607639" y="333729"/>
                    </a:lnTo>
                    <a:cubicBezTo>
                      <a:pt x="607639" y="350171"/>
                      <a:pt x="594199" y="363503"/>
                      <a:pt x="577822" y="363503"/>
                    </a:cubicBezTo>
                    <a:lnTo>
                      <a:pt x="211833" y="363503"/>
                    </a:lnTo>
                    <a:lnTo>
                      <a:pt x="211833" y="369813"/>
                    </a:lnTo>
                    <a:cubicBezTo>
                      <a:pt x="211833" y="374434"/>
                      <a:pt x="214770" y="378612"/>
                      <a:pt x="219220" y="380034"/>
                    </a:cubicBezTo>
                    <a:lnTo>
                      <a:pt x="252330" y="391054"/>
                    </a:lnTo>
                    <a:cubicBezTo>
                      <a:pt x="264524" y="395143"/>
                      <a:pt x="272712" y="406519"/>
                      <a:pt x="272712" y="419317"/>
                    </a:cubicBezTo>
                    <a:lnTo>
                      <a:pt x="272712" y="526946"/>
                    </a:lnTo>
                    <a:lnTo>
                      <a:pt x="334215" y="526946"/>
                    </a:lnTo>
                    <a:cubicBezTo>
                      <a:pt x="339466" y="526946"/>
                      <a:pt x="343738" y="531212"/>
                      <a:pt x="343738" y="536455"/>
                    </a:cubicBezTo>
                    <a:cubicBezTo>
                      <a:pt x="343738" y="541699"/>
                      <a:pt x="339466" y="545965"/>
                      <a:pt x="334215" y="545965"/>
                    </a:cubicBezTo>
                    <a:lnTo>
                      <a:pt x="9524" y="545965"/>
                    </a:lnTo>
                    <a:cubicBezTo>
                      <a:pt x="4272" y="545965"/>
                      <a:pt x="0" y="541699"/>
                      <a:pt x="0" y="536455"/>
                    </a:cubicBezTo>
                    <a:cubicBezTo>
                      <a:pt x="0" y="531212"/>
                      <a:pt x="4272" y="526946"/>
                      <a:pt x="9524" y="526946"/>
                    </a:cubicBezTo>
                    <a:lnTo>
                      <a:pt x="71026" y="526946"/>
                    </a:lnTo>
                    <a:lnTo>
                      <a:pt x="71026" y="419317"/>
                    </a:lnTo>
                    <a:cubicBezTo>
                      <a:pt x="71026" y="406430"/>
                      <a:pt x="79215" y="395143"/>
                      <a:pt x="91408" y="391054"/>
                    </a:cubicBezTo>
                    <a:lnTo>
                      <a:pt x="124518" y="380034"/>
                    </a:lnTo>
                    <a:cubicBezTo>
                      <a:pt x="128969" y="378612"/>
                      <a:pt x="131906" y="374434"/>
                      <a:pt x="131906" y="369813"/>
                    </a:cubicBezTo>
                    <a:lnTo>
                      <a:pt x="131906" y="354882"/>
                    </a:lnTo>
                    <a:lnTo>
                      <a:pt x="116419" y="347149"/>
                    </a:lnTo>
                    <a:cubicBezTo>
                      <a:pt x="107518" y="342617"/>
                      <a:pt x="101466" y="334085"/>
                      <a:pt x="100220" y="324219"/>
                    </a:cubicBezTo>
                    <a:lnTo>
                      <a:pt x="97817" y="305111"/>
                    </a:lnTo>
                    <a:cubicBezTo>
                      <a:pt x="86869" y="290891"/>
                      <a:pt x="81173" y="274093"/>
                      <a:pt x="81173" y="256585"/>
                    </a:cubicBezTo>
                    <a:cubicBezTo>
                      <a:pt x="81173" y="240409"/>
                      <a:pt x="85979" y="224945"/>
                      <a:pt x="95147" y="211525"/>
                    </a:cubicBezTo>
                    <a:cubicBezTo>
                      <a:pt x="93811" y="207525"/>
                      <a:pt x="93811" y="203170"/>
                      <a:pt x="95147" y="199082"/>
                    </a:cubicBezTo>
                    <a:lnTo>
                      <a:pt x="100576" y="182818"/>
                    </a:lnTo>
                    <a:lnTo>
                      <a:pt x="70492" y="174286"/>
                    </a:lnTo>
                    <a:cubicBezTo>
                      <a:pt x="64707" y="172686"/>
                      <a:pt x="60880" y="167531"/>
                      <a:pt x="60880" y="161488"/>
                    </a:cubicBezTo>
                    <a:cubicBezTo>
                      <a:pt x="60880" y="155444"/>
                      <a:pt x="64707" y="150378"/>
                      <a:pt x="70492" y="148689"/>
                    </a:cubicBezTo>
                    <a:lnTo>
                      <a:pt x="161277" y="123093"/>
                    </a:lnTo>
                    <a:cubicBezTo>
                      <a:pt x="161634" y="123004"/>
                      <a:pt x="161990" y="122915"/>
                      <a:pt x="162346" y="122827"/>
                    </a:cubicBezTo>
                    <a:lnTo>
                      <a:pt x="162346" y="29773"/>
                    </a:lnTo>
                    <a:cubicBezTo>
                      <a:pt x="162346" y="13331"/>
                      <a:pt x="175696" y="0"/>
                      <a:pt x="192162" y="0"/>
                    </a:cubicBezTo>
                    <a:close/>
                  </a:path>
                </a:pathLst>
              </a:cu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alpha val="70000"/>
                    </a:prstClr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51" name="iconfont-11607-6172721">
                <a:extLst>
                  <a:ext uri="{FF2B5EF4-FFF2-40B4-BE49-F238E27FC236}">
                    <a16:creationId xmlns:a16="http://schemas.microsoft.com/office/drawing/2014/main" id="{0165D050-6DF1-0E6B-CA0A-7FE260C8FE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708131" y="279672"/>
                <a:ext cx="213298" cy="191648"/>
              </a:xfrm>
              <a:custGeom>
                <a:avLst/>
                <a:gdLst>
                  <a:gd name="connsiteX0" fmla="*/ 171888 w 607639"/>
                  <a:gd name="connsiteY0" fmla="*/ 486408 h 545965"/>
                  <a:gd name="connsiteX1" fmla="*/ 171977 w 607639"/>
                  <a:gd name="connsiteY1" fmla="*/ 486408 h 545965"/>
                  <a:gd name="connsiteX2" fmla="*/ 181494 w 607639"/>
                  <a:gd name="connsiteY2" fmla="*/ 495899 h 545965"/>
                  <a:gd name="connsiteX3" fmla="*/ 171977 w 607639"/>
                  <a:gd name="connsiteY3" fmla="*/ 505390 h 545965"/>
                  <a:gd name="connsiteX4" fmla="*/ 162371 w 607639"/>
                  <a:gd name="connsiteY4" fmla="*/ 495899 h 545965"/>
                  <a:gd name="connsiteX5" fmla="*/ 171888 w 607639"/>
                  <a:gd name="connsiteY5" fmla="*/ 486408 h 545965"/>
                  <a:gd name="connsiteX6" fmla="*/ 121136 w 607639"/>
                  <a:gd name="connsiteY6" fmla="*/ 464910 h 545965"/>
                  <a:gd name="connsiteX7" fmla="*/ 120513 w 607639"/>
                  <a:gd name="connsiteY7" fmla="*/ 465532 h 545965"/>
                  <a:gd name="connsiteX8" fmla="*/ 120513 w 607639"/>
                  <a:gd name="connsiteY8" fmla="*/ 526323 h 545965"/>
                  <a:gd name="connsiteX9" fmla="*/ 121136 w 607639"/>
                  <a:gd name="connsiteY9" fmla="*/ 526946 h 545965"/>
                  <a:gd name="connsiteX10" fmla="*/ 222602 w 607639"/>
                  <a:gd name="connsiteY10" fmla="*/ 526946 h 545965"/>
                  <a:gd name="connsiteX11" fmla="*/ 223225 w 607639"/>
                  <a:gd name="connsiteY11" fmla="*/ 526323 h 545965"/>
                  <a:gd name="connsiteX12" fmla="*/ 223225 w 607639"/>
                  <a:gd name="connsiteY12" fmla="*/ 465532 h 545965"/>
                  <a:gd name="connsiteX13" fmla="*/ 222602 w 607639"/>
                  <a:gd name="connsiteY13" fmla="*/ 464910 h 545965"/>
                  <a:gd name="connsiteX14" fmla="*/ 171869 w 607639"/>
                  <a:gd name="connsiteY14" fmla="*/ 464910 h 545965"/>
                  <a:gd name="connsiteX15" fmla="*/ 212990 w 607639"/>
                  <a:gd name="connsiteY15" fmla="*/ 397987 h 545965"/>
                  <a:gd name="connsiteX16" fmla="*/ 181393 w 607639"/>
                  <a:gd name="connsiteY16" fmla="*/ 413451 h 545965"/>
                  <a:gd name="connsiteX17" fmla="*/ 181393 w 607639"/>
                  <a:gd name="connsiteY17" fmla="*/ 445891 h 545965"/>
                  <a:gd name="connsiteX18" fmla="*/ 222602 w 607639"/>
                  <a:gd name="connsiteY18" fmla="*/ 445891 h 545965"/>
                  <a:gd name="connsiteX19" fmla="*/ 242272 w 607639"/>
                  <a:gd name="connsiteY19" fmla="*/ 465532 h 545965"/>
                  <a:gd name="connsiteX20" fmla="*/ 242272 w 607639"/>
                  <a:gd name="connsiteY20" fmla="*/ 526323 h 545965"/>
                  <a:gd name="connsiteX21" fmla="*/ 242272 w 607639"/>
                  <a:gd name="connsiteY21" fmla="*/ 526946 h 545965"/>
                  <a:gd name="connsiteX22" fmla="*/ 253665 w 607639"/>
                  <a:gd name="connsiteY22" fmla="*/ 526946 h 545965"/>
                  <a:gd name="connsiteX23" fmla="*/ 253665 w 607639"/>
                  <a:gd name="connsiteY23" fmla="*/ 419317 h 545965"/>
                  <a:gd name="connsiteX24" fmla="*/ 246278 w 607639"/>
                  <a:gd name="connsiteY24" fmla="*/ 409096 h 545965"/>
                  <a:gd name="connsiteX25" fmla="*/ 213168 w 607639"/>
                  <a:gd name="connsiteY25" fmla="*/ 398075 h 545965"/>
                  <a:gd name="connsiteX26" fmla="*/ 212990 w 607639"/>
                  <a:gd name="connsiteY26" fmla="*/ 397987 h 545965"/>
                  <a:gd name="connsiteX27" fmla="*/ 130749 w 607639"/>
                  <a:gd name="connsiteY27" fmla="*/ 397987 h 545965"/>
                  <a:gd name="connsiteX28" fmla="*/ 130571 w 607639"/>
                  <a:gd name="connsiteY28" fmla="*/ 398075 h 545965"/>
                  <a:gd name="connsiteX29" fmla="*/ 97372 w 607639"/>
                  <a:gd name="connsiteY29" fmla="*/ 409096 h 545965"/>
                  <a:gd name="connsiteX30" fmla="*/ 90073 w 607639"/>
                  <a:gd name="connsiteY30" fmla="*/ 419317 h 545965"/>
                  <a:gd name="connsiteX31" fmla="*/ 90073 w 607639"/>
                  <a:gd name="connsiteY31" fmla="*/ 526946 h 545965"/>
                  <a:gd name="connsiteX32" fmla="*/ 101555 w 607639"/>
                  <a:gd name="connsiteY32" fmla="*/ 526946 h 545965"/>
                  <a:gd name="connsiteX33" fmla="*/ 101466 w 607639"/>
                  <a:gd name="connsiteY33" fmla="*/ 526323 h 545965"/>
                  <a:gd name="connsiteX34" fmla="*/ 101466 w 607639"/>
                  <a:gd name="connsiteY34" fmla="*/ 465532 h 545965"/>
                  <a:gd name="connsiteX35" fmla="*/ 121136 w 607639"/>
                  <a:gd name="connsiteY35" fmla="*/ 445891 h 545965"/>
                  <a:gd name="connsiteX36" fmla="*/ 162346 w 607639"/>
                  <a:gd name="connsiteY36" fmla="*/ 445891 h 545965"/>
                  <a:gd name="connsiteX37" fmla="*/ 162346 w 607639"/>
                  <a:gd name="connsiteY37" fmla="*/ 413451 h 545965"/>
                  <a:gd name="connsiteX38" fmla="*/ 130749 w 607639"/>
                  <a:gd name="connsiteY38" fmla="*/ 397987 h 545965"/>
                  <a:gd name="connsiteX39" fmla="*/ 150953 w 607639"/>
                  <a:gd name="connsiteY39" fmla="*/ 364303 h 545965"/>
                  <a:gd name="connsiteX40" fmla="*/ 150953 w 607639"/>
                  <a:gd name="connsiteY40" fmla="*/ 369813 h 545965"/>
                  <a:gd name="connsiteX41" fmla="*/ 146058 w 607639"/>
                  <a:gd name="connsiteY41" fmla="*/ 386077 h 545965"/>
                  <a:gd name="connsiteX42" fmla="*/ 171869 w 607639"/>
                  <a:gd name="connsiteY42" fmla="*/ 395231 h 545965"/>
                  <a:gd name="connsiteX43" fmla="*/ 197681 w 607639"/>
                  <a:gd name="connsiteY43" fmla="*/ 386077 h 545965"/>
                  <a:gd name="connsiteX44" fmla="*/ 192785 w 607639"/>
                  <a:gd name="connsiteY44" fmla="*/ 369813 h 545965"/>
                  <a:gd name="connsiteX45" fmla="*/ 192785 w 607639"/>
                  <a:gd name="connsiteY45" fmla="*/ 364303 h 545965"/>
                  <a:gd name="connsiteX46" fmla="*/ 171869 w 607639"/>
                  <a:gd name="connsiteY46" fmla="*/ 368835 h 545965"/>
                  <a:gd name="connsiteX47" fmla="*/ 150953 w 607639"/>
                  <a:gd name="connsiteY47" fmla="*/ 364303 h 545965"/>
                  <a:gd name="connsiteX48" fmla="*/ 201597 w 607639"/>
                  <a:gd name="connsiteY48" fmla="*/ 245564 h 545965"/>
                  <a:gd name="connsiteX49" fmla="*/ 112859 w 607639"/>
                  <a:gd name="connsiteY49" fmla="*/ 271960 h 545965"/>
                  <a:gd name="connsiteX50" fmla="*/ 119089 w 607639"/>
                  <a:gd name="connsiteY50" fmla="*/ 321820 h 545965"/>
                  <a:gd name="connsiteX51" fmla="*/ 124963 w 607639"/>
                  <a:gd name="connsiteY51" fmla="*/ 330085 h 545965"/>
                  <a:gd name="connsiteX52" fmla="*/ 157984 w 607639"/>
                  <a:gd name="connsiteY52" fmla="*/ 346616 h 545965"/>
                  <a:gd name="connsiteX53" fmla="*/ 185754 w 607639"/>
                  <a:gd name="connsiteY53" fmla="*/ 346616 h 545965"/>
                  <a:gd name="connsiteX54" fmla="*/ 218775 w 607639"/>
                  <a:gd name="connsiteY54" fmla="*/ 330085 h 545965"/>
                  <a:gd name="connsiteX55" fmla="*/ 224649 w 607639"/>
                  <a:gd name="connsiteY55" fmla="*/ 321820 h 545965"/>
                  <a:gd name="connsiteX56" fmla="*/ 230346 w 607639"/>
                  <a:gd name="connsiteY56" fmla="*/ 276226 h 545965"/>
                  <a:gd name="connsiteX57" fmla="*/ 234262 w 607639"/>
                  <a:gd name="connsiteY57" fmla="*/ 224501 h 545965"/>
                  <a:gd name="connsiteX58" fmla="*/ 213435 w 607639"/>
                  <a:gd name="connsiteY58" fmla="*/ 230455 h 545965"/>
                  <a:gd name="connsiteX59" fmla="*/ 243251 w 607639"/>
                  <a:gd name="connsiteY59" fmla="*/ 262184 h 545965"/>
                  <a:gd name="connsiteX60" fmla="*/ 243518 w 607639"/>
                  <a:gd name="connsiteY60" fmla="*/ 256585 h 545965"/>
                  <a:gd name="connsiteX61" fmla="*/ 234262 w 607639"/>
                  <a:gd name="connsiteY61" fmla="*/ 224501 h 545965"/>
                  <a:gd name="connsiteX62" fmla="*/ 109387 w 607639"/>
                  <a:gd name="connsiteY62" fmla="*/ 224501 h 545965"/>
                  <a:gd name="connsiteX63" fmla="*/ 100309 w 607639"/>
                  <a:gd name="connsiteY63" fmla="*/ 253563 h 545965"/>
                  <a:gd name="connsiteX64" fmla="*/ 102089 w 607639"/>
                  <a:gd name="connsiteY64" fmla="*/ 253296 h 545965"/>
                  <a:gd name="connsiteX65" fmla="*/ 169377 w 607639"/>
                  <a:gd name="connsiteY65" fmla="*/ 241565 h 545965"/>
                  <a:gd name="connsiteX66" fmla="*/ 169288 w 607639"/>
                  <a:gd name="connsiteY66" fmla="*/ 241565 h 545965"/>
                  <a:gd name="connsiteX67" fmla="*/ 313299 w 607639"/>
                  <a:gd name="connsiteY67" fmla="*/ 221657 h 545965"/>
                  <a:gd name="connsiteX68" fmla="*/ 313299 w 607639"/>
                  <a:gd name="connsiteY68" fmla="*/ 304045 h 545965"/>
                  <a:gd name="connsiteX69" fmla="*/ 345074 w 607639"/>
                  <a:gd name="connsiteY69" fmla="*/ 304045 h 545965"/>
                  <a:gd name="connsiteX70" fmla="*/ 345074 w 607639"/>
                  <a:gd name="connsiteY70" fmla="*/ 221657 h 545965"/>
                  <a:gd name="connsiteX71" fmla="*/ 224827 w 607639"/>
                  <a:gd name="connsiteY71" fmla="*/ 187973 h 545965"/>
                  <a:gd name="connsiteX72" fmla="*/ 182461 w 607639"/>
                  <a:gd name="connsiteY72" fmla="*/ 199971 h 545965"/>
                  <a:gd name="connsiteX73" fmla="*/ 181393 w 607639"/>
                  <a:gd name="connsiteY73" fmla="*/ 200238 h 545965"/>
                  <a:gd name="connsiteX74" fmla="*/ 181393 w 607639"/>
                  <a:gd name="connsiteY74" fmla="*/ 219879 h 545965"/>
                  <a:gd name="connsiteX75" fmla="*/ 229990 w 607639"/>
                  <a:gd name="connsiteY75" fmla="*/ 205926 h 545965"/>
                  <a:gd name="connsiteX76" fmla="*/ 230524 w 607639"/>
                  <a:gd name="connsiteY76" fmla="*/ 205392 h 545965"/>
                  <a:gd name="connsiteX77" fmla="*/ 230524 w 607639"/>
                  <a:gd name="connsiteY77" fmla="*/ 205126 h 545965"/>
                  <a:gd name="connsiteX78" fmla="*/ 118911 w 607639"/>
                  <a:gd name="connsiteY78" fmla="*/ 187973 h 545965"/>
                  <a:gd name="connsiteX79" fmla="*/ 113215 w 607639"/>
                  <a:gd name="connsiteY79" fmla="*/ 205126 h 545965"/>
                  <a:gd name="connsiteX80" fmla="*/ 113215 w 607639"/>
                  <a:gd name="connsiteY80" fmla="*/ 205392 h 545965"/>
                  <a:gd name="connsiteX81" fmla="*/ 113749 w 607639"/>
                  <a:gd name="connsiteY81" fmla="*/ 206014 h 545965"/>
                  <a:gd name="connsiteX82" fmla="*/ 162346 w 607639"/>
                  <a:gd name="connsiteY82" fmla="*/ 219879 h 545965"/>
                  <a:gd name="connsiteX83" fmla="*/ 162346 w 607639"/>
                  <a:gd name="connsiteY83" fmla="*/ 200238 h 545965"/>
                  <a:gd name="connsiteX84" fmla="*/ 161277 w 607639"/>
                  <a:gd name="connsiteY84" fmla="*/ 199971 h 545965"/>
                  <a:gd name="connsiteX85" fmla="*/ 166440 w 607639"/>
                  <a:gd name="connsiteY85" fmla="*/ 141313 h 545965"/>
                  <a:gd name="connsiteX86" fmla="*/ 95147 w 607639"/>
                  <a:gd name="connsiteY86" fmla="*/ 161488 h 545965"/>
                  <a:gd name="connsiteX87" fmla="*/ 166440 w 607639"/>
                  <a:gd name="connsiteY87" fmla="*/ 181662 h 545965"/>
                  <a:gd name="connsiteX88" fmla="*/ 177299 w 607639"/>
                  <a:gd name="connsiteY88" fmla="*/ 181662 h 545965"/>
                  <a:gd name="connsiteX89" fmla="*/ 248592 w 607639"/>
                  <a:gd name="connsiteY89" fmla="*/ 161488 h 545965"/>
                  <a:gd name="connsiteX90" fmla="*/ 177299 w 607639"/>
                  <a:gd name="connsiteY90" fmla="*/ 141313 h 545965"/>
                  <a:gd name="connsiteX91" fmla="*/ 166440 w 607639"/>
                  <a:gd name="connsiteY91" fmla="*/ 141313 h 545965"/>
                  <a:gd name="connsiteX92" fmla="*/ 404618 w 607639"/>
                  <a:gd name="connsiteY92" fmla="*/ 140602 h 545965"/>
                  <a:gd name="connsiteX93" fmla="*/ 404618 w 607639"/>
                  <a:gd name="connsiteY93" fmla="*/ 304045 h 545965"/>
                  <a:gd name="connsiteX94" fmla="*/ 436393 w 607639"/>
                  <a:gd name="connsiteY94" fmla="*/ 304045 h 545965"/>
                  <a:gd name="connsiteX95" fmla="*/ 436393 w 607639"/>
                  <a:gd name="connsiteY95" fmla="*/ 140602 h 545965"/>
                  <a:gd name="connsiteX96" fmla="*/ 495937 w 607639"/>
                  <a:gd name="connsiteY96" fmla="*/ 59547 h 545965"/>
                  <a:gd name="connsiteX97" fmla="*/ 495937 w 607639"/>
                  <a:gd name="connsiteY97" fmla="*/ 304045 h 545965"/>
                  <a:gd name="connsiteX98" fmla="*/ 527712 w 607639"/>
                  <a:gd name="connsiteY98" fmla="*/ 304045 h 545965"/>
                  <a:gd name="connsiteX99" fmla="*/ 527712 w 607639"/>
                  <a:gd name="connsiteY99" fmla="*/ 59547 h 545965"/>
                  <a:gd name="connsiteX100" fmla="*/ 192162 w 607639"/>
                  <a:gd name="connsiteY100" fmla="*/ 19019 h 545965"/>
                  <a:gd name="connsiteX101" fmla="*/ 181393 w 607639"/>
                  <a:gd name="connsiteY101" fmla="*/ 29773 h 545965"/>
                  <a:gd name="connsiteX102" fmla="*/ 181393 w 607639"/>
                  <a:gd name="connsiteY102" fmla="*/ 122827 h 545965"/>
                  <a:gd name="connsiteX103" fmla="*/ 182461 w 607639"/>
                  <a:gd name="connsiteY103" fmla="*/ 123093 h 545965"/>
                  <a:gd name="connsiteX104" fmla="*/ 273246 w 607639"/>
                  <a:gd name="connsiteY104" fmla="*/ 148689 h 545965"/>
                  <a:gd name="connsiteX105" fmla="*/ 282770 w 607639"/>
                  <a:gd name="connsiteY105" fmla="*/ 160421 h 545965"/>
                  <a:gd name="connsiteX106" fmla="*/ 282859 w 607639"/>
                  <a:gd name="connsiteY106" fmla="*/ 161488 h 545965"/>
                  <a:gd name="connsiteX107" fmla="*/ 282859 w 607639"/>
                  <a:gd name="connsiteY107" fmla="*/ 222279 h 545965"/>
                  <a:gd name="connsiteX108" fmla="*/ 273335 w 607639"/>
                  <a:gd name="connsiteY108" fmla="*/ 231789 h 545965"/>
                  <a:gd name="connsiteX109" fmla="*/ 263812 w 607639"/>
                  <a:gd name="connsiteY109" fmla="*/ 222279 h 545965"/>
                  <a:gd name="connsiteX110" fmla="*/ 263812 w 607639"/>
                  <a:gd name="connsiteY110" fmla="*/ 176952 h 545965"/>
                  <a:gd name="connsiteX111" fmla="*/ 243073 w 607639"/>
                  <a:gd name="connsiteY111" fmla="*/ 182818 h 545965"/>
                  <a:gd name="connsiteX112" fmla="*/ 248592 w 607639"/>
                  <a:gd name="connsiteY112" fmla="*/ 199082 h 545965"/>
                  <a:gd name="connsiteX113" fmla="*/ 248503 w 607639"/>
                  <a:gd name="connsiteY113" fmla="*/ 211525 h 545965"/>
                  <a:gd name="connsiteX114" fmla="*/ 262566 w 607639"/>
                  <a:gd name="connsiteY114" fmla="*/ 256585 h 545965"/>
                  <a:gd name="connsiteX115" fmla="*/ 246723 w 607639"/>
                  <a:gd name="connsiteY115" fmla="*/ 304045 h 545965"/>
                  <a:gd name="connsiteX116" fmla="*/ 294252 w 607639"/>
                  <a:gd name="connsiteY116" fmla="*/ 304045 h 545965"/>
                  <a:gd name="connsiteX117" fmla="*/ 294252 w 607639"/>
                  <a:gd name="connsiteY117" fmla="*/ 212147 h 545965"/>
                  <a:gd name="connsiteX118" fmla="*/ 303775 w 607639"/>
                  <a:gd name="connsiteY118" fmla="*/ 202637 h 545965"/>
                  <a:gd name="connsiteX119" fmla="*/ 354508 w 607639"/>
                  <a:gd name="connsiteY119" fmla="*/ 202637 h 545965"/>
                  <a:gd name="connsiteX120" fmla="*/ 364032 w 607639"/>
                  <a:gd name="connsiteY120" fmla="*/ 212147 h 545965"/>
                  <a:gd name="connsiteX121" fmla="*/ 364032 w 607639"/>
                  <a:gd name="connsiteY121" fmla="*/ 304045 h 545965"/>
                  <a:gd name="connsiteX122" fmla="*/ 385660 w 607639"/>
                  <a:gd name="connsiteY122" fmla="*/ 304045 h 545965"/>
                  <a:gd name="connsiteX123" fmla="*/ 385660 w 607639"/>
                  <a:gd name="connsiteY123" fmla="*/ 131092 h 545965"/>
                  <a:gd name="connsiteX124" fmla="*/ 395094 w 607639"/>
                  <a:gd name="connsiteY124" fmla="*/ 121582 h 545965"/>
                  <a:gd name="connsiteX125" fmla="*/ 445916 w 607639"/>
                  <a:gd name="connsiteY125" fmla="*/ 121582 h 545965"/>
                  <a:gd name="connsiteX126" fmla="*/ 455351 w 607639"/>
                  <a:gd name="connsiteY126" fmla="*/ 131092 h 545965"/>
                  <a:gd name="connsiteX127" fmla="*/ 455351 w 607639"/>
                  <a:gd name="connsiteY127" fmla="*/ 304045 h 545965"/>
                  <a:gd name="connsiteX128" fmla="*/ 476979 w 607639"/>
                  <a:gd name="connsiteY128" fmla="*/ 304045 h 545965"/>
                  <a:gd name="connsiteX129" fmla="*/ 476979 w 607639"/>
                  <a:gd name="connsiteY129" fmla="*/ 50037 h 545965"/>
                  <a:gd name="connsiteX130" fmla="*/ 486503 w 607639"/>
                  <a:gd name="connsiteY130" fmla="*/ 40527 h 545965"/>
                  <a:gd name="connsiteX131" fmla="*/ 537236 w 607639"/>
                  <a:gd name="connsiteY131" fmla="*/ 40527 h 545965"/>
                  <a:gd name="connsiteX132" fmla="*/ 546759 w 607639"/>
                  <a:gd name="connsiteY132" fmla="*/ 50037 h 545965"/>
                  <a:gd name="connsiteX133" fmla="*/ 546759 w 607639"/>
                  <a:gd name="connsiteY133" fmla="*/ 304045 h 545965"/>
                  <a:gd name="connsiteX134" fmla="*/ 557529 w 607639"/>
                  <a:gd name="connsiteY134" fmla="*/ 304045 h 545965"/>
                  <a:gd name="connsiteX135" fmla="*/ 567053 w 607639"/>
                  <a:gd name="connsiteY135" fmla="*/ 313465 h 545965"/>
                  <a:gd name="connsiteX136" fmla="*/ 557529 w 607639"/>
                  <a:gd name="connsiteY136" fmla="*/ 322975 h 545965"/>
                  <a:gd name="connsiteX137" fmla="*/ 243697 w 607639"/>
                  <a:gd name="connsiteY137" fmla="*/ 322975 h 545965"/>
                  <a:gd name="connsiteX138" fmla="*/ 243518 w 607639"/>
                  <a:gd name="connsiteY138" fmla="*/ 324219 h 545965"/>
                  <a:gd name="connsiteX139" fmla="*/ 231503 w 607639"/>
                  <a:gd name="connsiteY139" fmla="*/ 344572 h 545965"/>
                  <a:gd name="connsiteX140" fmla="*/ 577822 w 607639"/>
                  <a:gd name="connsiteY140" fmla="*/ 344572 h 545965"/>
                  <a:gd name="connsiteX141" fmla="*/ 588592 w 607639"/>
                  <a:gd name="connsiteY141" fmla="*/ 333729 h 545965"/>
                  <a:gd name="connsiteX142" fmla="*/ 588592 w 607639"/>
                  <a:gd name="connsiteY142" fmla="*/ 29773 h 545965"/>
                  <a:gd name="connsiteX143" fmla="*/ 577822 w 607639"/>
                  <a:gd name="connsiteY143" fmla="*/ 19019 h 545965"/>
                  <a:gd name="connsiteX144" fmla="*/ 192162 w 607639"/>
                  <a:gd name="connsiteY144" fmla="*/ 0 h 545965"/>
                  <a:gd name="connsiteX145" fmla="*/ 577822 w 607639"/>
                  <a:gd name="connsiteY145" fmla="*/ 0 h 545965"/>
                  <a:gd name="connsiteX146" fmla="*/ 607639 w 607639"/>
                  <a:gd name="connsiteY146" fmla="*/ 29773 h 545965"/>
                  <a:gd name="connsiteX147" fmla="*/ 607639 w 607639"/>
                  <a:gd name="connsiteY147" fmla="*/ 333729 h 545965"/>
                  <a:gd name="connsiteX148" fmla="*/ 577822 w 607639"/>
                  <a:gd name="connsiteY148" fmla="*/ 363503 h 545965"/>
                  <a:gd name="connsiteX149" fmla="*/ 211833 w 607639"/>
                  <a:gd name="connsiteY149" fmla="*/ 363503 h 545965"/>
                  <a:gd name="connsiteX150" fmla="*/ 211833 w 607639"/>
                  <a:gd name="connsiteY150" fmla="*/ 369813 h 545965"/>
                  <a:gd name="connsiteX151" fmla="*/ 219220 w 607639"/>
                  <a:gd name="connsiteY151" fmla="*/ 380034 h 545965"/>
                  <a:gd name="connsiteX152" fmla="*/ 252330 w 607639"/>
                  <a:gd name="connsiteY152" fmla="*/ 391054 h 545965"/>
                  <a:gd name="connsiteX153" fmla="*/ 272712 w 607639"/>
                  <a:gd name="connsiteY153" fmla="*/ 419317 h 545965"/>
                  <a:gd name="connsiteX154" fmla="*/ 272712 w 607639"/>
                  <a:gd name="connsiteY154" fmla="*/ 526946 h 545965"/>
                  <a:gd name="connsiteX155" fmla="*/ 334215 w 607639"/>
                  <a:gd name="connsiteY155" fmla="*/ 526946 h 545965"/>
                  <a:gd name="connsiteX156" fmla="*/ 343738 w 607639"/>
                  <a:gd name="connsiteY156" fmla="*/ 536455 h 545965"/>
                  <a:gd name="connsiteX157" fmla="*/ 334215 w 607639"/>
                  <a:gd name="connsiteY157" fmla="*/ 545965 h 545965"/>
                  <a:gd name="connsiteX158" fmla="*/ 9524 w 607639"/>
                  <a:gd name="connsiteY158" fmla="*/ 545965 h 545965"/>
                  <a:gd name="connsiteX159" fmla="*/ 0 w 607639"/>
                  <a:gd name="connsiteY159" fmla="*/ 536455 h 545965"/>
                  <a:gd name="connsiteX160" fmla="*/ 9524 w 607639"/>
                  <a:gd name="connsiteY160" fmla="*/ 526946 h 545965"/>
                  <a:gd name="connsiteX161" fmla="*/ 71026 w 607639"/>
                  <a:gd name="connsiteY161" fmla="*/ 526946 h 545965"/>
                  <a:gd name="connsiteX162" fmla="*/ 71026 w 607639"/>
                  <a:gd name="connsiteY162" fmla="*/ 419317 h 545965"/>
                  <a:gd name="connsiteX163" fmla="*/ 91408 w 607639"/>
                  <a:gd name="connsiteY163" fmla="*/ 391054 h 545965"/>
                  <a:gd name="connsiteX164" fmla="*/ 124518 w 607639"/>
                  <a:gd name="connsiteY164" fmla="*/ 380034 h 545965"/>
                  <a:gd name="connsiteX165" fmla="*/ 131906 w 607639"/>
                  <a:gd name="connsiteY165" fmla="*/ 369813 h 545965"/>
                  <a:gd name="connsiteX166" fmla="*/ 131906 w 607639"/>
                  <a:gd name="connsiteY166" fmla="*/ 354882 h 545965"/>
                  <a:gd name="connsiteX167" fmla="*/ 116419 w 607639"/>
                  <a:gd name="connsiteY167" fmla="*/ 347149 h 545965"/>
                  <a:gd name="connsiteX168" fmla="*/ 100220 w 607639"/>
                  <a:gd name="connsiteY168" fmla="*/ 324219 h 545965"/>
                  <a:gd name="connsiteX169" fmla="*/ 97817 w 607639"/>
                  <a:gd name="connsiteY169" fmla="*/ 305111 h 545965"/>
                  <a:gd name="connsiteX170" fmla="*/ 81173 w 607639"/>
                  <a:gd name="connsiteY170" fmla="*/ 256585 h 545965"/>
                  <a:gd name="connsiteX171" fmla="*/ 95147 w 607639"/>
                  <a:gd name="connsiteY171" fmla="*/ 211525 h 545965"/>
                  <a:gd name="connsiteX172" fmla="*/ 95147 w 607639"/>
                  <a:gd name="connsiteY172" fmla="*/ 199082 h 545965"/>
                  <a:gd name="connsiteX173" fmla="*/ 100576 w 607639"/>
                  <a:gd name="connsiteY173" fmla="*/ 182818 h 545965"/>
                  <a:gd name="connsiteX174" fmla="*/ 70492 w 607639"/>
                  <a:gd name="connsiteY174" fmla="*/ 174286 h 545965"/>
                  <a:gd name="connsiteX175" fmla="*/ 60880 w 607639"/>
                  <a:gd name="connsiteY175" fmla="*/ 161488 h 545965"/>
                  <a:gd name="connsiteX176" fmla="*/ 70492 w 607639"/>
                  <a:gd name="connsiteY176" fmla="*/ 148689 h 545965"/>
                  <a:gd name="connsiteX177" fmla="*/ 161277 w 607639"/>
                  <a:gd name="connsiteY177" fmla="*/ 123093 h 545965"/>
                  <a:gd name="connsiteX178" fmla="*/ 162346 w 607639"/>
                  <a:gd name="connsiteY178" fmla="*/ 122827 h 545965"/>
                  <a:gd name="connsiteX179" fmla="*/ 162346 w 607639"/>
                  <a:gd name="connsiteY179" fmla="*/ 29773 h 545965"/>
                  <a:gd name="connsiteX180" fmla="*/ 192162 w 607639"/>
                  <a:gd name="connsiteY180" fmla="*/ 0 h 545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</a:cxnLst>
                <a:rect l="l" t="t" r="r" b="b"/>
                <a:pathLst>
                  <a:path w="607639" h="545965">
                    <a:moveTo>
                      <a:pt x="171888" y="486408"/>
                    </a:moveTo>
                    <a:lnTo>
                      <a:pt x="171977" y="486408"/>
                    </a:lnTo>
                    <a:cubicBezTo>
                      <a:pt x="177225" y="486408"/>
                      <a:pt x="181494" y="490666"/>
                      <a:pt x="181494" y="495899"/>
                    </a:cubicBezTo>
                    <a:cubicBezTo>
                      <a:pt x="181494" y="501132"/>
                      <a:pt x="177225" y="505390"/>
                      <a:pt x="171977" y="505390"/>
                    </a:cubicBezTo>
                    <a:cubicBezTo>
                      <a:pt x="166729" y="505390"/>
                      <a:pt x="162371" y="501132"/>
                      <a:pt x="162371" y="495899"/>
                    </a:cubicBezTo>
                    <a:cubicBezTo>
                      <a:pt x="162371" y="490666"/>
                      <a:pt x="166640" y="486408"/>
                      <a:pt x="171888" y="486408"/>
                    </a:cubicBezTo>
                    <a:close/>
                    <a:moveTo>
                      <a:pt x="121136" y="464910"/>
                    </a:moveTo>
                    <a:cubicBezTo>
                      <a:pt x="120780" y="464910"/>
                      <a:pt x="120513" y="465177"/>
                      <a:pt x="120513" y="465532"/>
                    </a:cubicBezTo>
                    <a:lnTo>
                      <a:pt x="120513" y="526323"/>
                    </a:lnTo>
                    <a:cubicBezTo>
                      <a:pt x="120513" y="526679"/>
                      <a:pt x="120780" y="526946"/>
                      <a:pt x="121136" y="526946"/>
                    </a:cubicBezTo>
                    <a:lnTo>
                      <a:pt x="222602" y="526946"/>
                    </a:lnTo>
                    <a:cubicBezTo>
                      <a:pt x="222958" y="526946"/>
                      <a:pt x="223225" y="526679"/>
                      <a:pt x="223225" y="526323"/>
                    </a:cubicBezTo>
                    <a:lnTo>
                      <a:pt x="223225" y="465532"/>
                    </a:lnTo>
                    <a:cubicBezTo>
                      <a:pt x="223225" y="465177"/>
                      <a:pt x="222958" y="464910"/>
                      <a:pt x="222602" y="464910"/>
                    </a:cubicBezTo>
                    <a:lnTo>
                      <a:pt x="171869" y="464910"/>
                    </a:lnTo>
                    <a:close/>
                    <a:moveTo>
                      <a:pt x="212990" y="397987"/>
                    </a:moveTo>
                    <a:cubicBezTo>
                      <a:pt x="204178" y="406163"/>
                      <a:pt x="193231" y="411585"/>
                      <a:pt x="181393" y="413451"/>
                    </a:cubicBezTo>
                    <a:lnTo>
                      <a:pt x="181393" y="445891"/>
                    </a:lnTo>
                    <a:lnTo>
                      <a:pt x="222602" y="445891"/>
                    </a:lnTo>
                    <a:cubicBezTo>
                      <a:pt x="233461" y="445891"/>
                      <a:pt x="242272" y="454689"/>
                      <a:pt x="242272" y="465532"/>
                    </a:cubicBezTo>
                    <a:lnTo>
                      <a:pt x="242272" y="526323"/>
                    </a:lnTo>
                    <a:cubicBezTo>
                      <a:pt x="242272" y="526501"/>
                      <a:pt x="242272" y="526679"/>
                      <a:pt x="242272" y="526946"/>
                    </a:cubicBezTo>
                    <a:lnTo>
                      <a:pt x="253665" y="526946"/>
                    </a:lnTo>
                    <a:lnTo>
                      <a:pt x="253665" y="419317"/>
                    </a:lnTo>
                    <a:cubicBezTo>
                      <a:pt x="253665" y="414695"/>
                      <a:pt x="250728" y="410518"/>
                      <a:pt x="246278" y="409096"/>
                    </a:cubicBezTo>
                    <a:lnTo>
                      <a:pt x="213168" y="398075"/>
                    </a:lnTo>
                    <a:cubicBezTo>
                      <a:pt x="213079" y="398075"/>
                      <a:pt x="213079" y="397987"/>
                      <a:pt x="212990" y="397987"/>
                    </a:cubicBezTo>
                    <a:close/>
                    <a:moveTo>
                      <a:pt x="130749" y="397987"/>
                    </a:moveTo>
                    <a:cubicBezTo>
                      <a:pt x="130660" y="397987"/>
                      <a:pt x="130571" y="398075"/>
                      <a:pt x="130571" y="398075"/>
                    </a:cubicBezTo>
                    <a:lnTo>
                      <a:pt x="97372" y="409096"/>
                    </a:lnTo>
                    <a:cubicBezTo>
                      <a:pt x="93010" y="410518"/>
                      <a:pt x="90073" y="414695"/>
                      <a:pt x="90073" y="419317"/>
                    </a:cubicBezTo>
                    <a:lnTo>
                      <a:pt x="90073" y="526946"/>
                    </a:lnTo>
                    <a:lnTo>
                      <a:pt x="101555" y="526946"/>
                    </a:lnTo>
                    <a:cubicBezTo>
                      <a:pt x="101466" y="526679"/>
                      <a:pt x="101466" y="526501"/>
                      <a:pt x="101466" y="526323"/>
                    </a:cubicBezTo>
                    <a:lnTo>
                      <a:pt x="101466" y="465532"/>
                    </a:lnTo>
                    <a:cubicBezTo>
                      <a:pt x="101466" y="454689"/>
                      <a:pt x="110277" y="445891"/>
                      <a:pt x="121136" y="445891"/>
                    </a:cubicBezTo>
                    <a:lnTo>
                      <a:pt x="162346" y="445891"/>
                    </a:lnTo>
                    <a:lnTo>
                      <a:pt x="162346" y="413451"/>
                    </a:lnTo>
                    <a:cubicBezTo>
                      <a:pt x="150508" y="411585"/>
                      <a:pt x="139560" y="406163"/>
                      <a:pt x="130749" y="397987"/>
                    </a:cubicBezTo>
                    <a:close/>
                    <a:moveTo>
                      <a:pt x="150953" y="364303"/>
                    </a:moveTo>
                    <a:lnTo>
                      <a:pt x="150953" y="369813"/>
                    </a:lnTo>
                    <a:cubicBezTo>
                      <a:pt x="150953" y="375768"/>
                      <a:pt x="149173" y="381367"/>
                      <a:pt x="146058" y="386077"/>
                    </a:cubicBezTo>
                    <a:cubicBezTo>
                      <a:pt x="153356" y="391943"/>
                      <a:pt x="162435" y="395231"/>
                      <a:pt x="171869" y="395231"/>
                    </a:cubicBezTo>
                    <a:cubicBezTo>
                      <a:pt x="181304" y="395231"/>
                      <a:pt x="190382" y="391943"/>
                      <a:pt x="197681" y="386077"/>
                    </a:cubicBezTo>
                    <a:cubicBezTo>
                      <a:pt x="194566" y="381367"/>
                      <a:pt x="192785" y="375768"/>
                      <a:pt x="192785" y="369813"/>
                    </a:cubicBezTo>
                    <a:lnTo>
                      <a:pt x="192785" y="364303"/>
                    </a:lnTo>
                    <a:cubicBezTo>
                      <a:pt x="186199" y="367324"/>
                      <a:pt x="178990" y="368835"/>
                      <a:pt x="171869" y="368835"/>
                    </a:cubicBezTo>
                    <a:cubicBezTo>
                      <a:pt x="164660" y="368835"/>
                      <a:pt x="157539" y="367324"/>
                      <a:pt x="150953" y="364303"/>
                    </a:cubicBezTo>
                    <a:close/>
                    <a:moveTo>
                      <a:pt x="201597" y="245564"/>
                    </a:moveTo>
                    <a:cubicBezTo>
                      <a:pt x="174806" y="265739"/>
                      <a:pt x="132529" y="270716"/>
                      <a:pt x="112859" y="271960"/>
                    </a:cubicBezTo>
                    <a:lnTo>
                      <a:pt x="119089" y="321820"/>
                    </a:lnTo>
                    <a:cubicBezTo>
                      <a:pt x="119534" y="325375"/>
                      <a:pt x="121670" y="328486"/>
                      <a:pt x="124963" y="330085"/>
                    </a:cubicBezTo>
                    <a:lnTo>
                      <a:pt x="157984" y="346616"/>
                    </a:lnTo>
                    <a:cubicBezTo>
                      <a:pt x="166707" y="350971"/>
                      <a:pt x="177032" y="350971"/>
                      <a:pt x="185754" y="346616"/>
                    </a:cubicBezTo>
                    <a:lnTo>
                      <a:pt x="218775" y="330085"/>
                    </a:lnTo>
                    <a:cubicBezTo>
                      <a:pt x="221979" y="328486"/>
                      <a:pt x="224204" y="325375"/>
                      <a:pt x="224649" y="321820"/>
                    </a:cubicBezTo>
                    <a:lnTo>
                      <a:pt x="230346" y="276226"/>
                    </a:lnTo>
                    <a:close/>
                    <a:moveTo>
                      <a:pt x="234262" y="224501"/>
                    </a:moveTo>
                    <a:lnTo>
                      <a:pt x="213435" y="230455"/>
                    </a:lnTo>
                    <a:lnTo>
                      <a:pt x="243251" y="262184"/>
                    </a:lnTo>
                    <a:cubicBezTo>
                      <a:pt x="243429" y="260318"/>
                      <a:pt x="243518" y="258451"/>
                      <a:pt x="243518" y="256585"/>
                    </a:cubicBezTo>
                    <a:cubicBezTo>
                      <a:pt x="243518" y="245209"/>
                      <a:pt x="240314" y="234277"/>
                      <a:pt x="234262" y="224501"/>
                    </a:cubicBezTo>
                    <a:close/>
                    <a:moveTo>
                      <a:pt x="109387" y="224501"/>
                    </a:moveTo>
                    <a:cubicBezTo>
                      <a:pt x="103869" y="233388"/>
                      <a:pt x="100754" y="243253"/>
                      <a:pt x="100309" y="253563"/>
                    </a:cubicBezTo>
                    <a:cubicBezTo>
                      <a:pt x="100843" y="253385"/>
                      <a:pt x="101466" y="253296"/>
                      <a:pt x="102089" y="253296"/>
                    </a:cubicBezTo>
                    <a:cubicBezTo>
                      <a:pt x="102623" y="253296"/>
                      <a:pt x="139382" y="253119"/>
                      <a:pt x="169377" y="241565"/>
                    </a:cubicBezTo>
                    <a:cubicBezTo>
                      <a:pt x="169288" y="241565"/>
                      <a:pt x="169288" y="241565"/>
                      <a:pt x="169288" y="241565"/>
                    </a:cubicBezTo>
                    <a:close/>
                    <a:moveTo>
                      <a:pt x="313299" y="221657"/>
                    </a:moveTo>
                    <a:lnTo>
                      <a:pt x="313299" y="304045"/>
                    </a:lnTo>
                    <a:lnTo>
                      <a:pt x="345074" y="304045"/>
                    </a:lnTo>
                    <a:lnTo>
                      <a:pt x="345074" y="221657"/>
                    </a:lnTo>
                    <a:close/>
                    <a:moveTo>
                      <a:pt x="224827" y="187973"/>
                    </a:moveTo>
                    <a:lnTo>
                      <a:pt x="182461" y="199971"/>
                    </a:lnTo>
                    <a:cubicBezTo>
                      <a:pt x="182105" y="200060"/>
                      <a:pt x="181749" y="200149"/>
                      <a:pt x="181393" y="200238"/>
                    </a:cubicBezTo>
                    <a:lnTo>
                      <a:pt x="181393" y="219879"/>
                    </a:lnTo>
                    <a:lnTo>
                      <a:pt x="229990" y="205926"/>
                    </a:lnTo>
                    <a:cubicBezTo>
                      <a:pt x="230168" y="205748"/>
                      <a:pt x="230346" y="205570"/>
                      <a:pt x="230524" y="205392"/>
                    </a:cubicBezTo>
                    <a:cubicBezTo>
                      <a:pt x="230524" y="205303"/>
                      <a:pt x="230524" y="205215"/>
                      <a:pt x="230524" y="205126"/>
                    </a:cubicBezTo>
                    <a:close/>
                    <a:moveTo>
                      <a:pt x="118911" y="187973"/>
                    </a:moveTo>
                    <a:lnTo>
                      <a:pt x="113215" y="205126"/>
                    </a:lnTo>
                    <a:cubicBezTo>
                      <a:pt x="113215" y="205215"/>
                      <a:pt x="113215" y="205303"/>
                      <a:pt x="113215" y="205392"/>
                    </a:cubicBezTo>
                    <a:cubicBezTo>
                      <a:pt x="113393" y="205570"/>
                      <a:pt x="113571" y="205748"/>
                      <a:pt x="113749" y="206014"/>
                    </a:cubicBezTo>
                    <a:lnTo>
                      <a:pt x="162346" y="219879"/>
                    </a:lnTo>
                    <a:lnTo>
                      <a:pt x="162346" y="200238"/>
                    </a:lnTo>
                    <a:cubicBezTo>
                      <a:pt x="161990" y="200149"/>
                      <a:pt x="161634" y="200060"/>
                      <a:pt x="161277" y="199971"/>
                    </a:cubicBezTo>
                    <a:close/>
                    <a:moveTo>
                      <a:pt x="166440" y="141313"/>
                    </a:moveTo>
                    <a:lnTo>
                      <a:pt x="95147" y="161488"/>
                    </a:lnTo>
                    <a:lnTo>
                      <a:pt x="166440" y="181662"/>
                    </a:lnTo>
                    <a:cubicBezTo>
                      <a:pt x="170000" y="182640"/>
                      <a:pt x="173738" y="182640"/>
                      <a:pt x="177299" y="181662"/>
                    </a:cubicBezTo>
                    <a:lnTo>
                      <a:pt x="248592" y="161488"/>
                    </a:lnTo>
                    <a:lnTo>
                      <a:pt x="177299" y="141313"/>
                    </a:lnTo>
                    <a:cubicBezTo>
                      <a:pt x="173738" y="140335"/>
                      <a:pt x="170000" y="140335"/>
                      <a:pt x="166440" y="141313"/>
                    </a:cubicBezTo>
                    <a:close/>
                    <a:moveTo>
                      <a:pt x="404618" y="140602"/>
                    </a:moveTo>
                    <a:lnTo>
                      <a:pt x="404618" y="304045"/>
                    </a:lnTo>
                    <a:lnTo>
                      <a:pt x="436393" y="304045"/>
                    </a:lnTo>
                    <a:lnTo>
                      <a:pt x="436393" y="140602"/>
                    </a:lnTo>
                    <a:close/>
                    <a:moveTo>
                      <a:pt x="495937" y="59547"/>
                    </a:moveTo>
                    <a:lnTo>
                      <a:pt x="495937" y="304045"/>
                    </a:lnTo>
                    <a:lnTo>
                      <a:pt x="527712" y="304045"/>
                    </a:lnTo>
                    <a:lnTo>
                      <a:pt x="527712" y="59547"/>
                    </a:lnTo>
                    <a:close/>
                    <a:moveTo>
                      <a:pt x="192162" y="19019"/>
                    </a:moveTo>
                    <a:cubicBezTo>
                      <a:pt x="186199" y="19019"/>
                      <a:pt x="181393" y="23819"/>
                      <a:pt x="181393" y="29773"/>
                    </a:cubicBezTo>
                    <a:lnTo>
                      <a:pt x="181393" y="122827"/>
                    </a:lnTo>
                    <a:cubicBezTo>
                      <a:pt x="181749" y="122915"/>
                      <a:pt x="182105" y="123004"/>
                      <a:pt x="182461" y="123093"/>
                    </a:cubicBezTo>
                    <a:lnTo>
                      <a:pt x="273246" y="148689"/>
                    </a:lnTo>
                    <a:cubicBezTo>
                      <a:pt x="278676" y="150289"/>
                      <a:pt x="282325" y="154911"/>
                      <a:pt x="282770" y="160421"/>
                    </a:cubicBezTo>
                    <a:cubicBezTo>
                      <a:pt x="282859" y="160777"/>
                      <a:pt x="282859" y="161132"/>
                      <a:pt x="282859" y="161488"/>
                    </a:cubicBezTo>
                    <a:lnTo>
                      <a:pt x="282859" y="222279"/>
                    </a:lnTo>
                    <a:cubicBezTo>
                      <a:pt x="282859" y="227522"/>
                      <a:pt x="278587" y="231789"/>
                      <a:pt x="273335" y="231789"/>
                    </a:cubicBezTo>
                    <a:cubicBezTo>
                      <a:pt x="268084" y="231789"/>
                      <a:pt x="263812" y="227522"/>
                      <a:pt x="263812" y="222279"/>
                    </a:cubicBezTo>
                    <a:lnTo>
                      <a:pt x="263812" y="176952"/>
                    </a:lnTo>
                    <a:lnTo>
                      <a:pt x="243073" y="182818"/>
                    </a:lnTo>
                    <a:lnTo>
                      <a:pt x="248592" y="199082"/>
                    </a:lnTo>
                    <a:cubicBezTo>
                      <a:pt x="249927" y="203170"/>
                      <a:pt x="249838" y="207525"/>
                      <a:pt x="248503" y="211525"/>
                    </a:cubicBezTo>
                    <a:cubicBezTo>
                      <a:pt x="257759" y="224945"/>
                      <a:pt x="262566" y="240409"/>
                      <a:pt x="262566" y="256585"/>
                    </a:cubicBezTo>
                    <a:cubicBezTo>
                      <a:pt x="262566" y="273649"/>
                      <a:pt x="257136" y="290002"/>
                      <a:pt x="246723" y="304045"/>
                    </a:cubicBezTo>
                    <a:lnTo>
                      <a:pt x="294252" y="304045"/>
                    </a:lnTo>
                    <a:lnTo>
                      <a:pt x="294252" y="212147"/>
                    </a:lnTo>
                    <a:cubicBezTo>
                      <a:pt x="294252" y="206903"/>
                      <a:pt x="298524" y="202637"/>
                      <a:pt x="303775" y="202637"/>
                    </a:cubicBezTo>
                    <a:lnTo>
                      <a:pt x="354508" y="202637"/>
                    </a:lnTo>
                    <a:cubicBezTo>
                      <a:pt x="359759" y="202637"/>
                      <a:pt x="364032" y="206903"/>
                      <a:pt x="364032" y="212147"/>
                    </a:cubicBezTo>
                    <a:lnTo>
                      <a:pt x="364032" y="304045"/>
                    </a:lnTo>
                    <a:lnTo>
                      <a:pt x="385660" y="304045"/>
                    </a:lnTo>
                    <a:lnTo>
                      <a:pt x="385660" y="131092"/>
                    </a:lnTo>
                    <a:cubicBezTo>
                      <a:pt x="385660" y="125848"/>
                      <a:pt x="389843" y="121582"/>
                      <a:pt x="395094" y="121582"/>
                    </a:cubicBezTo>
                    <a:lnTo>
                      <a:pt x="445916" y="121582"/>
                    </a:lnTo>
                    <a:cubicBezTo>
                      <a:pt x="451168" y="121582"/>
                      <a:pt x="455351" y="125848"/>
                      <a:pt x="455351" y="131092"/>
                    </a:cubicBezTo>
                    <a:lnTo>
                      <a:pt x="455351" y="304045"/>
                    </a:lnTo>
                    <a:lnTo>
                      <a:pt x="476979" y="304045"/>
                    </a:lnTo>
                    <a:lnTo>
                      <a:pt x="476979" y="50037"/>
                    </a:lnTo>
                    <a:cubicBezTo>
                      <a:pt x="476979" y="44793"/>
                      <a:pt x="481252" y="40527"/>
                      <a:pt x="486503" y="40527"/>
                    </a:cubicBezTo>
                    <a:lnTo>
                      <a:pt x="537236" y="40527"/>
                    </a:lnTo>
                    <a:cubicBezTo>
                      <a:pt x="542487" y="40527"/>
                      <a:pt x="546759" y="44793"/>
                      <a:pt x="546759" y="50037"/>
                    </a:cubicBezTo>
                    <a:lnTo>
                      <a:pt x="546759" y="304045"/>
                    </a:lnTo>
                    <a:lnTo>
                      <a:pt x="557529" y="304045"/>
                    </a:lnTo>
                    <a:cubicBezTo>
                      <a:pt x="562780" y="304045"/>
                      <a:pt x="567053" y="308222"/>
                      <a:pt x="567053" y="313465"/>
                    </a:cubicBezTo>
                    <a:cubicBezTo>
                      <a:pt x="567053" y="318709"/>
                      <a:pt x="562780" y="322975"/>
                      <a:pt x="557529" y="322975"/>
                    </a:cubicBezTo>
                    <a:lnTo>
                      <a:pt x="243697" y="322975"/>
                    </a:lnTo>
                    <a:lnTo>
                      <a:pt x="243518" y="324219"/>
                    </a:lnTo>
                    <a:cubicBezTo>
                      <a:pt x="242539" y="332396"/>
                      <a:pt x="238089" y="339773"/>
                      <a:pt x="231503" y="344572"/>
                    </a:cubicBezTo>
                    <a:lnTo>
                      <a:pt x="577822" y="344572"/>
                    </a:lnTo>
                    <a:cubicBezTo>
                      <a:pt x="583786" y="344572"/>
                      <a:pt x="588592" y="339684"/>
                      <a:pt x="588592" y="333729"/>
                    </a:cubicBezTo>
                    <a:lnTo>
                      <a:pt x="588592" y="29773"/>
                    </a:lnTo>
                    <a:cubicBezTo>
                      <a:pt x="588592" y="23819"/>
                      <a:pt x="583786" y="19019"/>
                      <a:pt x="577822" y="19019"/>
                    </a:cubicBezTo>
                    <a:close/>
                    <a:moveTo>
                      <a:pt x="192162" y="0"/>
                    </a:moveTo>
                    <a:lnTo>
                      <a:pt x="577822" y="0"/>
                    </a:lnTo>
                    <a:cubicBezTo>
                      <a:pt x="594199" y="0"/>
                      <a:pt x="607639" y="13331"/>
                      <a:pt x="607639" y="29773"/>
                    </a:cubicBezTo>
                    <a:lnTo>
                      <a:pt x="607639" y="333729"/>
                    </a:lnTo>
                    <a:cubicBezTo>
                      <a:pt x="607639" y="350171"/>
                      <a:pt x="594199" y="363503"/>
                      <a:pt x="577822" y="363503"/>
                    </a:cubicBezTo>
                    <a:lnTo>
                      <a:pt x="211833" y="363503"/>
                    </a:lnTo>
                    <a:lnTo>
                      <a:pt x="211833" y="369813"/>
                    </a:lnTo>
                    <a:cubicBezTo>
                      <a:pt x="211833" y="374434"/>
                      <a:pt x="214770" y="378612"/>
                      <a:pt x="219220" y="380034"/>
                    </a:cubicBezTo>
                    <a:lnTo>
                      <a:pt x="252330" y="391054"/>
                    </a:lnTo>
                    <a:cubicBezTo>
                      <a:pt x="264524" y="395143"/>
                      <a:pt x="272712" y="406519"/>
                      <a:pt x="272712" y="419317"/>
                    </a:cubicBezTo>
                    <a:lnTo>
                      <a:pt x="272712" y="526946"/>
                    </a:lnTo>
                    <a:lnTo>
                      <a:pt x="334215" y="526946"/>
                    </a:lnTo>
                    <a:cubicBezTo>
                      <a:pt x="339466" y="526946"/>
                      <a:pt x="343738" y="531212"/>
                      <a:pt x="343738" y="536455"/>
                    </a:cubicBezTo>
                    <a:cubicBezTo>
                      <a:pt x="343738" y="541699"/>
                      <a:pt x="339466" y="545965"/>
                      <a:pt x="334215" y="545965"/>
                    </a:cubicBezTo>
                    <a:lnTo>
                      <a:pt x="9524" y="545965"/>
                    </a:lnTo>
                    <a:cubicBezTo>
                      <a:pt x="4272" y="545965"/>
                      <a:pt x="0" y="541699"/>
                      <a:pt x="0" y="536455"/>
                    </a:cubicBezTo>
                    <a:cubicBezTo>
                      <a:pt x="0" y="531212"/>
                      <a:pt x="4272" y="526946"/>
                      <a:pt x="9524" y="526946"/>
                    </a:cubicBezTo>
                    <a:lnTo>
                      <a:pt x="71026" y="526946"/>
                    </a:lnTo>
                    <a:lnTo>
                      <a:pt x="71026" y="419317"/>
                    </a:lnTo>
                    <a:cubicBezTo>
                      <a:pt x="71026" y="406430"/>
                      <a:pt x="79215" y="395143"/>
                      <a:pt x="91408" y="391054"/>
                    </a:cubicBezTo>
                    <a:lnTo>
                      <a:pt x="124518" y="380034"/>
                    </a:lnTo>
                    <a:cubicBezTo>
                      <a:pt x="128969" y="378612"/>
                      <a:pt x="131906" y="374434"/>
                      <a:pt x="131906" y="369813"/>
                    </a:cubicBezTo>
                    <a:lnTo>
                      <a:pt x="131906" y="354882"/>
                    </a:lnTo>
                    <a:lnTo>
                      <a:pt x="116419" y="347149"/>
                    </a:lnTo>
                    <a:cubicBezTo>
                      <a:pt x="107518" y="342617"/>
                      <a:pt x="101466" y="334085"/>
                      <a:pt x="100220" y="324219"/>
                    </a:cubicBezTo>
                    <a:lnTo>
                      <a:pt x="97817" y="305111"/>
                    </a:lnTo>
                    <a:cubicBezTo>
                      <a:pt x="86869" y="290891"/>
                      <a:pt x="81173" y="274093"/>
                      <a:pt x="81173" y="256585"/>
                    </a:cubicBezTo>
                    <a:cubicBezTo>
                      <a:pt x="81173" y="240409"/>
                      <a:pt x="85979" y="224945"/>
                      <a:pt x="95147" y="211525"/>
                    </a:cubicBezTo>
                    <a:cubicBezTo>
                      <a:pt x="93811" y="207525"/>
                      <a:pt x="93811" y="203170"/>
                      <a:pt x="95147" y="199082"/>
                    </a:cubicBezTo>
                    <a:lnTo>
                      <a:pt x="100576" y="182818"/>
                    </a:lnTo>
                    <a:lnTo>
                      <a:pt x="70492" y="174286"/>
                    </a:lnTo>
                    <a:cubicBezTo>
                      <a:pt x="64707" y="172686"/>
                      <a:pt x="60880" y="167531"/>
                      <a:pt x="60880" y="161488"/>
                    </a:cubicBezTo>
                    <a:cubicBezTo>
                      <a:pt x="60880" y="155444"/>
                      <a:pt x="64707" y="150378"/>
                      <a:pt x="70492" y="148689"/>
                    </a:cubicBezTo>
                    <a:lnTo>
                      <a:pt x="161277" y="123093"/>
                    </a:lnTo>
                    <a:cubicBezTo>
                      <a:pt x="161634" y="123004"/>
                      <a:pt x="161990" y="122915"/>
                      <a:pt x="162346" y="122827"/>
                    </a:cubicBezTo>
                    <a:lnTo>
                      <a:pt x="162346" y="29773"/>
                    </a:lnTo>
                    <a:cubicBezTo>
                      <a:pt x="162346" y="13331"/>
                      <a:pt x="175696" y="0"/>
                      <a:pt x="192162" y="0"/>
                    </a:cubicBezTo>
                    <a:close/>
                  </a:path>
                </a:pathLst>
              </a:cu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alpha val="70000"/>
                    </a:prstClr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6E19E284-8EA0-3C67-6CCE-E33DD3A6F108}"/>
                </a:ext>
              </a:extLst>
            </p:cNvPr>
            <p:cNvGrpSpPr/>
            <p:nvPr/>
          </p:nvGrpSpPr>
          <p:grpSpPr>
            <a:xfrm>
              <a:off x="4639504" y="152734"/>
              <a:ext cx="6440683" cy="413844"/>
              <a:chOff x="4278242" y="140702"/>
              <a:chExt cx="6440683" cy="413844"/>
            </a:xfrm>
          </p:grpSpPr>
          <p:sp>
            <p:nvSpPr>
              <p:cNvPr id="41" name="文本框 15">
                <a:extLst>
                  <a:ext uri="{FF2B5EF4-FFF2-40B4-BE49-F238E27FC236}">
                    <a16:creationId xmlns:a16="http://schemas.microsoft.com/office/drawing/2014/main" id="{2719929A-9F8E-7E24-2BE2-EDC9729E203E}"/>
                  </a:ext>
                </a:extLst>
              </p:cNvPr>
              <p:cNvSpPr txBox="1"/>
              <p:nvPr/>
            </p:nvSpPr>
            <p:spPr>
              <a:xfrm>
                <a:off x="4587634" y="152661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项目实施</a:t>
                </a:r>
              </a:p>
            </p:txBody>
          </p:sp>
          <p:sp>
            <p:nvSpPr>
              <p:cNvPr id="42" name="stars_273718">
                <a:extLst>
                  <a:ext uri="{FF2B5EF4-FFF2-40B4-BE49-F238E27FC236}">
                    <a16:creationId xmlns:a16="http://schemas.microsoft.com/office/drawing/2014/main" id="{115BCCA2-B782-BF39-327F-EBFA6A2F40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78242" y="246249"/>
                <a:ext cx="216505" cy="216000"/>
              </a:xfrm>
              <a:custGeom>
                <a:avLst/>
                <a:gdLst>
                  <a:gd name="connsiteX0" fmla="*/ 435684 w 607336"/>
                  <a:gd name="connsiteY0" fmla="*/ 463990 h 605919"/>
                  <a:gd name="connsiteX1" fmla="*/ 421104 w 607336"/>
                  <a:gd name="connsiteY1" fmla="*/ 493187 h 605919"/>
                  <a:gd name="connsiteX2" fmla="*/ 409311 w 607336"/>
                  <a:gd name="connsiteY2" fmla="*/ 500417 h 605919"/>
                  <a:gd name="connsiteX3" fmla="*/ 388325 w 607336"/>
                  <a:gd name="connsiteY3" fmla="*/ 500417 h 605919"/>
                  <a:gd name="connsiteX4" fmla="*/ 405411 w 607336"/>
                  <a:gd name="connsiteY4" fmla="*/ 517472 h 605919"/>
                  <a:gd name="connsiteX5" fmla="*/ 409033 w 607336"/>
                  <a:gd name="connsiteY5" fmla="*/ 529429 h 605919"/>
                  <a:gd name="connsiteX6" fmla="*/ 402625 w 607336"/>
                  <a:gd name="connsiteY6" fmla="*/ 561499 h 605919"/>
                  <a:gd name="connsiteX7" fmla="*/ 427790 w 607336"/>
                  <a:gd name="connsiteY7" fmla="*/ 542591 h 605919"/>
                  <a:gd name="connsiteX8" fmla="*/ 435684 w 607336"/>
                  <a:gd name="connsiteY8" fmla="*/ 539995 h 605919"/>
                  <a:gd name="connsiteX9" fmla="*/ 443670 w 607336"/>
                  <a:gd name="connsiteY9" fmla="*/ 542591 h 605919"/>
                  <a:gd name="connsiteX10" fmla="*/ 468835 w 607336"/>
                  <a:gd name="connsiteY10" fmla="*/ 561499 h 605919"/>
                  <a:gd name="connsiteX11" fmla="*/ 462427 w 607336"/>
                  <a:gd name="connsiteY11" fmla="*/ 529429 h 605919"/>
                  <a:gd name="connsiteX12" fmla="*/ 466049 w 607336"/>
                  <a:gd name="connsiteY12" fmla="*/ 517472 h 605919"/>
                  <a:gd name="connsiteX13" fmla="*/ 483042 w 607336"/>
                  <a:gd name="connsiteY13" fmla="*/ 500417 h 605919"/>
                  <a:gd name="connsiteX14" fmla="*/ 462149 w 607336"/>
                  <a:gd name="connsiteY14" fmla="*/ 500417 h 605919"/>
                  <a:gd name="connsiteX15" fmla="*/ 450356 w 607336"/>
                  <a:gd name="connsiteY15" fmla="*/ 493187 h 605919"/>
                  <a:gd name="connsiteX16" fmla="*/ 171614 w 607336"/>
                  <a:gd name="connsiteY16" fmla="*/ 463990 h 605919"/>
                  <a:gd name="connsiteX17" fmla="*/ 157040 w 607336"/>
                  <a:gd name="connsiteY17" fmla="*/ 493187 h 605919"/>
                  <a:gd name="connsiteX18" fmla="*/ 145252 w 607336"/>
                  <a:gd name="connsiteY18" fmla="*/ 500417 h 605919"/>
                  <a:gd name="connsiteX19" fmla="*/ 124273 w 607336"/>
                  <a:gd name="connsiteY19" fmla="*/ 500417 h 605919"/>
                  <a:gd name="connsiteX20" fmla="*/ 141353 w 607336"/>
                  <a:gd name="connsiteY20" fmla="*/ 517472 h 605919"/>
                  <a:gd name="connsiteX21" fmla="*/ 144973 w 607336"/>
                  <a:gd name="connsiteY21" fmla="*/ 529429 h 605919"/>
                  <a:gd name="connsiteX22" fmla="*/ 138568 w 607336"/>
                  <a:gd name="connsiteY22" fmla="*/ 561499 h 605919"/>
                  <a:gd name="connsiteX23" fmla="*/ 163724 w 607336"/>
                  <a:gd name="connsiteY23" fmla="*/ 542591 h 605919"/>
                  <a:gd name="connsiteX24" fmla="*/ 171614 w 607336"/>
                  <a:gd name="connsiteY24" fmla="*/ 539995 h 605919"/>
                  <a:gd name="connsiteX25" fmla="*/ 179504 w 607336"/>
                  <a:gd name="connsiteY25" fmla="*/ 542591 h 605919"/>
                  <a:gd name="connsiteX26" fmla="*/ 204660 w 607336"/>
                  <a:gd name="connsiteY26" fmla="*/ 561499 h 605919"/>
                  <a:gd name="connsiteX27" fmla="*/ 198255 w 607336"/>
                  <a:gd name="connsiteY27" fmla="*/ 529429 h 605919"/>
                  <a:gd name="connsiteX28" fmla="*/ 201875 w 607336"/>
                  <a:gd name="connsiteY28" fmla="*/ 517472 h 605919"/>
                  <a:gd name="connsiteX29" fmla="*/ 218955 w 607336"/>
                  <a:gd name="connsiteY29" fmla="*/ 500417 h 605919"/>
                  <a:gd name="connsiteX30" fmla="*/ 197976 w 607336"/>
                  <a:gd name="connsiteY30" fmla="*/ 500417 h 605919"/>
                  <a:gd name="connsiteX31" fmla="*/ 186187 w 607336"/>
                  <a:gd name="connsiteY31" fmla="*/ 493187 h 605919"/>
                  <a:gd name="connsiteX32" fmla="*/ 435695 w 607336"/>
                  <a:gd name="connsiteY32" fmla="*/ 421910 h 605919"/>
                  <a:gd name="connsiteX33" fmla="*/ 447570 w 607336"/>
                  <a:gd name="connsiteY33" fmla="*/ 428583 h 605919"/>
                  <a:gd name="connsiteX34" fmla="*/ 470321 w 607336"/>
                  <a:gd name="connsiteY34" fmla="*/ 474094 h 605919"/>
                  <a:gd name="connsiteX35" fmla="*/ 514986 w 607336"/>
                  <a:gd name="connsiteY35" fmla="*/ 474094 h 605919"/>
                  <a:gd name="connsiteX36" fmla="*/ 527151 w 607336"/>
                  <a:gd name="connsiteY36" fmla="*/ 482250 h 605919"/>
                  <a:gd name="connsiteX37" fmla="*/ 524272 w 607336"/>
                  <a:gd name="connsiteY37" fmla="*/ 496617 h 605919"/>
                  <a:gd name="connsiteX38" fmla="*/ 489635 w 607336"/>
                  <a:gd name="connsiteY38" fmla="*/ 531190 h 605919"/>
                  <a:gd name="connsiteX39" fmla="*/ 501429 w 607336"/>
                  <a:gd name="connsiteY39" fmla="*/ 590140 h 605919"/>
                  <a:gd name="connsiteX40" fmla="*/ 495579 w 607336"/>
                  <a:gd name="connsiteY40" fmla="*/ 603858 h 605919"/>
                  <a:gd name="connsiteX41" fmla="*/ 488521 w 607336"/>
                  <a:gd name="connsiteY41" fmla="*/ 605897 h 605919"/>
                  <a:gd name="connsiteX42" fmla="*/ 480628 w 607336"/>
                  <a:gd name="connsiteY42" fmla="*/ 603302 h 605919"/>
                  <a:gd name="connsiteX43" fmla="*/ 435684 w 607336"/>
                  <a:gd name="connsiteY43" fmla="*/ 569656 h 605919"/>
                  <a:gd name="connsiteX44" fmla="*/ 390832 w 607336"/>
                  <a:gd name="connsiteY44" fmla="*/ 603302 h 605919"/>
                  <a:gd name="connsiteX45" fmla="*/ 375881 w 607336"/>
                  <a:gd name="connsiteY45" fmla="*/ 603858 h 605919"/>
                  <a:gd name="connsiteX46" fmla="*/ 369938 w 607336"/>
                  <a:gd name="connsiteY46" fmla="*/ 590140 h 605919"/>
                  <a:gd name="connsiteX47" fmla="*/ 381732 w 607336"/>
                  <a:gd name="connsiteY47" fmla="*/ 531190 h 605919"/>
                  <a:gd name="connsiteX48" fmla="*/ 347095 w 607336"/>
                  <a:gd name="connsiteY48" fmla="*/ 496617 h 605919"/>
                  <a:gd name="connsiteX49" fmla="*/ 344309 w 607336"/>
                  <a:gd name="connsiteY49" fmla="*/ 482250 h 605919"/>
                  <a:gd name="connsiteX50" fmla="*/ 356474 w 607336"/>
                  <a:gd name="connsiteY50" fmla="*/ 474094 h 605919"/>
                  <a:gd name="connsiteX51" fmla="*/ 401139 w 607336"/>
                  <a:gd name="connsiteY51" fmla="*/ 474094 h 605919"/>
                  <a:gd name="connsiteX52" fmla="*/ 423890 w 607336"/>
                  <a:gd name="connsiteY52" fmla="*/ 428583 h 605919"/>
                  <a:gd name="connsiteX53" fmla="*/ 435695 w 607336"/>
                  <a:gd name="connsiteY53" fmla="*/ 421910 h 605919"/>
                  <a:gd name="connsiteX54" fmla="*/ 171614 w 607336"/>
                  <a:gd name="connsiteY54" fmla="*/ 421910 h 605919"/>
                  <a:gd name="connsiteX55" fmla="*/ 183403 w 607336"/>
                  <a:gd name="connsiteY55" fmla="*/ 428583 h 605919"/>
                  <a:gd name="connsiteX56" fmla="*/ 206145 w 607336"/>
                  <a:gd name="connsiteY56" fmla="*/ 474094 h 605919"/>
                  <a:gd name="connsiteX57" fmla="*/ 250794 w 607336"/>
                  <a:gd name="connsiteY57" fmla="*/ 474094 h 605919"/>
                  <a:gd name="connsiteX58" fmla="*/ 262954 w 607336"/>
                  <a:gd name="connsiteY58" fmla="*/ 482250 h 605919"/>
                  <a:gd name="connsiteX59" fmla="*/ 260169 w 607336"/>
                  <a:gd name="connsiteY59" fmla="*/ 496617 h 605919"/>
                  <a:gd name="connsiteX60" fmla="*/ 225545 w 607336"/>
                  <a:gd name="connsiteY60" fmla="*/ 531190 h 605919"/>
                  <a:gd name="connsiteX61" fmla="*/ 237334 w 607336"/>
                  <a:gd name="connsiteY61" fmla="*/ 590140 h 605919"/>
                  <a:gd name="connsiteX62" fmla="*/ 231393 w 607336"/>
                  <a:gd name="connsiteY62" fmla="*/ 603858 h 605919"/>
                  <a:gd name="connsiteX63" fmla="*/ 224431 w 607336"/>
                  <a:gd name="connsiteY63" fmla="*/ 605897 h 605919"/>
                  <a:gd name="connsiteX64" fmla="*/ 216541 w 607336"/>
                  <a:gd name="connsiteY64" fmla="*/ 603302 h 605919"/>
                  <a:gd name="connsiteX65" fmla="*/ 171614 w 607336"/>
                  <a:gd name="connsiteY65" fmla="*/ 569656 h 605919"/>
                  <a:gd name="connsiteX66" fmla="*/ 126687 w 607336"/>
                  <a:gd name="connsiteY66" fmla="*/ 603302 h 605919"/>
                  <a:gd name="connsiteX67" fmla="*/ 111742 w 607336"/>
                  <a:gd name="connsiteY67" fmla="*/ 603858 h 605919"/>
                  <a:gd name="connsiteX68" fmla="*/ 105894 w 607336"/>
                  <a:gd name="connsiteY68" fmla="*/ 590140 h 605919"/>
                  <a:gd name="connsiteX69" fmla="*/ 117683 w 607336"/>
                  <a:gd name="connsiteY69" fmla="*/ 531190 h 605919"/>
                  <a:gd name="connsiteX70" fmla="*/ 83059 w 607336"/>
                  <a:gd name="connsiteY70" fmla="*/ 496617 h 605919"/>
                  <a:gd name="connsiteX71" fmla="*/ 80181 w 607336"/>
                  <a:gd name="connsiteY71" fmla="*/ 482250 h 605919"/>
                  <a:gd name="connsiteX72" fmla="*/ 92434 w 607336"/>
                  <a:gd name="connsiteY72" fmla="*/ 474094 h 605919"/>
                  <a:gd name="connsiteX73" fmla="*/ 137083 w 607336"/>
                  <a:gd name="connsiteY73" fmla="*/ 474094 h 605919"/>
                  <a:gd name="connsiteX74" fmla="*/ 159825 w 607336"/>
                  <a:gd name="connsiteY74" fmla="*/ 428583 h 605919"/>
                  <a:gd name="connsiteX75" fmla="*/ 171614 w 607336"/>
                  <a:gd name="connsiteY75" fmla="*/ 421910 h 605919"/>
                  <a:gd name="connsiteX76" fmla="*/ 514950 w 607336"/>
                  <a:gd name="connsiteY76" fmla="*/ 226678 h 605919"/>
                  <a:gd name="connsiteX77" fmla="*/ 500278 w 607336"/>
                  <a:gd name="connsiteY77" fmla="*/ 255875 h 605919"/>
                  <a:gd name="connsiteX78" fmla="*/ 488485 w 607336"/>
                  <a:gd name="connsiteY78" fmla="*/ 263105 h 605919"/>
                  <a:gd name="connsiteX79" fmla="*/ 467592 w 607336"/>
                  <a:gd name="connsiteY79" fmla="*/ 263105 h 605919"/>
                  <a:gd name="connsiteX80" fmla="*/ 484678 w 607336"/>
                  <a:gd name="connsiteY80" fmla="*/ 280160 h 605919"/>
                  <a:gd name="connsiteX81" fmla="*/ 488207 w 607336"/>
                  <a:gd name="connsiteY81" fmla="*/ 292117 h 605919"/>
                  <a:gd name="connsiteX82" fmla="*/ 481799 w 607336"/>
                  <a:gd name="connsiteY82" fmla="*/ 324187 h 605919"/>
                  <a:gd name="connsiteX83" fmla="*/ 506964 w 607336"/>
                  <a:gd name="connsiteY83" fmla="*/ 305279 h 605919"/>
                  <a:gd name="connsiteX84" fmla="*/ 514950 w 607336"/>
                  <a:gd name="connsiteY84" fmla="*/ 302683 h 605919"/>
                  <a:gd name="connsiteX85" fmla="*/ 522844 w 607336"/>
                  <a:gd name="connsiteY85" fmla="*/ 305279 h 605919"/>
                  <a:gd name="connsiteX86" fmla="*/ 548009 w 607336"/>
                  <a:gd name="connsiteY86" fmla="*/ 324187 h 605919"/>
                  <a:gd name="connsiteX87" fmla="*/ 541601 w 607336"/>
                  <a:gd name="connsiteY87" fmla="*/ 292117 h 605919"/>
                  <a:gd name="connsiteX88" fmla="*/ 545223 w 607336"/>
                  <a:gd name="connsiteY88" fmla="*/ 280160 h 605919"/>
                  <a:gd name="connsiteX89" fmla="*/ 562309 w 607336"/>
                  <a:gd name="connsiteY89" fmla="*/ 263105 h 605919"/>
                  <a:gd name="connsiteX90" fmla="*/ 541323 w 607336"/>
                  <a:gd name="connsiteY90" fmla="*/ 263105 h 605919"/>
                  <a:gd name="connsiteX91" fmla="*/ 529530 w 607336"/>
                  <a:gd name="connsiteY91" fmla="*/ 255875 h 605919"/>
                  <a:gd name="connsiteX92" fmla="*/ 92440 w 607336"/>
                  <a:gd name="connsiteY92" fmla="*/ 226678 h 605919"/>
                  <a:gd name="connsiteX93" fmla="*/ 77774 w 607336"/>
                  <a:gd name="connsiteY93" fmla="*/ 255875 h 605919"/>
                  <a:gd name="connsiteX94" fmla="*/ 65985 w 607336"/>
                  <a:gd name="connsiteY94" fmla="*/ 263105 h 605919"/>
                  <a:gd name="connsiteX95" fmla="*/ 45099 w 607336"/>
                  <a:gd name="connsiteY95" fmla="*/ 263105 h 605919"/>
                  <a:gd name="connsiteX96" fmla="*/ 62086 w 607336"/>
                  <a:gd name="connsiteY96" fmla="*/ 280160 h 605919"/>
                  <a:gd name="connsiteX97" fmla="*/ 65706 w 607336"/>
                  <a:gd name="connsiteY97" fmla="*/ 292024 h 605919"/>
                  <a:gd name="connsiteX98" fmla="*/ 59301 w 607336"/>
                  <a:gd name="connsiteY98" fmla="*/ 324187 h 605919"/>
                  <a:gd name="connsiteX99" fmla="*/ 84457 w 607336"/>
                  <a:gd name="connsiteY99" fmla="*/ 305279 h 605919"/>
                  <a:gd name="connsiteX100" fmla="*/ 92440 w 607336"/>
                  <a:gd name="connsiteY100" fmla="*/ 302683 h 605919"/>
                  <a:gd name="connsiteX101" fmla="*/ 100330 w 607336"/>
                  <a:gd name="connsiteY101" fmla="*/ 305279 h 605919"/>
                  <a:gd name="connsiteX102" fmla="*/ 125486 w 607336"/>
                  <a:gd name="connsiteY102" fmla="*/ 324187 h 605919"/>
                  <a:gd name="connsiteX103" fmla="*/ 119081 w 607336"/>
                  <a:gd name="connsiteY103" fmla="*/ 292117 h 605919"/>
                  <a:gd name="connsiteX104" fmla="*/ 122701 w 607336"/>
                  <a:gd name="connsiteY104" fmla="*/ 280160 h 605919"/>
                  <a:gd name="connsiteX105" fmla="*/ 139781 w 607336"/>
                  <a:gd name="connsiteY105" fmla="*/ 263105 h 605919"/>
                  <a:gd name="connsiteX106" fmla="*/ 118802 w 607336"/>
                  <a:gd name="connsiteY106" fmla="*/ 263105 h 605919"/>
                  <a:gd name="connsiteX107" fmla="*/ 107013 w 607336"/>
                  <a:gd name="connsiteY107" fmla="*/ 255875 h 605919"/>
                  <a:gd name="connsiteX108" fmla="*/ 514938 w 607336"/>
                  <a:gd name="connsiteY108" fmla="*/ 184598 h 605919"/>
                  <a:gd name="connsiteX109" fmla="*/ 526744 w 607336"/>
                  <a:gd name="connsiteY109" fmla="*/ 191271 h 605919"/>
                  <a:gd name="connsiteX110" fmla="*/ 549495 w 607336"/>
                  <a:gd name="connsiteY110" fmla="*/ 236782 h 605919"/>
                  <a:gd name="connsiteX111" fmla="*/ 594160 w 607336"/>
                  <a:gd name="connsiteY111" fmla="*/ 236782 h 605919"/>
                  <a:gd name="connsiteX112" fmla="*/ 606325 w 607336"/>
                  <a:gd name="connsiteY112" fmla="*/ 244938 h 605919"/>
                  <a:gd name="connsiteX113" fmla="*/ 603539 w 607336"/>
                  <a:gd name="connsiteY113" fmla="*/ 259305 h 605919"/>
                  <a:gd name="connsiteX114" fmla="*/ 568902 w 607336"/>
                  <a:gd name="connsiteY114" fmla="*/ 293878 h 605919"/>
                  <a:gd name="connsiteX115" fmla="*/ 580696 w 607336"/>
                  <a:gd name="connsiteY115" fmla="*/ 352828 h 605919"/>
                  <a:gd name="connsiteX116" fmla="*/ 574753 w 607336"/>
                  <a:gd name="connsiteY116" fmla="*/ 366546 h 605919"/>
                  <a:gd name="connsiteX117" fmla="*/ 567788 w 607336"/>
                  <a:gd name="connsiteY117" fmla="*/ 368585 h 605919"/>
                  <a:gd name="connsiteX118" fmla="*/ 559802 w 607336"/>
                  <a:gd name="connsiteY118" fmla="*/ 365990 h 605919"/>
                  <a:gd name="connsiteX119" fmla="*/ 514950 w 607336"/>
                  <a:gd name="connsiteY119" fmla="*/ 332344 h 605919"/>
                  <a:gd name="connsiteX120" fmla="*/ 470006 w 607336"/>
                  <a:gd name="connsiteY120" fmla="*/ 365990 h 605919"/>
                  <a:gd name="connsiteX121" fmla="*/ 455055 w 607336"/>
                  <a:gd name="connsiteY121" fmla="*/ 366546 h 605919"/>
                  <a:gd name="connsiteX122" fmla="*/ 449205 w 607336"/>
                  <a:gd name="connsiteY122" fmla="*/ 352828 h 605919"/>
                  <a:gd name="connsiteX123" fmla="*/ 460999 w 607336"/>
                  <a:gd name="connsiteY123" fmla="*/ 293878 h 605919"/>
                  <a:gd name="connsiteX124" fmla="*/ 426362 w 607336"/>
                  <a:gd name="connsiteY124" fmla="*/ 259305 h 605919"/>
                  <a:gd name="connsiteX125" fmla="*/ 423483 w 607336"/>
                  <a:gd name="connsiteY125" fmla="*/ 244938 h 605919"/>
                  <a:gd name="connsiteX126" fmla="*/ 435648 w 607336"/>
                  <a:gd name="connsiteY126" fmla="*/ 236782 h 605919"/>
                  <a:gd name="connsiteX127" fmla="*/ 480313 w 607336"/>
                  <a:gd name="connsiteY127" fmla="*/ 236782 h 605919"/>
                  <a:gd name="connsiteX128" fmla="*/ 503064 w 607336"/>
                  <a:gd name="connsiteY128" fmla="*/ 191271 h 605919"/>
                  <a:gd name="connsiteX129" fmla="*/ 514938 w 607336"/>
                  <a:gd name="connsiteY129" fmla="*/ 184598 h 605919"/>
                  <a:gd name="connsiteX130" fmla="*/ 92394 w 607336"/>
                  <a:gd name="connsiteY130" fmla="*/ 184598 h 605919"/>
                  <a:gd name="connsiteX131" fmla="*/ 104229 w 607336"/>
                  <a:gd name="connsiteY131" fmla="*/ 191271 h 605919"/>
                  <a:gd name="connsiteX132" fmla="*/ 126971 w 607336"/>
                  <a:gd name="connsiteY132" fmla="*/ 236782 h 605919"/>
                  <a:gd name="connsiteX133" fmla="*/ 171620 w 607336"/>
                  <a:gd name="connsiteY133" fmla="*/ 236782 h 605919"/>
                  <a:gd name="connsiteX134" fmla="*/ 183780 w 607336"/>
                  <a:gd name="connsiteY134" fmla="*/ 244938 h 605919"/>
                  <a:gd name="connsiteX135" fmla="*/ 180902 w 607336"/>
                  <a:gd name="connsiteY135" fmla="*/ 259305 h 605919"/>
                  <a:gd name="connsiteX136" fmla="*/ 146371 w 607336"/>
                  <a:gd name="connsiteY136" fmla="*/ 293878 h 605919"/>
                  <a:gd name="connsiteX137" fmla="*/ 158160 w 607336"/>
                  <a:gd name="connsiteY137" fmla="*/ 352828 h 605919"/>
                  <a:gd name="connsiteX138" fmla="*/ 152219 w 607336"/>
                  <a:gd name="connsiteY138" fmla="*/ 366546 h 605919"/>
                  <a:gd name="connsiteX139" fmla="*/ 145257 w 607336"/>
                  <a:gd name="connsiteY139" fmla="*/ 368585 h 605919"/>
                  <a:gd name="connsiteX140" fmla="*/ 137274 w 607336"/>
                  <a:gd name="connsiteY140" fmla="*/ 365990 h 605919"/>
                  <a:gd name="connsiteX141" fmla="*/ 92440 w 607336"/>
                  <a:gd name="connsiteY141" fmla="*/ 332344 h 605919"/>
                  <a:gd name="connsiteX142" fmla="*/ 47513 w 607336"/>
                  <a:gd name="connsiteY142" fmla="*/ 365990 h 605919"/>
                  <a:gd name="connsiteX143" fmla="*/ 32568 w 607336"/>
                  <a:gd name="connsiteY143" fmla="*/ 366546 h 605919"/>
                  <a:gd name="connsiteX144" fmla="*/ 26627 w 607336"/>
                  <a:gd name="connsiteY144" fmla="*/ 352828 h 605919"/>
                  <a:gd name="connsiteX145" fmla="*/ 38509 w 607336"/>
                  <a:gd name="connsiteY145" fmla="*/ 293878 h 605919"/>
                  <a:gd name="connsiteX146" fmla="*/ 3885 w 607336"/>
                  <a:gd name="connsiteY146" fmla="*/ 259305 h 605919"/>
                  <a:gd name="connsiteX147" fmla="*/ 1007 w 607336"/>
                  <a:gd name="connsiteY147" fmla="*/ 244938 h 605919"/>
                  <a:gd name="connsiteX148" fmla="*/ 13167 w 607336"/>
                  <a:gd name="connsiteY148" fmla="*/ 236782 h 605919"/>
                  <a:gd name="connsiteX149" fmla="*/ 57816 w 607336"/>
                  <a:gd name="connsiteY149" fmla="*/ 236782 h 605919"/>
                  <a:gd name="connsiteX150" fmla="*/ 80558 w 607336"/>
                  <a:gd name="connsiteY150" fmla="*/ 191271 h 605919"/>
                  <a:gd name="connsiteX151" fmla="*/ 92394 w 607336"/>
                  <a:gd name="connsiteY151" fmla="*/ 184598 h 605919"/>
                  <a:gd name="connsiteX152" fmla="*/ 303666 w 607336"/>
                  <a:gd name="connsiteY152" fmla="*/ 42096 h 605919"/>
                  <a:gd name="connsiteX153" fmla="*/ 289089 w 607336"/>
                  <a:gd name="connsiteY153" fmla="*/ 71304 h 605919"/>
                  <a:gd name="connsiteX154" fmla="*/ 277297 w 607336"/>
                  <a:gd name="connsiteY154" fmla="*/ 78537 h 605919"/>
                  <a:gd name="connsiteX155" fmla="*/ 256313 w 607336"/>
                  <a:gd name="connsiteY155" fmla="*/ 78537 h 605919"/>
                  <a:gd name="connsiteX156" fmla="*/ 273397 w 607336"/>
                  <a:gd name="connsiteY156" fmla="*/ 95598 h 605919"/>
                  <a:gd name="connsiteX157" fmla="*/ 277018 w 607336"/>
                  <a:gd name="connsiteY157" fmla="*/ 107467 h 605919"/>
                  <a:gd name="connsiteX158" fmla="*/ 270612 w 607336"/>
                  <a:gd name="connsiteY158" fmla="*/ 139642 h 605919"/>
                  <a:gd name="connsiteX159" fmla="*/ 295774 w 607336"/>
                  <a:gd name="connsiteY159" fmla="*/ 120726 h 605919"/>
                  <a:gd name="connsiteX160" fmla="*/ 303666 w 607336"/>
                  <a:gd name="connsiteY160" fmla="*/ 118130 h 605919"/>
                  <a:gd name="connsiteX161" fmla="*/ 311651 w 607336"/>
                  <a:gd name="connsiteY161" fmla="*/ 120726 h 605919"/>
                  <a:gd name="connsiteX162" fmla="*/ 336813 w 607336"/>
                  <a:gd name="connsiteY162" fmla="*/ 139642 h 605919"/>
                  <a:gd name="connsiteX163" fmla="*/ 330407 w 607336"/>
                  <a:gd name="connsiteY163" fmla="*/ 107467 h 605919"/>
                  <a:gd name="connsiteX164" fmla="*/ 333935 w 607336"/>
                  <a:gd name="connsiteY164" fmla="*/ 95598 h 605919"/>
                  <a:gd name="connsiteX165" fmla="*/ 351019 w 607336"/>
                  <a:gd name="connsiteY165" fmla="*/ 78537 h 605919"/>
                  <a:gd name="connsiteX166" fmla="*/ 330128 w 607336"/>
                  <a:gd name="connsiteY166" fmla="*/ 78537 h 605919"/>
                  <a:gd name="connsiteX167" fmla="*/ 318336 w 607336"/>
                  <a:gd name="connsiteY167" fmla="*/ 71304 h 605919"/>
                  <a:gd name="connsiteX168" fmla="*/ 303666 w 607336"/>
                  <a:gd name="connsiteY168" fmla="*/ 0 h 605919"/>
                  <a:gd name="connsiteX169" fmla="*/ 315458 w 607336"/>
                  <a:gd name="connsiteY169" fmla="*/ 6676 h 605919"/>
                  <a:gd name="connsiteX170" fmla="*/ 338206 w 607336"/>
                  <a:gd name="connsiteY170" fmla="*/ 52203 h 605919"/>
                  <a:gd name="connsiteX171" fmla="*/ 382866 w 607336"/>
                  <a:gd name="connsiteY171" fmla="*/ 52203 h 605919"/>
                  <a:gd name="connsiteX172" fmla="*/ 395122 w 607336"/>
                  <a:gd name="connsiteY172" fmla="*/ 60363 h 605919"/>
                  <a:gd name="connsiteX173" fmla="*/ 392244 w 607336"/>
                  <a:gd name="connsiteY173" fmla="*/ 74735 h 605919"/>
                  <a:gd name="connsiteX174" fmla="*/ 357611 w 607336"/>
                  <a:gd name="connsiteY174" fmla="*/ 109229 h 605919"/>
                  <a:gd name="connsiteX175" fmla="*/ 369403 w 607336"/>
                  <a:gd name="connsiteY175" fmla="*/ 168294 h 605919"/>
                  <a:gd name="connsiteX176" fmla="*/ 363461 w 607336"/>
                  <a:gd name="connsiteY176" fmla="*/ 182017 h 605919"/>
                  <a:gd name="connsiteX177" fmla="*/ 356497 w 607336"/>
                  <a:gd name="connsiteY177" fmla="*/ 184057 h 605919"/>
                  <a:gd name="connsiteX178" fmla="*/ 348605 w 607336"/>
                  <a:gd name="connsiteY178" fmla="*/ 181368 h 605919"/>
                  <a:gd name="connsiteX179" fmla="*/ 303666 w 607336"/>
                  <a:gd name="connsiteY179" fmla="*/ 147802 h 605919"/>
                  <a:gd name="connsiteX180" fmla="*/ 258820 w 607336"/>
                  <a:gd name="connsiteY180" fmla="*/ 181368 h 605919"/>
                  <a:gd name="connsiteX181" fmla="*/ 243871 w 607336"/>
                  <a:gd name="connsiteY181" fmla="*/ 182017 h 605919"/>
                  <a:gd name="connsiteX182" fmla="*/ 237929 w 607336"/>
                  <a:gd name="connsiteY182" fmla="*/ 168294 h 605919"/>
                  <a:gd name="connsiteX183" fmla="*/ 249721 w 607336"/>
                  <a:gd name="connsiteY183" fmla="*/ 109229 h 605919"/>
                  <a:gd name="connsiteX184" fmla="*/ 215088 w 607336"/>
                  <a:gd name="connsiteY184" fmla="*/ 74735 h 605919"/>
                  <a:gd name="connsiteX185" fmla="*/ 212210 w 607336"/>
                  <a:gd name="connsiteY185" fmla="*/ 60363 h 605919"/>
                  <a:gd name="connsiteX186" fmla="*/ 224466 w 607336"/>
                  <a:gd name="connsiteY186" fmla="*/ 52203 h 605919"/>
                  <a:gd name="connsiteX187" fmla="*/ 269126 w 607336"/>
                  <a:gd name="connsiteY187" fmla="*/ 52203 h 605919"/>
                  <a:gd name="connsiteX188" fmla="*/ 291874 w 607336"/>
                  <a:gd name="connsiteY188" fmla="*/ 6676 h 605919"/>
                  <a:gd name="connsiteX189" fmla="*/ 303666 w 607336"/>
                  <a:gd name="connsiteY189" fmla="*/ 0 h 605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</a:cxnLst>
                <a:rect l="l" t="t" r="r" b="b"/>
                <a:pathLst>
                  <a:path w="607336" h="605919">
                    <a:moveTo>
                      <a:pt x="435684" y="463990"/>
                    </a:moveTo>
                    <a:lnTo>
                      <a:pt x="421104" y="493187"/>
                    </a:lnTo>
                    <a:cubicBezTo>
                      <a:pt x="418876" y="497637"/>
                      <a:pt x="414326" y="500417"/>
                      <a:pt x="409311" y="500417"/>
                    </a:cubicBezTo>
                    <a:lnTo>
                      <a:pt x="388325" y="500417"/>
                    </a:lnTo>
                    <a:lnTo>
                      <a:pt x="405411" y="517472"/>
                    </a:lnTo>
                    <a:cubicBezTo>
                      <a:pt x="408568" y="520623"/>
                      <a:pt x="409961" y="525072"/>
                      <a:pt x="409033" y="529429"/>
                    </a:cubicBezTo>
                    <a:lnTo>
                      <a:pt x="402625" y="561499"/>
                    </a:lnTo>
                    <a:lnTo>
                      <a:pt x="427790" y="542591"/>
                    </a:lnTo>
                    <a:cubicBezTo>
                      <a:pt x="430112" y="540830"/>
                      <a:pt x="432991" y="539995"/>
                      <a:pt x="435684" y="539995"/>
                    </a:cubicBezTo>
                    <a:cubicBezTo>
                      <a:pt x="438469" y="539995"/>
                      <a:pt x="441255" y="540830"/>
                      <a:pt x="443670" y="542591"/>
                    </a:cubicBezTo>
                    <a:lnTo>
                      <a:pt x="468835" y="561499"/>
                    </a:lnTo>
                    <a:lnTo>
                      <a:pt x="462427" y="529429"/>
                    </a:lnTo>
                    <a:cubicBezTo>
                      <a:pt x="461499" y="525072"/>
                      <a:pt x="462892" y="520623"/>
                      <a:pt x="466049" y="517472"/>
                    </a:cubicBezTo>
                    <a:lnTo>
                      <a:pt x="483042" y="500417"/>
                    </a:lnTo>
                    <a:lnTo>
                      <a:pt x="462149" y="500417"/>
                    </a:lnTo>
                    <a:cubicBezTo>
                      <a:pt x="457134" y="500417"/>
                      <a:pt x="452584" y="497637"/>
                      <a:pt x="450356" y="493187"/>
                    </a:cubicBezTo>
                    <a:close/>
                    <a:moveTo>
                      <a:pt x="171614" y="463990"/>
                    </a:moveTo>
                    <a:lnTo>
                      <a:pt x="157040" y="493187"/>
                    </a:lnTo>
                    <a:cubicBezTo>
                      <a:pt x="154813" y="497637"/>
                      <a:pt x="150171" y="500417"/>
                      <a:pt x="145252" y="500417"/>
                    </a:cubicBezTo>
                    <a:lnTo>
                      <a:pt x="124273" y="500417"/>
                    </a:lnTo>
                    <a:lnTo>
                      <a:pt x="141353" y="517472"/>
                    </a:lnTo>
                    <a:cubicBezTo>
                      <a:pt x="144416" y="520623"/>
                      <a:pt x="145809" y="525072"/>
                      <a:pt x="144973" y="529429"/>
                    </a:cubicBezTo>
                    <a:lnTo>
                      <a:pt x="138568" y="561499"/>
                    </a:lnTo>
                    <a:lnTo>
                      <a:pt x="163724" y="542591"/>
                    </a:lnTo>
                    <a:cubicBezTo>
                      <a:pt x="166044" y="540830"/>
                      <a:pt x="168829" y="539995"/>
                      <a:pt x="171614" y="539995"/>
                    </a:cubicBezTo>
                    <a:cubicBezTo>
                      <a:pt x="174399" y="539995"/>
                      <a:pt x="177183" y="540830"/>
                      <a:pt x="179504" y="542591"/>
                    </a:cubicBezTo>
                    <a:lnTo>
                      <a:pt x="204660" y="561499"/>
                    </a:lnTo>
                    <a:lnTo>
                      <a:pt x="198255" y="529429"/>
                    </a:lnTo>
                    <a:cubicBezTo>
                      <a:pt x="197419" y="525072"/>
                      <a:pt x="198812" y="520623"/>
                      <a:pt x="201875" y="517472"/>
                    </a:cubicBezTo>
                    <a:lnTo>
                      <a:pt x="218955" y="500417"/>
                    </a:lnTo>
                    <a:lnTo>
                      <a:pt x="197976" y="500417"/>
                    </a:lnTo>
                    <a:cubicBezTo>
                      <a:pt x="193057" y="500417"/>
                      <a:pt x="188415" y="497637"/>
                      <a:pt x="186187" y="493187"/>
                    </a:cubicBezTo>
                    <a:close/>
                    <a:moveTo>
                      <a:pt x="435695" y="421910"/>
                    </a:moveTo>
                    <a:cubicBezTo>
                      <a:pt x="440490" y="421910"/>
                      <a:pt x="445295" y="424134"/>
                      <a:pt x="447570" y="428583"/>
                    </a:cubicBezTo>
                    <a:lnTo>
                      <a:pt x="470321" y="474094"/>
                    </a:lnTo>
                    <a:lnTo>
                      <a:pt x="514986" y="474094"/>
                    </a:lnTo>
                    <a:cubicBezTo>
                      <a:pt x="520279" y="474094"/>
                      <a:pt x="525108" y="477245"/>
                      <a:pt x="527151" y="482250"/>
                    </a:cubicBezTo>
                    <a:cubicBezTo>
                      <a:pt x="529194" y="487163"/>
                      <a:pt x="528080" y="492817"/>
                      <a:pt x="524272" y="496617"/>
                    </a:cubicBezTo>
                    <a:lnTo>
                      <a:pt x="489635" y="531190"/>
                    </a:lnTo>
                    <a:lnTo>
                      <a:pt x="501429" y="590140"/>
                    </a:lnTo>
                    <a:cubicBezTo>
                      <a:pt x="502543" y="595516"/>
                      <a:pt x="500222" y="600985"/>
                      <a:pt x="495579" y="603858"/>
                    </a:cubicBezTo>
                    <a:cubicBezTo>
                      <a:pt x="493443" y="605248"/>
                      <a:pt x="491028" y="605897"/>
                      <a:pt x="488521" y="605897"/>
                    </a:cubicBezTo>
                    <a:cubicBezTo>
                      <a:pt x="485735" y="605897"/>
                      <a:pt x="482950" y="604970"/>
                      <a:pt x="480628" y="603302"/>
                    </a:cubicBezTo>
                    <a:lnTo>
                      <a:pt x="435684" y="569656"/>
                    </a:lnTo>
                    <a:lnTo>
                      <a:pt x="390832" y="603302"/>
                    </a:lnTo>
                    <a:cubicBezTo>
                      <a:pt x="386375" y="606546"/>
                      <a:pt x="380524" y="606824"/>
                      <a:pt x="375881" y="603858"/>
                    </a:cubicBezTo>
                    <a:cubicBezTo>
                      <a:pt x="371238" y="600985"/>
                      <a:pt x="368917" y="595516"/>
                      <a:pt x="369938" y="590140"/>
                    </a:cubicBezTo>
                    <a:lnTo>
                      <a:pt x="381732" y="531190"/>
                    </a:lnTo>
                    <a:lnTo>
                      <a:pt x="347095" y="496617"/>
                    </a:lnTo>
                    <a:cubicBezTo>
                      <a:pt x="343380" y="492817"/>
                      <a:pt x="342266" y="487163"/>
                      <a:pt x="344309" y="482250"/>
                    </a:cubicBezTo>
                    <a:cubicBezTo>
                      <a:pt x="346352" y="477245"/>
                      <a:pt x="351181" y="474094"/>
                      <a:pt x="356474" y="474094"/>
                    </a:cubicBezTo>
                    <a:lnTo>
                      <a:pt x="401139" y="474094"/>
                    </a:lnTo>
                    <a:lnTo>
                      <a:pt x="423890" y="428583"/>
                    </a:lnTo>
                    <a:cubicBezTo>
                      <a:pt x="426119" y="424134"/>
                      <a:pt x="430901" y="421910"/>
                      <a:pt x="435695" y="421910"/>
                    </a:cubicBezTo>
                    <a:close/>
                    <a:moveTo>
                      <a:pt x="171614" y="421910"/>
                    </a:moveTo>
                    <a:cubicBezTo>
                      <a:pt x="176395" y="421910"/>
                      <a:pt x="181175" y="424134"/>
                      <a:pt x="183403" y="428583"/>
                    </a:cubicBezTo>
                    <a:lnTo>
                      <a:pt x="206145" y="474094"/>
                    </a:lnTo>
                    <a:lnTo>
                      <a:pt x="250794" y="474094"/>
                    </a:lnTo>
                    <a:cubicBezTo>
                      <a:pt x="256178" y="474094"/>
                      <a:pt x="261005" y="477245"/>
                      <a:pt x="262954" y="482250"/>
                    </a:cubicBezTo>
                    <a:cubicBezTo>
                      <a:pt x="264996" y="487163"/>
                      <a:pt x="263882" y="492817"/>
                      <a:pt x="260169" y="496617"/>
                    </a:cubicBezTo>
                    <a:lnTo>
                      <a:pt x="225545" y="531190"/>
                    </a:lnTo>
                    <a:lnTo>
                      <a:pt x="237334" y="590140"/>
                    </a:lnTo>
                    <a:cubicBezTo>
                      <a:pt x="238448" y="595516"/>
                      <a:pt x="236035" y="600985"/>
                      <a:pt x="231393" y="603858"/>
                    </a:cubicBezTo>
                    <a:cubicBezTo>
                      <a:pt x="229351" y="605248"/>
                      <a:pt x="226845" y="605897"/>
                      <a:pt x="224431" y="605897"/>
                    </a:cubicBezTo>
                    <a:cubicBezTo>
                      <a:pt x="221647" y="605897"/>
                      <a:pt x="218862" y="604970"/>
                      <a:pt x="216541" y="603302"/>
                    </a:cubicBezTo>
                    <a:lnTo>
                      <a:pt x="171614" y="569656"/>
                    </a:lnTo>
                    <a:lnTo>
                      <a:pt x="126687" y="603302"/>
                    </a:lnTo>
                    <a:cubicBezTo>
                      <a:pt x="122324" y="606546"/>
                      <a:pt x="116383" y="606824"/>
                      <a:pt x="111742" y="603858"/>
                    </a:cubicBezTo>
                    <a:cubicBezTo>
                      <a:pt x="107100" y="600985"/>
                      <a:pt x="104780" y="595516"/>
                      <a:pt x="105894" y="590140"/>
                    </a:cubicBezTo>
                    <a:lnTo>
                      <a:pt x="117683" y="531190"/>
                    </a:lnTo>
                    <a:lnTo>
                      <a:pt x="83059" y="496617"/>
                    </a:lnTo>
                    <a:cubicBezTo>
                      <a:pt x="79253" y="492817"/>
                      <a:pt x="78139" y="487163"/>
                      <a:pt x="80181" y="482250"/>
                    </a:cubicBezTo>
                    <a:cubicBezTo>
                      <a:pt x="82223" y="477245"/>
                      <a:pt x="87050" y="474094"/>
                      <a:pt x="92434" y="474094"/>
                    </a:cubicBezTo>
                    <a:lnTo>
                      <a:pt x="137083" y="474094"/>
                    </a:lnTo>
                    <a:lnTo>
                      <a:pt x="159825" y="428583"/>
                    </a:lnTo>
                    <a:cubicBezTo>
                      <a:pt x="162053" y="424134"/>
                      <a:pt x="166834" y="421910"/>
                      <a:pt x="171614" y="421910"/>
                    </a:cubicBezTo>
                    <a:close/>
                    <a:moveTo>
                      <a:pt x="514950" y="226678"/>
                    </a:moveTo>
                    <a:lnTo>
                      <a:pt x="500278" y="255875"/>
                    </a:lnTo>
                    <a:cubicBezTo>
                      <a:pt x="498050" y="260325"/>
                      <a:pt x="493500" y="263105"/>
                      <a:pt x="488485" y="263105"/>
                    </a:cubicBezTo>
                    <a:lnTo>
                      <a:pt x="467592" y="263105"/>
                    </a:lnTo>
                    <a:lnTo>
                      <a:pt x="484678" y="280160"/>
                    </a:lnTo>
                    <a:cubicBezTo>
                      <a:pt x="487742" y="283311"/>
                      <a:pt x="489135" y="287760"/>
                      <a:pt x="488207" y="292117"/>
                    </a:cubicBezTo>
                    <a:lnTo>
                      <a:pt x="481799" y="324187"/>
                    </a:lnTo>
                    <a:lnTo>
                      <a:pt x="506964" y="305279"/>
                    </a:lnTo>
                    <a:cubicBezTo>
                      <a:pt x="509379" y="303518"/>
                      <a:pt x="512165" y="302683"/>
                      <a:pt x="514950" y="302683"/>
                    </a:cubicBezTo>
                    <a:cubicBezTo>
                      <a:pt x="517736" y="302683"/>
                      <a:pt x="520522" y="303518"/>
                      <a:pt x="522844" y="305279"/>
                    </a:cubicBezTo>
                    <a:lnTo>
                      <a:pt x="548009" y="324187"/>
                    </a:lnTo>
                    <a:lnTo>
                      <a:pt x="541601" y="292117"/>
                    </a:lnTo>
                    <a:cubicBezTo>
                      <a:pt x="540766" y="287760"/>
                      <a:pt x="542066" y="283311"/>
                      <a:pt x="545223" y="280160"/>
                    </a:cubicBezTo>
                    <a:lnTo>
                      <a:pt x="562309" y="263105"/>
                    </a:lnTo>
                    <a:lnTo>
                      <a:pt x="541323" y="263105"/>
                    </a:lnTo>
                    <a:cubicBezTo>
                      <a:pt x="536308" y="263105"/>
                      <a:pt x="531758" y="260325"/>
                      <a:pt x="529530" y="255875"/>
                    </a:cubicBezTo>
                    <a:close/>
                    <a:moveTo>
                      <a:pt x="92440" y="226678"/>
                    </a:moveTo>
                    <a:lnTo>
                      <a:pt x="77774" y="255875"/>
                    </a:lnTo>
                    <a:cubicBezTo>
                      <a:pt x="75546" y="260325"/>
                      <a:pt x="70997" y="263105"/>
                      <a:pt x="65985" y="263105"/>
                    </a:cubicBezTo>
                    <a:lnTo>
                      <a:pt x="45099" y="263105"/>
                    </a:lnTo>
                    <a:lnTo>
                      <a:pt x="62086" y="280160"/>
                    </a:lnTo>
                    <a:cubicBezTo>
                      <a:pt x="65242" y="283219"/>
                      <a:pt x="66635" y="287760"/>
                      <a:pt x="65706" y="292024"/>
                    </a:cubicBezTo>
                    <a:lnTo>
                      <a:pt x="59301" y="324187"/>
                    </a:lnTo>
                    <a:lnTo>
                      <a:pt x="84457" y="305279"/>
                    </a:lnTo>
                    <a:cubicBezTo>
                      <a:pt x="86870" y="303518"/>
                      <a:pt x="89655" y="302683"/>
                      <a:pt x="92440" y="302683"/>
                    </a:cubicBezTo>
                    <a:cubicBezTo>
                      <a:pt x="95225" y="302683"/>
                      <a:pt x="98009" y="303518"/>
                      <a:pt x="100330" y="305279"/>
                    </a:cubicBezTo>
                    <a:lnTo>
                      <a:pt x="125486" y="324187"/>
                    </a:lnTo>
                    <a:lnTo>
                      <a:pt x="119081" y="292117"/>
                    </a:lnTo>
                    <a:cubicBezTo>
                      <a:pt x="118245" y="287760"/>
                      <a:pt x="119545" y="283311"/>
                      <a:pt x="122701" y="280160"/>
                    </a:cubicBezTo>
                    <a:lnTo>
                      <a:pt x="139781" y="263105"/>
                    </a:lnTo>
                    <a:lnTo>
                      <a:pt x="118802" y="263105"/>
                    </a:lnTo>
                    <a:cubicBezTo>
                      <a:pt x="113790" y="263105"/>
                      <a:pt x="109241" y="260325"/>
                      <a:pt x="107013" y="255875"/>
                    </a:cubicBezTo>
                    <a:close/>
                    <a:moveTo>
                      <a:pt x="514938" y="184598"/>
                    </a:moveTo>
                    <a:cubicBezTo>
                      <a:pt x="519732" y="184598"/>
                      <a:pt x="524515" y="186822"/>
                      <a:pt x="526744" y="191271"/>
                    </a:cubicBezTo>
                    <a:lnTo>
                      <a:pt x="549495" y="236782"/>
                    </a:lnTo>
                    <a:lnTo>
                      <a:pt x="594160" y="236782"/>
                    </a:lnTo>
                    <a:cubicBezTo>
                      <a:pt x="599453" y="236782"/>
                      <a:pt x="604282" y="239933"/>
                      <a:pt x="606325" y="244938"/>
                    </a:cubicBezTo>
                    <a:cubicBezTo>
                      <a:pt x="608368" y="249851"/>
                      <a:pt x="607254" y="255505"/>
                      <a:pt x="603539" y="259305"/>
                    </a:cubicBezTo>
                    <a:lnTo>
                      <a:pt x="568902" y="293878"/>
                    </a:lnTo>
                    <a:lnTo>
                      <a:pt x="580696" y="352828"/>
                    </a:lnTo>
                    <a:cubicBezTo>
                      <a:pt x="581717" y="358204"/>
                      <a:pt x="579396" y="363673"/>
                      <a:pt x="574753" y="366546"/>
                    </a:cubicBezTo>
                    <a:cubicBezTo>
                      <a:pt x="572617" y="367936"/>
                      <a:pt x="570202" y="368585"/>
                      <a:pt x="567788" y="368585"/>
                    </a:cubicBezTo>
                    <a:cubicBezTo>
                      <a:pt x="565002" y="368585"/>
                      <a:pt x="562216" y="367658"/>
                      <a:pt x="559802" y="365990"/>
                    </a:cubicBezTo>
                    <a:lnTo>
                      <a:pt x="514950" y="332344"/>
                    </a:lnTo>
                    <a:lnTo>
                      <a:pt x="470006" y="365990"/>
                    </a:lnTo>
                    <a:cubicBezTo>
                      <a:pt x="465642" y="369234"/>
                      <a:pt x="459698" y="369512"/>
                      <a:pt x="455055" y="366546"/>
                    </a:cubicBezTo>
                    <a:cubicBezTo>
                      <a:pt x="450412" y="363673"/>
                      <a:pt x="448091" y="358204"/>
                      <a:pt x="449205" y="352828"/>
                    </a:cubicBezTo>
                    <a:lnTo>
                      <a:pt x="460999" y="293878"/>
                    </a:lnTo>
                    <a:lnTo>
                      <a:pt x="426362" y="259305"/>
                    </a:lnTo>
                    <a:cubicBezTo>
                      <a:pt x="422554" y="255505"/>
                      <a:pt x="421440" y="249851"/>
                      <a:pt x="423483" y="244938"/>
                    </a:cubicBezTo>
                    <a:cubicBezTo>
                      <a:pt x="425526" y="239933"/>
                      <a:pt x="430355" y="236782"/>
                      <a:pt x="435648" y="236782"/>
                    </a:cubicBezTo>
                    <a:lnTo>
                      <a:pt x="480313" y="236782"/>
                    </a:lnTo>
                    <a:lnTo>
                      <a:pt x="503064" y="191271"/>
                    </a:lnTo>
                    <a:cubicBezTo>
                      <a:pt x="505339" y="186822"/>
                      <a:pt x="510145" y="184598"/>
                      <a:pt x="514938" y="184598"/>
                    </a:cubicBezTo>
                    <a:close/>
                    <a:moveTo>
                      <a:pt x="92394" y="184598"/>
                    </a:moveTo>
                    <a:cubicBezTo>
                      <a:pt x="97174" y="184598"/>
                      <a:pt x="101955" y="186822"/>
                      <a:pt x="104229" y="191271"/>
                    </a:cubicBezTo>
                    <a:lnTo>
                      <a:pt x="126971" y="236782"/>
                    </a:lnTo>
                    <a:lnTo>
                      <a:pt x="171620" y="236782"/>
                    </a:lnTo>
                    <a:cubicBezTo>
                      <a:pt x="176911" y="236782"/>
                      <a:pt x="181738" y="239933"/>
                      <a:pt x="183780" y="244938"/>
                    </a:cubicBezTo>
                    <a:cubicBezTo>
                      <a:pt x="185822" y="249851"/>
                      <a:pt x="184708" y="255505"/>
                      <a:pt x="180902" y="259305"/>
                    </a:cubicBezTo>
                    <a:lnTo>
                      <a:pt x="146371" y="293878"/>
                    </a:lnTo>
                    <a:lnTo>
                      <a:pt x="158160" y="352828"/>
                    </a:lnTo>
                    <a:cubicBezTo>
                      <a:pt x="159181" y="358204"/>
                      <a:pt x="156861" y="363673"/>
                      <a:pt x="152219" y="366546"/>
                    </a:cubicBezTo>
                    <a:cubicBezTo>
                      <a:pt x="150084" y="367936"/>
                      <a:pt x="147671" y="368585"/>
                      <a:pt x="145257" y="368585"/>
                    </a:cubicBezTo>
                    <a:cubicBezTo>
                      <a:pt x="142473" y="368585"/>
                      <a:pt x="139688" y="367658"/>
                      <a:pt x="137274" y="365990"/>
                    </a:cubicBezTo>
                    <a:lnTo>
                      <a:pt x="92440" y="332344"/>
                    </a:lnTo>
                    <a:lnTo>
                      <a:pt x="47513" y="365990"/>
                    </a:lnTo>
                    <a:cubicBezTo>
                      <a:pt x="43150" y="369234"/>
                      <a:pt x="37209" y="369512"/>
                      <a:pt x="32568" y="366546"/>
                    </a:cubicBezTo>
                    <a:cubicBezTo>
                      <a:pt x="27926" y="363673"/>
                      <a:pt x="25606" y="358204"/>
                      <a:pt x="26627" y="352828"/>
                    </a:cubicBezTo>
                    <a:lnTo>
                      <a:pt x="38509" y="293878"/>
                    </a:lnTo>
                    <a:lnTo>
                      <a:pt x="3885" y="259305"/>
                    </a:lnTo>
                    <a:cubicBezTo>
                      <a:pt x="79" y="255505"/>
                      <a:pt x="-1035" y="249851"/>
                      <a:pt x="1007" y="244938"/>
                    </a:cubicBezTo>
                    <a:cubicBezTo>
                      <a:pt x="3049" y="239933"/>
                      <a:pt x="7876" y="236782"/>
                      <a:pt x="13167" y="236782"/>
                    </a:cubicBezTo>
                    <a:lnTo>
                      <a:pt x="57816" y="236782"/>
                    </a:lnTo>
                    <a:lnTo>
                      <a:pt x="80558" y="191271"/>
                    </a:lnTo>
                    <a:cubicBezTo>
                      <a:pt x="82833" y="186822"/>
                      <a:pt x="87613" y="184598"/>
                      <a:pt x="92394" y="184598"/>
                    </a:cubicBezTo>
                    <a:close/>
                    <a:moveTo>
                      <a:pt x="303666" y="42096"/>
                    </a:moveTo>
                    <a:lnTo>
                      <a:pt x="289089" y="71304"/>
                    </a:lnTo>
                    <a:cubicBezTo>
                      <a:pt x="286860" y="75755"/>
                      <a:pt x="282311" y="78537"/>
                      <a:pt x="277297" y="78537"/>
                    </a:cubicBezTo>
                    <a:lnTo>
                      <a:pt x="256313" y="78537"/>
                    </a:lnTo>
                    <a:lnTo>
                      <a:pt x="273397" y="95598"/>
                    </a:lnTo>
                    <a:cubicBezTo>
                      <a:pt x="276554" y="98658"/>
                      <a:pt x="277854" y="103201"/>
                      <a:pt x="277018" y="107467"/>
                    </a:cubicBezTo>
                    <a:lnTo>
                      <a:pt x="270612" y="139642"/>
                    </a:lnTo>
                    <a:lnTo>
                      <a:pt x="295774" y="120726"/>
                    </a:lnTo>
                    <a:cubicBezTo>
                      <a:pt x="298095" y="118965"/>
                      <a:pt x="300881" y="118130"/>
                      <a:pt x="303666" y="118130"/>
                    </a:cubicBezTo>
                    <a:cubicBezTo>
                      <a:pt x="306451" y="118130"/>
                      <a:pt x="309237" y="118965"/>
                      <a:pt x="311651" y="120726"/>
                    </a:cubicBezTo>
                    <a:lnTo>
                      <a:pt x="336813" y="139642"/>
                    </a:lnTo>
                    <a:lnTo>
                      <a:pt x="330407" y="107467"/>
                    </a:lnTo>
                    <a:cubicBezTo>
                      <a:pt x="329478" y="103201"/>
                      <a:pt x="330871" y="98751"/>
                      <a:pt x="333935" y="95598"/>
                    </a:cubicBezTo>
                    <a:lnTo>
                      <a:pt x="351019" y="78537"/>
                    </a:lnTo>
                    <a:lnTo>
                      <a:pt x="330128" y="78537"/>
                    </a:lnTo>
                    <a:cubicBezTo>
                      <a:pt x="325114" y="78537"/>
                      <a:pt x="320565" y="75755"/>
                      <a:pt x="318336" y="71304"/>
                    </a:cubicBezTo>
                    <a:close/>
                    <a:moveTo>
                      <a:pt x="303666" y="0"/>
                    </a:moveTo>
                    <a:cubicBezTo>
                      <a:pt x="308448" y="0"/>
                      <a:pt x="313229" y="2225"/>
                      <a:pt x="315458" y="6676"/>
                    </a:cubicBezTo>
                    <a:lnTo>
                      <a:pt x="338206" y="52203"/>
                    </a:lnTo>
                    <a:lnTo>
                      <a:pt x="382866" y="52203"/>
                    </a:lnTo>
                    <a:cubicBezTo>
                      <a:pt x="388251" y="52203"/>
                      <a:pt x="393080" y="55356"/>
                      <a:pt x="395122" y="60363"/>
                    </a:cubicBezTo>
                    <a:cubicBezTo>
                      <a:pt x="397165" y="65277"/>
                      <a:pt x="395958" y="70933"/>
                      <a:pt x="392244" y="74735"/>
                    </a:cubicBezTo>
                    <a:lnTo>
                      <a:pt x="357611" y="109229"/>
                    </a:lnTo>
                    <a:lnTo>
                      <a:pt x="369403" y="168294"/>
                    </a:lnTo>
                    <a:cubicBezTo>
                      <a:pt x="370517" y="173579"/>
                      <a:pt x="368196" y="179143"/>
                      <a:pt x="363461" y="182017"/>
                    </a:cubicBezTo>
                    <a:cubicBezTo>
                      <a:pt x="361418" y="183408"/>
                      <a:pt x="359004" y="184057"/>
                      <a:pt x="356497" y="184057"/>
                    </a:cubicBezTo>
                    <a:cubicBezTo>
                      <a:pt x="353712" y="184057"/>
                      <a:pt x="350926" y="183130"/>
                      <a:pt x="348605" y="181368"/>
                    </a:cubicBezTo>
                    <a:lnTo>
                      <a:pt x="303666" y="147802"/>
                    </a:lnTo>
                    <a:lnTo>
                      <a:pt x="258820" y="181368"/>
                    </a:lnTo>
                    <a:cubicBezTo>
                      <a:pt x="254363" y="184706"/>
                      <a:pt x="248514" y="184984"/>
                      <a:pt x="243871" y="182017"/>
                    </a:cubicBezTo>
                    <a:cubicBezTo>
                      <a:pt x="239229" y="179143"/>
                      <a:pt x="236815" y="173672"/>
                      <a:pt x="237929" y="168294"/>
                    </a:cubicBezTo>
                    <a:lnTo>
                      <a:pt x="249721" y="109229"/>
                    </a:lnTo>
                    <a:lnTo>
                      <a:pt x="215088" y="74735"/>
                    </a:lnTo>
                    <a:cubicBezTo>
                      <a:pt x="211374" y="70933"/>
                      <a:pt x="210167" y="65277"/>
                      <a:pt x="212210" y="60363"/>
                    </a:cubicBezTo>
                    <a:cubicBezTo>
                      <a:pt x="214345" y="55356"/>
                      <a:pt x="219081" y="52203"/>
                      <a:pt x="224466" y="52203"/>
                    </a:cubicBezTo>
                    <a:lnTo>
                      <a:pt x="269126" y="52203"/>
                    </a:lnTo>
                    <a:lnTo>
                      <a:pt x="291874" y="6676"/>
                    </a:lnTo>
                    <a:cubicBezTo>
                      <a:pt x="294103" y="2225"/>
                      <a:pt x="298884" y="0"/>
                      <a:pt x="303666" y="0"/>
                    </a:cubicBezTo>
                    <a:close/>
                  </a:path>
                </a:pathLst>
              </a:cu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43" name="文本框 15">
                <a:extLst>
                  <a:ext uri="{FF2B5EF4-FFF2-40B4-BE49-F238E27FC236}">
                    <a16:creationId xmlns:a16="http://schemas.microsoft.com/office/drawing/2014/main" id="{D73A8D76-D85B-0C69-00FF-EF03B36002D8}"/>
                  </a:ext>
                </a:extLst>
              </p:cNvPr>
              <p:cNvSpPr txBox="1"/>
              <p:nvPr/>
            </p:nvSpPr>
            <p:spPr>
              <a:xfrm>
                <a:off x="6176686" y="146948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项目成果</a:t>
                </a:r>
              </a:p>
            </p:txBody>
          </p:sp>
          <p:sp>
            <p:nvSpPr>
              <p:cNvPr id="45" name="文本框 15">
                <a:extLst>
                  <a:ext uri="{FF2B5EF4-FFF2-40B4-BE49-F238E27FC236}">
                    <a16:creationId xmlns:a16="http://schemas.microsoft.com/office/drawing/2014/main" id="{0C3E73A3-0A94-666B-860A-6DBDAE36F6E1}"/>
                  </a:ext>
                </a:extLst>
              </p:cNvPr>
              <p:cNvSpPr txBox="1"/>
              <p:nvPr/>
            </p:nvSpPr>
            <p:spPr>
              <a:xfrm>
                <a:off x="7803323" y="154436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项目创新</a:t>
                </a:r>
              </a:p>
            </p:txBody>
          </p:sp>
          <p:sp>
            <p:nvSpPr>
              <p:cNvPr id="46" name="文本框 15">
                <a:extLst>
                  <a:ext uri="{FF2B5EF4-FFF2-40B4-BE49-F238E27FC236}">
                    <a16:creationId xmlns:a16="http://schemas.microsoft.com/office/drawing/2014/main" id="{AB35F497-B114-DC6D-30FF-CB2F82409E44}"/>
                  </a:ext>
                </a:extLst>
              </p:cNvPr>
              <p:cNvSpPr txBox="1"/>
              <p:nvPr/>
            </p:nvSpPr>
            <p:spPr>
              <a:xfrm>
                <a:off x="9372724" y="140702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项目反思</a:t>
                </a:r>
              </a:p>
            </p:txBody>
          </p:sp>
        </p:grpSp>
        <p:sp>
          <p:nvSpPr>
            <p:cNvPr id="19" name="thinking_151421">
              <a:extLst>
                <a:ext uri="{FF2B5EF4-FFF2-40B4-BE49-F238E27FC236}">
                  <a16:creationId xmlns:a16="http://schemas.microsoft.com/office/drawing/2014/main" id="{34E14321-751A-CC5C-B501-92E83AF7369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386765" y="268573"/>
              <a:ext cx="177127" cy="234000"/>
            </a:xfrm>
            <a:custGeom>
              <a:avLst/>
              <a:gdLst>
                <a:gd name="connsiteX0" fmla="*/ 227211 w 460766"/>
                <a:gd name="connsiteY0" fmla="*/ 104062 h 608712"/>
                <a:gd name="connsiteX1" fmla="*/ 249692 w 460766"/>
                <a:gd name="connsiteY1" fmla="*/ 116855 h 608712"/>
                <a:gd name="connsiteX2" fmla="*/ 209188 w 460766"/>
                <a:gd name="connsiteY2" fmla="*/ 187641 h 608712"/>
                <a:gd name="connsiteX3" fmla="*/ 258324 w 460766"/>
                <a:gd name="connsiteY3" fmla="*/ 187641 h 608712"/>
                <a:gd name="connsiteX4" fmla="*/ 269422 w 460766"/>
                <a:gd name="connsiteY4" fmla="*/ 193990 h 608712"/>
                <a:gd name="connsiteX5" fmla="*/ 269706 w 460766"/>
                <a:gd name="connsiteY5" fmla="*/ 206687 h 608712"/>
                <a:gd name="connsiteX6" fmla="*/ 216777 w 460766"/>
                <a:gd name="connsiteY6" fmla="*/ 306091 h 608712"/>
                <a:gd name="connsiteX7" fmla="*/ 193917 w 460766"/>
                <a:gd name="connsiteY7" fmla="*/ 293962 h 608712"/>
                <a:gd name="connsiteX8" fmla="*/ 236697 w 460766"/>
                <a:gd name="connsiteY8" fmla="*/ 213510 h 608712"/>
                <a:gd name="connsiteX9" fmla="*/ 186803 w 460766"/>
                <a:gd name="connsiteY9" fmla="*/ 213510 h 608712"/>
                <a:gd name="connsiteX10" fmla="*/ 175610 w 460766"/>
                <a:gd name="connsiteY10" fmla="*/ 207066 h 608712"/>
                <a:gd name="connsiteX11" fmla="*/ 175610 w 460766"/>
                <a:gd name="connsiteY11" fmla="*/ 194179 h 608712"/>
                <a:gd name="connsiteX12" fmla="*/ 207700 w 460766"/>
                <a:gd name="connsiteY12" fmla="*/ 26413 h 608712"/>
                <a:gd name="connsiteX13" fmla="*/ 201361 w 460766"/>
                <a:gd name="connsiteY13" fmla="*/ 26549 h 608712"/>
                <a:gd name="connsiteX14" fmla="*/ 25905 w 460766"/>
                <a:gd name="connsiteY14" fmla="*/ 206216 h 608712"/>
                <a:gd name="connsiteX15" fmla="*/ 63008 w 460766"/>
                <a:gd name="connsiteY15" fmla="*/ 316708 h 608712"/>
                <a:gd name="connsiteX16" fmla="*/ 110928 w 460766"/>
                <a:gd name="connsiteY16" fmla="*/ 466620 h 608712"/>
                <a:gd name="connsiteX17" fmla="*/ 109315 w 460766"/>
                <a:gd name="connsiteY17" fmla="*/ 512958 h 608712"/>
                <a:gd name="connsiteX18" fmla="*/ 107797 w 460766"/>
                <a:gd name="connsiteY18" fmla="*/ 553895 h 608712"/>
                <a:gd name="connsiteX19" fmla="*/ 118994 w 460766"/>
                <a:gd name="connsiteY19" fmla="*/ 563466 h 608712"/>
                <a:gd name="connsiteX20" fmla="*/ 251179 w 460766"/>
                <a:gd name="connsiteY20" fmla="*/ 580902 h 608712"/>
                <a:gd name="connsiteX21" fmla="*/ 269208 w 460766"/>
                <a:gd name="connsiteY21" fmla="*/ 520539 h 608712"/>
                <a:gd name="connsiteX22" fmla="*/ 352523 w 460766"/>
                <a:gd name="connsiteY22" fmla="*/ 496849 h 608712"/>
                <a:gd name="connsiteX23" fmla="*/ 362867 w 460766"/>
                <a:gd name="connsiteY23" fmla="*/ 473917 h 608712"/>
                <a:gd name="connsiteX24" fmla="*/ 370078 w 460766"/>
                <a:gd name="connsiteY24" fmla="*/ 424072 h 608712"/>
                <a:gd name="connsiteX25" fmla="*/ 359071 w 460766"/>
                <a:gd name="connsiteY25" fmla="*/ 413080 h 608712"/>
                <a:gd name="connsiteX26" fmla="*/ 363056 w 460766"/>
                <a:gd name="connsiteY26" fmla="*/ 397350 h 608712"/>
                <a:gd name="connsiteX27" fmla="*/ 385546 w 460766"/>
                <a:gd name="connsiteY27" fmla="*/ 388442 h 608712"/>
                <a:gd name="connsiteX28" fmla="*/ 395604 w 460766"/>
                <a:gd name="connsiteY28" fmla="*/ 354233 h 608712"/>
                <a:gd name="connsiteX29" fmla="*/ 435079 w 460766"/>
                <a:gd name="connsiteY29" fmla="*/ 340872 h 608712"/>
                <a:gd name="connsiteX30" fmla="*/ 421320 w 460766"/>
                <a:gd name="connsiteY30" fmla="*/ 295860 h 608712"/>
                <a:gd name="connsiteX31" fmla="*/ 411167 w 460766"/>
                <a:gd name="connsiteY31" fmla="*/ 210481 h 608712"/>
                <a:gd name="connsiteX32" fmla="*/ 396363 w 460766"/>
                <a:gd name="connsiteY32" fmla="*/ 124248 h 608712"/>
                <a:gd name="connsiteX33" fmla="*/ 207700 w 460766"/>
                <a:gd name="connsiteY33" fmla="*/ 26413 h 608712"/>
                <a:gd name="connsiteX34" fmla="*/ 223516 w 460766"/>
                <a:gd name="connsiteY34" fmla="*/ 133 h 608712"/>
                <a:gd name="connsiteX35" fmla="*/ 419422 w 460766"/>
                <a:gd name="connsiteY35" fmla="*/ 112403 h 608712"/>
                <a:gd name="connsiteX36" fmla="*/ 437072 w 460766"/>
                <a:gd name="connsiteY36" fmla="*/ 210481 h 608712"/>
                <a:gd name="connsiteX37" fmla="*/ 446751 w 460766"/>
                <a:gd name="connsiteY37" fmla="*/ 290743 h 608712"/>
                <a:gd name="connsiteX38" fmla="*/ 460415 w 460766"/>
                <a:gd name="connsiteY38" fmla="*/ 350064 h 608712"/>
                <a:gd name="connsiteX39" fmla="*/ 410123 w 460766"/>
                <a:gd name="connsiteY39" fmla="*/ 375555 h 608712"/>
                <a:gd name="connsiteX40" fmla="*/ 406517 w 460766"/>
                <a:gd name="connsiteY40" fmla="*/ 404457 h 608712"/>
                <a:gd name="connsiteX41" fmla="*/ 397123 w 460766"/>
                <a:gd name="connsiteY41" fmla="*/ 411659 h 608712"/>
                <a:gd name="connsiteX42" fmla="*/ 400823 w 460766"/>
                <a:gd name="connsiteY42" fmla="*/ 429947 h 608712"/>
                <a:gd name="connsiteX43" fmla="*/ 387918 w 460766"/>
                <a:gd name="connsiteY43" fmla="*/ 443498 h 608712"/>
                <a:gd name="connsiteX44" fmla="*/ 388487 w 460766"/>
                <a:gd name="connsiteY44" fmla="*/ 469652 h 608712"/>
                <a:gd name="connsiteX45" fmla="*/ 357078 w 460766"/>
                <a:gd name="connsiteY45" fmla="*/ 522340 h 608712"/>
                <a:gd name="connsiteX46" fmla="*/ 290749 w 460766"/>
                <a:gd name="connsiteY46" fmla="*/ 535038 h 608712"/>
                <a:gd name="connsiteX47" fmla="*/ 276989 w 460766"/>
                <a:gd name="connsiteY47" fmla="*/ 589241 h 608712"/>
                <a:gd name="connsiteX48" fmla="*/ 263515 w 460766"/>
                <a:gd name="connsiteY48" fmla="*/ 608667 h 608712"/>
                <a:gd name="connsiteX49" fmla="*/ 111782 w 460766"/>
                <a:gd name="connsiteY49" fmla="*/ 588672 h 608712"/>
                <a:gd name="connsiteX50" fmla="*/ 105045 w 460766"/>
                <a:gd name="connsiteY50" fmla="*/ 585640 h 608712"/>
                <a:gd name="connsiteX51" fmla="*/ 86541 w 460766"/>
                <a:gd name="connsiteY51" fmla="*/ 569720 h 608712"/>
                <a:gd name="connsiteX52" fmla="*/ 81986 w 460766"/>
                <a:gd name="connsiteY52" fmla="*/ 560244 h 608712"/>
                <a:gd name="connsiteX53" fmla="*/ 83410 w 460766"/>
                <a:gd name="connsiteY53" fmla="*/ 511537 h 608712"/>
                <a:gd name="connsiteX54" fmla="*/ 85023 w 460766"/>
                <a:gd name="connsiteY54" fmla="*/ 466620 h 608712"/>
                <a:gd name="connsiteX55" fmla="*/ 41183 w 460766"/>
                <a:gd name="connsiteY55" fmla="*/ 330733 h 608712"/>
                <a:gd name="connsiteX56" fmla="*/ 0 w 460766"/>
                <a:gd name="connsiteY56" fmla="*/ 206216 h 608712"/>
                <a:gd name="connsiteX57" fmla="*/ 198893 w 460766"/>
                <a:gd name="connsiteY57" fmla="*/ 680 h 608712"/>
                <a:gd name="connsiteX58" fmla="*/ 223516 w 460766"/>
                <a:gd name="connsiteY58" fmla="*/ 133 h 608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460766" h="608712">
                  <a:moveTo>
                    <a:pt x="227211" y="104062"/>
                  </a:moveTo>
                  <a:lnTo>
                    <a:pt x="249692" y="116855"/>
                  </a:lnTo>
                  <a:lnTo>
                    <a:pt x="209188" y="187641"/>
                  </a:lnTo>
                  <a:lnTo>
                    <a:pt x="258324" y="187641"/>
                  </a:lnTo>
                  <a:cubicBezTo>
                    <a:pt x="262782" y="187641"/>
                    <a:pt x="267050" y="190010"/>
                    <a:pt x="269422" y="193990"/>
                  </a:cubicBezTo>
                  <a:cubicBezTo>
                    <a:pt x="271698" y="197875"/>
                    <a:pt x="271888" y="202707"/>
                    <a:pt x="269706" y="206687"/>
                  </a:cubicBezTo>
                  <a:lnTo>
                    <a:pt x="216777" y="306091"/>
                  </a:lnTo>
                  <a:lnTo>
                    <a:pt x="193917" y="293962"/>
                  </a:lnTo>
                  <a:lnTo>
                    <a:pt x="236697" y="213510"/>
                  </a:lnTo>
                  <a:lnTo>
                    <a:pt x="186803" y="213510"/>
                  </a:lnTo>
                  <a:cubicBezTo>
                    <a:pt x="182249" y="213510"/>
                    <a:pt x="177886" y="211141"/>
                    <a:pt x="175610" y="207066"/>
                  </a:cubicBezTo>
                  <a:cubicBezTo>
                    <a:pt x="173333" y="203087"/>
                    <a:pt x="173238" y="198159"/>
                    <a:pt x="175610" y="194179"/>
                  </a:cubicBezTo>
                  <a:close/>
                  <a:moveTo>
                    <a:pt x="207700" y="26413"/>
                  </a:moveTo>
                  <a:cubicBezTo>
                    <a:pt x="203693" y="26425"/>
                    <a:pt x="201432" y="26549"/>
                    <a:pt x="201361" y="26549"/>
                  </a:cubicBezTo>
                  <a:cubicBezTo>
                    <a:pt x="102958" y="27971"/>
                    <a:pt x="25905" y="106907"/>
                    <a:pt x="25905" y="206216"/>
                  </a:cubicBezTo>
                  <a:cubicBezTo>
                    <a:pt x="25905" y="246490"/>
                    <a:pt x="38716" y="284679"/>
                    <a:pt x="63008" y="316708"/>
                  </a:cubicBezTo>
                  <a:cubicBezTo>
                    <a:pt x="63483" y="317182"/>
                    <a:pt x="110928" y="372048"/>
                    <a:pt x="110928" y="466620"/>
                  </a:cubicBezTo>
                  <a:cubicBezTo>
                    <a:pt x="110928" y="483203"/>
                    <a:pt x="110074" y="498365"/>
                    <a:pt x="109315" y="512958"/>
                  </a:cubicBezTo>
                  <a:cubicBezTo>
                    <a:pt x="108461" y="527078"/>
                    <a:pt x="107797" y="540439"/>
                    <a:pt x="107797" y="553895"/>
                  </a:cubicBezTo>
                  <a:lnTo>
                    <a:pt x="118994" y="563466"/>
                  </a:lnTo>
                  <a:lnTo>
                    <a:pt x="251179" y="580902"/>
                  </a:lnTo>
                  <a:cubicBezTo>
                    <a:pt x="252223" y="558538"/>
                    <a:pt x="259055" y="535701"/>
                    <a:pt x="269208" y="520539"/>
                  </a:cubicBezTo>
                  <a:cubicBezTo>
                    <a:pt x="292267" y="486330"/>
                    <a:pt x="345691" y="498081"/>
                    <a:pt x="352523" y="496849"/>
                  </a:cubicBezTo>
                  <a:cubicBezTo>
                    <a:pt x="365998" y="494480"/>
                    <a:pt x="365998" y="492679"/>
                    <a:pt x="362867" y="473917"/>
                  </a:cubicBezTo>
                  <a:cubicBezTo>
                    <a:pt x="361823" y="467568"/>
                    <a:pt x="355465" y="434306"/>
                    <a:pt x="370078" y="424072"/>
                  </a:cubicBezTo>
                  <a:cubicBezTo>
                    <a:pt x="365998" y="421798"/>
                    <a:pt x="361538" y="418576"/>
                    <a:pt x="359071" y="413080"/>
                  </a:cubicBezTo>
                  <a:cubicBezTo>
                    <a:pt x="356509" y="407584"/>
                    <a:pt x="358122" y="400951"/>
                    <a:pt x="363056" y="397350"/>
                  </a:cubicBezTo>
                  <a:cubicBezTo>
                    <a:pt x="367326" y="394128"/>
                    <a:pt x="383648" y="389200"/>
                    <a:pt x="385546" y="388442"/>
                  </a:cubicBezTo>
                  <a:cubicBezTo>
                    <a:pt x="385451" y="387305"/>
                    <a:pt x="379662" y="366078"/>
                    <a:pt x="395604" y="354233"/>
                  </a:cubicBezTo>
                  <a:cubicBezTo>
                    <a:pt x="404904" y="347410"/>
                    <a:pt x="430999" y="348074"/>
                    <a:pt x="435079" y="340872"/>
                  </a:cubicBezTo>
                  <a:cubicBezTo>
                    <a:pt x="436123" y="338977"/>
                    <a:pt x="422933" y="303536"/>
                    <a:pt x="421320" y="295860"/>
                  </a:cubicBezTo>
                  <a:cubicBezTo>
                    <a:pt x="416101" y="269327"/>
                    <a:pt x="411167" y="240615"/>
                    <a:pt x="411167" y="210481"/>
                  </a:cubicBezTo>
                  <a:cubicBezTo>
                    <a:pt x="411167" y="180062"/>
                    <a:pt x="409838" y="150686"/>
                    <a:pt x="396363" y="124248"/>
                  </a:cubicBezTo>
                  <a:cubicBezTo>
                    <a:pt x="349368" y="31796"/>
                    <a:pt x="235751" y="26334"/>
                    <a:pt x="207700" y="26413"/>
                  </a:cubicBezTo>
                  <a:close/>
                  <a:moveTo>
                    <a:pt x="223516" y="133"/>
                  </a:moveTo>
                  <a:cubicBezTo>
                    <a:pt x="268829" y="1604"/>
                    <a:pt x="365690" y="16600"/>
                    <a:pt x="419422" y="112403"/>
                  </a:cubicBezTo>
                  <a:cubicBezTo>
                    <a:pt x="436787" y="143295"/>
                    <a:pt x="437072" y="178072"/>
                    <a:pt x="437072" y="210481"/>
                  </a:cubicBezTo>
                  <a:cubicBezTo>
                    <a:pt x="437072" y="238340"/>
                    <a:pt x="441722" y="265537"/>
                    <a:pt x="446751" y="290743"/>
                  </a:cubicBezTo>
                  <a:cubicBezTo>
                    <a:pt x="447890" y="296145"/>
                    <a:pt x="463262" y="331396"/>
                    <a:pt x="460415" y="350064"/>
                  </a:cubicBezTo>
                  <a:cubicBezTo>
                    <a:pt x="459846" y="353665"/>
                    <a:pt x="447131" y="373849"/>
                    <a:pt x="410123" y="375555"/>
                  </a:cubicBezTo>
                  <a:cubicBezTo>
                    <a:pt x="410407" y="376123"/>
                    <a:pt x="413918" y="394791"/>
                    <a:pt x="406517" y="404457"/>
                  </a:cubicBezTo>
                  <a:cubicBezTo>
                    <a:pt x="404145" y="407679"/>
                    <a:pt x="400823" y="409953"/>
                    <a:pt x="397123" y="411659"/>
                  </a:cubicBezTo>
                  <a:cubicBezTo>
                    <a:pt x="400634" y="415923"/>
                    <a:pt x="402911" y="421798"/>
                    <a:pt x="400823" y="429947"/>
                  </a:cubicBezTo>
                  <a:cubicBezTo>
                    <a:pt x="398831" y="437907"/>
                    <a:pt x="391714" y="440845"/>
                    <a:pt x="387918" y="443498"/>
                  </a:cubicBezTo>
                  <a:cubicBezTo>
                    <a:pt x="384976" y="445678"/>
                    <a:pt x="387538" y="463967"/>
                    <a:pt x="388487" y="469652"/>
                  </a:cubicBezTo>
                  <a:cubicBezTo>
                    <a:pt x="391144" y="485667"/>
                    <a:pt x="396079" y="515422"/>
                    <a:pt x="357078" y="522340"/>
                  </a:cubicBezTo>
                  <a:cubicBezTo>
                    <a:pt x="348158" y="523950"/>
                    <a:pt x="305647" y="514853"/>
                    <a:pt x="290749" y="535038"/>
                  </a:cubicBezTo>
                  <a:cubicBezTo>
                    <a:pt x="281544" y="547451"/>
                    <a:pt x="276515" y="569530"/>
                    <a:pt x="276989" y="589241"/>
                  </a:cubicBezTo>
                  <a:cubicBezTo>
                    <a:pt x="276989" y="589241"/>
                    <a:pt x="280500" y="609804"/>
                    <a:pt x="263515" y="608667"/>
                  </a:cubicBezTo>
                  <a:lnTo>
                    <a:pt x="111782" y="588672"/>
                  </a:lnTo>
                  <a:cubicBezTo>
                    <a:pt x="109220" y="588293"/>
                    <a:pt x="106943" y="587251"/>
                    <a:pt x="105045" y="585640"/>
                  </a:cubicBezTo>
                  <a:lnTo>
                    <a:pt x="86541" y="569720"/>
                  </a:lnTo>
                  <a:cubicBezTo>
                    <a:pt x="83694" y="567351"/>
                    <a:pt x="82081" y="563845"/>
                    <a:pt x="81986" y="560244"/>
                  </a:cubicBezTo>
                  <a:cubicBezTo>
                    <a:pt x="81607" y="543850"/>
                    <a:pt x="82461" y="528120"/>
                    <a:pt x="83410" y="511537"/>
                  </a:cubicBezTo>
                  <a:cubicBezTo>
                    <a:pt x="84169" y="497228"/>
                    <a:pt x="85023" y="482445"/>
                    <a:pt x="85023" y="466620"/>
                  </a:cubicBezTo>
                  <a:cubicBezTo>
                    <a:pt x="85023" y="380672"/>
                    <a:pt x="41468" y="331206"/>
                    <a:pt x="41183" y="330733"/>
                  </a:cubicBezTo>
                  <a:cubicBezTo>
                    <a:pt x="14234" y="294534"/>
                    <a:pt x="0" y="251607"/>
                    <a:pt x="0" y="206216"/>
                  </a:cubicBezTo>
                  <a:cubicBezTo>
                    <a:pt x="0" y="93261"/>
                    <a:pt x="87205" y="3428"/>
                    <a:pt x="198893" y="680"/>
                  </a:cubicBezTo>
                  <a:cubicBezTo>
                    <a:pt x="199036" y="656"/>
                    <a:pt x="208412" y="-357"/>
                    <a:pt x="223516" y="133"/>
                  </a:cubicBezTo>
                  <a:close/>
                </a:path>
              </a:pathLst>
            </a:custGeom>
            <a:solidFill>
              <a:schemeClr val="bg1">
                <a:alpha val="70000"/>
              </a:schemeClr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2.0 95 ExtraBold"/>
                <a:cs typeface="+mn-cs"/>
              </a:endParaRP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5F4E9C5D-47A5-09A9-5188-73A2AE38ED12}"/>
                </a:ext>
              </a:extLst>
            </p:cNvPr>
            <p:cNvCxnSpPr/>
            <p:nvPr/>
          </p:nvCxnSpPr>
          <p:spPr>
            <a:xfrm>
              <a:off x="7892812" y="215316"/>
              <a:ext cx="0" cy="242466"/>
            </a:xfrm>
            <a:prstGeom prst="line">
              <a:avLst/>
            </a:prstGeom>
            <a:ln>
              <a:solidFill>
                <a:schemeClr val="bg1">
                  <a:lumMod val="95000"/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C60FF8B2-A6FE-D14F-85D9-BEC0C0C30CCB}"/>
                </a:ext>
              </a:extLst>
            </p:cNvPr>
            <p:cNvCxnSpPr/>
            <p:nvPr/>
          </p:nvCxnSpPr>
          <p:spPr>
            <a:xfrm>
              <a:off x="4564574" y="231556"/>
              <a:ext cx="0" cy="242466"/>
            </a:xfrm>
            <a:prstGeom prst="line">
              <a:avLst/>
            </a:prstGeom>
            <a:ln>
              <a:solidFill>
                <a:schemeClr val="bg1">
                  <a:lumMod val="95000"/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189E987-A471-952A-B2A7-D2733AD3BD10}"/>
                </a:ext>
              </a:extLst>
            </p:cNvPr>
            <p:cNvGrpSpPr/>
            <p:nvPr/>
          </p:nvGrpSpPr>
          <p:grpSpPr>
            <a:xfrm>
              <a:off x="172697" y="150371"/>
              <a:ext cx="409799" cy="72000"/>
              <a:chOff x="172697" y="114275"/>
              <a:chExt cx="409799" cy="72000"/>
            </a:xfrm>
          </p:grpSpPr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EB78143F-E6DD-B746-3DE8-EA593745CF36}"/>
                  </a:ext>
                </a:extLst>
              </p:cNvPr>
              <p:cNvSpPr/>
              <p:nvPr/>
            </p:nvSpPr>
            <p:spPr>
              <a:xfrm>
                <a:off x="172697" y="114275"/>
                <a:ext cx="72000" cy="72000"/>
              </a:xfrm>
              <a:prstGeom prst="ellipse">
                <a:avLst/>
              </a:prstGeom>
              <a:solidFill>
                <a:srgbClr val="1DA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EDFB6F7A-5551-2424-3653-68B266A52F3F}"/>
                  </a:ext>
                </a:extLst>
              </p:cNvPr>
              <p:cNvSpPr/>
              <p:nvPr/>
            </p:nvSpPr>
            <p:spPr>
              <a:xfrm>
                <a:off x="341596" y="114275"/>
                <a:ext cx="72000" cy="72000"/>
              </a:xfrm>
              <a:prstGeom prst="ellipse">
                <a:avLst/>
              </a:prstGeom>
              <a:noFill/>
              <a:ln>
                <a:solidFill>
                  <a:srgbClr val="64DE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85C3B58F-2616-2AB8-46DB-DCADE30B8E39}"/>
                  </a:ext>
                </a:extLst>
              </p:cNvPr>
              <p:cNvSpPr/>
              <p:nvPr/>
            </p:nvSpPr>
            <p:spPr>
              <a:xfrm>
                <a:off x="510496" y="114275"/>
                <a:ext cx="72000" cy="72000"/>
              </a:xfrm>
              <a:prstGeom prst="ellipse">
                <a:avLst/>
              </a:prstGeom>
              <a:noFill/>
              <a:ln>
                <a:solidFill>
                  <a:srgbClr val="64DE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F3BD4F95-4890-5ACE-4B4C-B16255330621}"/>
                </a:ext>
              </a:extLst>
            </p:cNvPr>
            <p:cNvGrpSpPr/>
            <p:nvPr/>
          </p:nvGrpSpPr>
          <p:grpSpPr>
            <a:xfrm flipH="1">
              <a:off x="11575500" y="150371"/>
              <a:ext cx="409799" cy="72000"/>
              <a:chOff x="172697" y="114275"/>
              <a:chExt cx="409799" cy="72000"/>
            </a:xfrm>
          </p:grpSpPr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E70FB760-5715-E456-CF77-11293E56D127}"/>
                  </a:ext>
                </a:extLst>
              </p:cNvPr>
              <p:cNvSpPr/>
              <p:nvPr/>
            </p:nvSpPr>
            <p:spPr>
              <a:xfrm>
                <a:off x="172697" y="114275"/>
                <a:ext cx="72000" cy="72000"/>
              </a:xfrm>
              <a:prstGeom prst="ellipse">
                <a:avLst/>
              </a:prstGeom>
              <a:solidFill>
                <a:srgbClr val="1DA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0C5621F4-2941-4C81-441A-EC5B655D51A9}"/>
                  </a:ext>
                </a:extLst>
              </p:cNvPr>
              <p:cNvSpPr/>
              <p:nvPr/>
            </p:nvSpPr>
            <p:spPr>
              <a:xfrm>
                <a:off x="341596" y="114275"/>
                <a:ext cx="72000" cy="72000"/>
              </a:xfrm>
              <a:prstGeom prst="ellipse">
                <a:avLst/>
              </a:prstGeom>
              <a:noFill/>
              <a:ln>
                <a:solidFill>
                  <a:srgbClr val="64DE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6C60CA74-E689-18D6-47D4-1FCAD754C9EE}"/>
                  </a:ext>
                </a:extLst>
              </p:cNvPr>
              <p:cNvSpPr/>
              <p:nvPr/>
            </p:nvSpPr>
            <p:spPr>
              <a:xfrm>
                <a:off x="510496" y="114275"/>
                <a:ext cx="72000" cy="72000"/>
              </a:xfrm>
              <a:prstGeom prst="ellipse">
                <a:avLst/>
              </a:prstGeom>
              <a:noFill/>
              <a:ln>
                <a:solidFill>
                  <a:srgbClr val="64DE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F20A175C-F6B8-534D-C6F5-255F592F6A47}"/>
              </a:ext>
            </a:extLst>
          </p:cNvPr>
          <p:cNvGrpSpPr/>
          <p:nvPr/>
        </p:nvGrpSpPr>
        <p:grpSpPr>
          <a:xfrm>
            <a:off x="4596457" y="340463"/>
            <a:ext cx="1816461" cy="456302"/>
            <a:chOff x="-1830802" y="1092621"/>
            <a:chExt cx="1816461" cy="456302"/>
          </a:xfrm>
        </p:grpSpPr>
        <p:grpSp>
          <p:nvGrpSpPr>
            <p:cNvPr id="59" name="Group 450">
              <a:extLst>
                <a:ext uri="{FF2B5EF4-FFF2-40B4-BE49-F238E27FC236}">
                  <a16:creationId xmlns:a16="http://schemas.microsoft.com/office/drawing/2014/main" id="{76700865-51C0-1947-C479-E972E2FA0661}"/>
                </a:ext>
              </a:extLst>
            </p:cNvPr>
            <p:cNvGrpSpPr/>
            <p:nvPr/>
          </p:nvGrpSpPr>
          <p:grpSpPr>
            <a:xfrm>
              <a:off x="-1830802" y="1092621"/>
              <a:ext cx="1816461" cy="456302"/>
              <a:chOff x="1490230" y="121825"/>
              <a:chExt cx="1940228" cy="434729"/>
            </a:xfrm>
          </p:grpSpPr>
          <p:sp>
            <p:nvSpPr>
              <p:cNvPr id="61" name="任意多边形: 形状 60">
                <a:extLst>
                  <a:ext uri="{FF2B5EF4-FFF2-40B4-BE49-F238E27FC236}">
                    <a16:creationId xmlns:a16="http://schemas.microsoft.com/office/drawing/2014/main" id="{6BA57DA8-FAE4-0B56-3600-EB457D7EF70A}"/>
                  </a:ext>
                </a:extLst>
              </p:cNvPr>
              <p:cNvSpPr/>
              <p:nvPr/>
            </p:nvSpPr>
            <p:spPr>
              <a:xfrm flipH="1" flipV="1">
                <a:off x="1490230" y="121825"/>
                <a:ext cx="1940228" cy="434729"/>
              </a:xfrm>
              <a:custGeom>
                <a:avLst/>
                <a:gdLst>
                  <a:gd name="connsiteX0" fmla="*/ 1940228 w 1940228"/>
                  <a:gd name="connsiteY0" fmla="*/ 434729 h 434729"/>
                  <a:gd name="connsiteX1" fmla="*/ 1762811 w 1940228"/>
                  <a:gd name="connsiteY1" fmla="*/ 434729 h 434729"/>
                  <a:gd name="connsiteX2" fmla="*/ 1762811 w 1940228"/>
                  <a:gd name="connsiteY2" fmla="*/ 429250 h 434729"/>
                  <a:gd name="connsiteX3" fmla="*/ 1747971 w 1940228"/>
                  <a:gd name="connsiteY3" fmla="*/ 434729 h 434729"/>
                  <a:gd name="connsiteX4" fmla="*/ 54011 w 1940228"/>
                  <a:gd name="connsiteY4" fmla="*/ 434729 h 434729"/>
                  <a:gd name="connsiteX5" fmla="*/ 661 w 1940228"/>
                  <a:gd name="connsiteY5" fmla="*/ 372375 h 434729"/>
                  <a:gd name="connsiteX6" fmla="*/ 51823 w 1940228"/>
                  <a:gd name="connsiteY6" fmla="*/ 45646 h 434729"/>
                  <a:gd name="connsiteX7" fmla="*/ 105173 w 1940228"/>
                  <a:gd name="connsiteY7" fmla="*/ 0 h 434729"/>
                  <a:gd name="connsiteX8" fmla="*/ 1799133 w 1940228"/>
                  <a:gd name="connsiteY8" fmla="*/ 0 h 434729"/>
                  <a:gd name="connsiteX9" fmla="*/ 1852483 w 1940228"/>
                  <a:gd name="connsiteY9" fmla="*/ 62354 h 434729"/>
                  <a:gd name="connsiteX10" fmla="*/ 1813947 w 1940228"/>
                  <a:gd name="connsiteY10" fmla="*/ 308448 h 434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40228" h="434729">
                    <a:moveTo>
                      <a:pt x="1940228" y="434729"/>
                    </a:moveTo>
                    <a:lnTo>
                      <a:pt x="1762811" y="434729"/>
                    </a:lnTo>
                    <a:lnTo>
                      <a:pt x="1762811" y="429250"/>
                    </a:lnTo>
                    <a:lnTo>
                      <a:pt x="1747971" y="434729"/>
                    </a:lnTo>
                    <a:lnTo>
                      <a:pt x="54011" y="434729"/>
                    </a:lnTo>
                    <a:cubicBezTo>
                      <a:pt x="20876" y="434729"/>
                      <a:pt x="-4465" y="405111"/>
                      <a:pt x="661" y="372375"/>
                    </a:cubicBezTo>
                    <a:lnTo>
                      <a:pt x="51823" y="45646"/>
                    </a:lnTo>
                    <a:cubicBezTo>
                      <a:pt x="55941" y="19354"/>
                      <a:pt x="78561" y="0"/>
                      <a:pt x="105173" y="0"/>
                    </a:cubicBezTo>
                    <a:lnTo>
                      <a:pt x="1799133" y="0"/>
                    </a:lnTo>
                    <a:cubicBezTo>
                      <a:pt x="1832268" y="0"/>
                      <a:pt x="1857609" y="29618"/>
                      <a:pt x="1852483" y="62354"/>
                    </a:cubicBezTo>
                    <a:lnTo>
                      <a:pt x="1813947" y="308448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chemeClr val="accent1"/>
                  </a:gs>
                  <a:gs pos="98000">
                    <a:schemeClr val="accent2"/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62" name="文本框 48">
                <a:extLst>
                  <a:ext uri="{FF2B5EF4-FFF2-40B4-BE49-F238E27FC236}">
                    <a16:creationId xmlns:a16="http://schemas.microsoft.com/office/drawing/2014/main" id="{C62F5058-9685-52B4-FF25-AF9492ABFF82}"/>
                  </a:ext>
                </a:extLst>
              </p:cNvPr>
              <p:cNvSpPr txBox="1"/>
              <p:nvPr/>
            </p:nvSpPr>
            <p:spPr>
              <a:xfrm>
                <a:off x="1960103" y="157529"/>
                <a:ext cx="1346201" cy="381194"/>
              </a:xfrm>
              <a:prstGeom prst="rect">
                <a:avLst/>
              </a:prstGeom>
              <a:noFill/>
              <a:effectLst>
                <a:outerShdw blurRad="76200" dist="38100" dir="2700000" algn="tl" rotWithShape="0">
                  <a:schemeClr val="accent2">
                    <a:lumMod val="50000"/>
                    <a:alpha val="50000"/>
                  </a:schemeClr>
                </a:outerShdw>
              </a:effectLst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项目实施</a:t>
                </a:r>
              </a:p>
            </p:txBody>
          </p:sp>
        </p:grpSp>
        <p:sp>
          <p:nvSpPr>
            <p:cNvPr id="60" name="stars_273718">
              <a:extLst>
                <a:ext uri="{FF2B5EF4-FFF2-40B4-BE49-F238E27FC236}">
                  <a16:creationId xmlns:a16="http://schemas.microsoft.com/office/drawing/2014/main" id="{79260655-57FF-4121-0622-400C3D74F60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-1655509" y="1222152"/>
              <a:ext cx="216505" cy="216000"/>
            </a:xfrm>
            <a:custGeom>
              <a:avLst/>
              <a:gdLst>
                <a:gd name="connsiteX0" fmla="*/ 435684 w 607336"/>
                <a:gd name="connsiteY0" fmla="*/ 463990 h 605919"/>
                <a:gd name="connsiteX1" fmla="*/ 421104 w 607336"/>
                <a:gd name="connsiteY1" fmla="*/ 493187 h 605919"/>
                <a:gd name="connsiteX2" fmla="*/ 409311 w 607336"/>
                <a:gd name="connsiteY2" fmla="*/ 500417 h 605919"/>
                <a:gd name="connsiteX3" fmla="*/ 388325 w 607336"/>
                <a:gd name="connsiteY3" fmla="*/ 500417 h 605919"/>
                <a:gd name="connsiteX4" fmla="*/ 405411 w 607336"/>
                <a:gd name="connsiteY4" fmla="*/ 517472 h 605919"/>
                <a:gd name="connsiteX5" fmla="*/ 409033 w 607336"/>
                <a:gd name="connsiteY5" fmla="*/ 529429 h 605919"/>
                <a:gd name="connsiteX6" fmla="*/ 402625 w 607336"/>
                <a:gd name="connsiteY6" fmla="*/ 561499 h 605919"/>
                <a:gd name="connsiteX7" fmla="*/ 427790 w 607336"/>
                <a:gd name="connsiteY7" fmla="*/ 542591 h 605919"/>
                <a:gd name="connsiteX8" fmla="*/ 435684 w 607336"/>
                <a:gd name="connsiteY8" fmla="*/ 539995 h 605919"/>
                <a:gd name="connsiteX9" fmla="*/ 443670 w 607336"/>
                <a:gd name="connsiteY9" fmla="*/ 542591 h 605919"/>
                <a:gd name="connsiteX10" fmla="*/ 468835 w 607336"/>
                <a:gd name="connsiteY10" fmla="*/ 561499 h 605919"/>
                <a:gd name="connsiteX11" fmla="*/ 462427 w 607336"/>
                <a:gd name="connsiteY11" fmla="*/ 529429 h 605919"/>
                <a:gd name="connsiteX12" fmla="*/ 466049 w 607336"/>
                <a:gd name="connsiteY12" fmla="*/ 517472 h 605919"/>
                <a:gd name="connsiteX13" fmla="*/ 483042 w 607336"/>
                <a:gd name="connsiteY13" fmla="*/ 500417 h 605919"/>
                <a:gd name="connsiteX14" fmla="*/ 462149 w 607336"/>
                <a:gd name="connsiteY14" fmla="*/ 500417 h 605919"/>
                <a:gd name="connsiteX15" fmla="*/ 450356 w 607336"/>
                <a:gd name="connsiteY15" fmla="*/ 493187 h 605919"/>
                <a:gd name="connsiteX16" fmla="*/ 171614 w 607336"/>
                <a:gd name="connsiteY16" fmla="*/ 463990 h 605919"/>
                <a:gd name="connsiteX17" fmla="*/ 157040 w 607336"/>
                <a:gd name="connsiteY17" fmla="*/ 493187 h 605919"/>
                <a:gd name="connsiteX18" fmla="*/ 145252 w 607336"/>
                <a:gd name="connsiteY18" fmla="*/ 500417 h 605919"/>
                <a:gd name="connsiteX19" fmla="*/ 124273 w 607336"/>
                <a:gd name="connsiteY19" fmla="*/ 500417 h 605919"/>
                <a:gd name="connsiteX20" fmla="*/ 141353 w 607336"/>
                <a:gd name="connsiteY20" fmla="*/ 517472 h 605919"/>
                <a:gd name="connsiteX21" fmla="*/ 144973 w 607336"/>
                <a:gd name="connsiteY21" fmla="*/ 529429 h 605919"/>
                <a:gd name="connsiteX22" fmla="*/ 138568 w 607336"/>
                <a:gd name="connsiteY22" fmla="*/ 561499 h 605919"/>
                <a:gd name="connsiteX23" fmla="*/ 163724 w 607336"/>
                <a:gd name="connsiteY23" fmla="*/ 542591 h 605919"/>
                <a:gd name="connsiteX24" fmla="*/ 171614 w 607336"/>
                <a:gd name="connsiteY24" fmla="*/ 539995 h 605919"/>
                <a:gd name="connsiteX25" fmla="*/ 179504 w 607336"/>
                <a:gd name="connsiteY25" fmla="*/ 542591 h 605919"/>
                <a:gd name="connsiteX26" fmla="*/ 204660 w 607336"/>
                <a:gd name="connsiteY26" fmla="*/ 561499 h 605919"/>
                <a:gd name="connsiteX27" fmla="*/ 198255 w 607336"/>
                <a:gd name="connsiteY27" fmla="*/ 529429 h 605919"/>
                <a:gd name="connsiteX28" fmla="*/ 201875 w 607336"/>
                <a:gd name="connsiteY28" fmla="*/ 517472 h 605919"/>
                <a:gd name="connsiteX29" fmla="*/ 218955 w 607336"/>
                <a:gd name="connsiteY29" fmla="*/ 500417 h 605919"/>
                <a:gd name="connsiteX30" fmla="*/ 197976 w 607336"/>
                <a:gd name="connsiteY30" fmla="*/ 500417 h 605919"/>
                <a:gd name="connsiteX31" fmla="*/ 186187 w 607336"/>
                <a:gd name="connsiteY31" fmla="*/ 493187 h 605919"/>
                <a:gd name="connsiteX32" fmla="*/ 435695 w 607336"/>
                <a:gd name="connsiteY32" fmla="*/ 421910 h 605919"/>
                <a:gd name="connsiteX33" fmla="*/ 447570 w 607336"/>
                <a:gd name="connsiteY33" fmla="*/ 428583 h 605919"/>
                <a:gd name="connsiteX34" fmla="*/ 470321 w 607336"/>
                <a:gd name="connsiteY34" fmla="*/ 474094 h 605919"/>
                <a:gd name="connsiteX35" fmla="*/ 514986 w 607336"/>
                <a:gd name="connsiteY35" fmla="*/ 474094 h 605919"/>
                <a:gd name="connsiteX36" fmla="*/ 527151 w 607336"/>
                <a:gd name="connsiteY36" fmla="*/ 482250 h 605919"/>
                <a:gd name="connsiteX37" fmla="*/ 524272 w 607336"/>
                <a:gd name="connsiteY37" fmla="*/ 496617 h 605919"/>
                <a:gd name="connsiteX38" fmla="*/ 489635 w 607336"/>
                <a:gd name="connsiteY38" fmla="*/ 531190 h 605919"/>
                <a:gd name="connsiteX39" fmla="*/ 501429 w 607336"/>
                <a:gd name="connsiteY39" fmla="*/ 590140 h 605919"/>
                <a:gd name="connsiteX40" fmla="*/ 495579 w 607336"/>
                <a:gd name="connsiteY40" fmla="*/ 603858 h 605919"/>
                <a:gd name="connsiteX41" fmla="*/ 488521 w 607336"/>
                <a:gd name="connsiteY41" fmla="*/ 605897 h 605919"/>
                <a:gd name="connsiteX42" fmla="*/ 480628 w 607336"/>
                <a:gd name="connsiteY42" fmla="*/ 603302 h 605919"/>
                <a:gd name="connsiteX43" fmla="*/ 435684 w 607336"/>
                <a:gd name="connsiteY43" fmla="*/ 569656 h 605919"/>
                <a:gd name="connsiteX44" fmla="*/ 390832 w 607336"/>
                <a:gd name="connsiteY44" fmla="*/ 603302 h 605919"/>
                <a:gd name="connsiteX45" fmla="*/ 375881 w 607336"/>
                <a:gd name="connsiteY45" fmla="*/ 603858 h 605919"/>
                <a:gd name="connsiteX46" fmla="*/ 369938 w 607336"/>
                <a:gd name="connsiteY46" fmla="*/ 590140 h 605919"/>
                <a:gd name="connsiteX47" fmla="*/ 381732 w 607336"/>
                <a:gd name="connsiteY47" fmla="*/ 531190 h 605919"/>
                <a:gd name="connsiteX48" fmla="*/ 347095 w 607336"/>
                <a:gd name="connsiteY48" fmla="*/ 496617 h 605919"/>
                <a:gd name="connsiteX49" fmla="*/ 344309 w 607336"/>
                <a:gd name="connsiteY49" fmla="*/ 482250 h 605919"/>
                <a:gd name="connsiteX50" fmla="*/ 356474 w 607336"/>
                <a:gd name="connsiteY50" fmla="*/ 474094 h 605919"/>
                <a:gd name="connsiteX51" fmla="*/ 401139 w 607336"/>
                <a:gd name="connsiteY51" fmla="*/ 474094 h 605919"/>
                <a:gd name="connsiteX52" fmla="*/ 423890 w 607336"/>
                <a:gd name="connsiteY52" fmla="*/ 428583 h 605919"/>
                <a:gd name="connsiteX53" fmla="*/ 435695 w 607336"/>
                <a:gd name="connsiteY53" fmla="*/ 421910 h 605919"/>
                <a:gd name="connsiteX54" fmla="*/ 171614 w 607336"/>
                <a:gd name="connsiteY54" fmla="*/ 421910 h 605919"/>
                <a:gd name="connsiteX55" fmla="*/ 183403 w 607336"/>
                <a:gd name="connsiteY55" fmla="*/ 428583 h 605919"/>
                <a:gd name="connsiteX56" fmla="*/ 206145 w 607336"/>
                <a:gd name="connsiteY56" fmla="*/ 474094 h 605919"/>
                <a:gd name="connsiteX57" fmla="*/ 250794 w 607336"/>
                <a:gd name="connsiteY57" fmla="*/ 474094 h 605919"/>
                <a:gd name="connsiteX58" fmla="*/ 262954 w 607336"/>
                <a:gd name="connsiteY58" fmla="*/ 482250 h 605919"/>
                <a:gd name="connsiteX59" fmla="*/ 260169 w 607336"/>
                <a:gd name="connsiteY59" fmla="*/ 496617 h 605919"/>
                <a:gd name="connsiteX60" fmla="*/ 225545 w 607336"/>
                <a:gd name="connsiteY60" fmla="*/ 531190 h 605919"/>
                <a:gd name="connsiteX61" fmla="*/ 237334 w 607336"/>
                <a:gd name="connsiteY61" fmla="*/ 590140 h 605919"/>
                <a:gd name="connsiteX62" fmla="*/ 231393 w 607336"/>
                <a:gd name="connsiteY62" fmla="*/ 603858 h 605919"/>
                <a:gd name="connsiteX63" fmla="*/ 224431 w 607336"/>
                <a:gd name="connsiteY63" fmla="*/ 605897 h 605919"/>
                <a:gd name="connsiteX64" fmla="*/ 216541 w 607336"/>
                <a:gd name="connsiteY64" fmla="*/ 603302 h 605919"/>
                <a:gd name="connsiteX65" fmla="*/ 171614 w 607336"/>
                <a:gd name="connsiteY65" fmla="*/ 569656 h 605919"/>
                <a:gd name="connsiteX66" fmla="*/ 126687 w 607336"/>
                <a:gd name="connsiteY66" fmla="*/ 603302 h 605919"/>
                <a:gd name="connsiteX67" fmla="*/ 111742 w 607336"/>
                <a:gd name="connsiteY67" fmla="*/ 603858 h 605919"/>
                <a:gd name="connsiteX68" fmla="*/ 105894 w 607336"/>
                <a:gd name="connsiteY68" fmla="*/ 590140 h 605919"/>
                <a:gd name="connsiteX69" fmla="*/ 117683 w 607336"/>
                <a:gd name="connsiteY69" fmla="*/ 531190 h 605919"/>
                <a:gd name="connsiteX70" fmla="*/ 83059 w 607336"/>
                <a:gd name="connsiteY70" fmla="*/ 496617 h 605919"/>
                <a:gd name="connsiteX71" fmla="*/ 80181 w 607336"/>
                <a:gd name="connsiteY71" fmla="*/ 482250 h 605919"/>
                <a:gd name="connsiteX72" fmla="*/ 92434 w 607336"/>
                <a:gd name="connsiteY72" fmla="*/ 474094 h 605919"/>
                <a:gd name="connsiteX73" fmla="*/ 137083 w 607336"/>
                <a:gd name="connsiteY73" fmla="*/ 474094 h 605919"/>
                <a:gd name="connsiteX74" fmla="*/ 159825 w 607336"/>
                <a:gd name="connsiteY74" fmla="*/ 428583 h 605919"/>
                <a:gd name="connsiteX75" fmla="*/ 171614 w 607336"/>
                <a:gd name="connsiteY75" fmla="*/ 421910 h 605919"/>
                <a:gd name="connsiteX76" fmla="*/ 514950 w 607336"/>
                <a:gd name="connsiteY76" fmla="*/ 226678 h 605919"/>
                <a:gd name="connsiteX77" fmla="*/ 500278 w 607336"/>
                <a:gd name="connsiteY77" fmla="*/ 255875 h 605919"/>
                <a:gd name="connsiteX78" fmla="*/ 488485 w 607336"/>
                <a:gd name="connsiteY78" fmla="*/ 263105 h 605919"/>
                <a:gd name="connsiteX79" fmla="*/ 467592 w 607336"/>
                <a:gd name="connsiteY79" fmla="*/ 263105 h 605919"/>
                <a:gd name="connsiteX80" fmla="*/ 484678 w 607336"/>
                <a:gd name="connsiteY80" fmla="*/ 280160 h 605919"/>
                <a:gd name="connsiteX81" fmla="*/ 488207 w 607336"/>
                <a:gd name="connsiteY81" fmla="*/ 292117 h 605919"/>
                <a:gd name="connsiteX82" fmla="*/ 481799 w 607336"/>
                <a:gd name="connsiteY82" fmla="*/ 324187 h 605919"/>
                <a:gd name="connsiteX83" fmla="*/ 506964 w 607336"/>
                <a:gd name="connsiteY83" fmla="*/ 305279 h 605919"/>
                <a:gd name="connsiteX84" fmla="*/ 514950 w 607336"/>
                <a:gd name="connsiteY84" fmla="*/ 302683 h 605919"/>
                <a:gd name="connsiteX85" fmla="*/ 522844 w 607336"/>
                <a:gd name="connsiteY85" fmla="*/ 305279 h 605919"/>
                <a:gd name="connsiteX86" fmla="*/ 548009 w 607336"/>
                <a:gd name="connsiteY86" fmla="*/ 324187 h 605919"/>
                <a:gd name="connsiteX87" fmla="*/ 541601 w 607336"/>
                <a:gd name="connsiteY87" fmla="*/ 292117 h 605919"/>
                <a:gd name="connsiteX88" fmla="*/ 545223 w 607336"/>
                <a:gd name="connsiteY88" fmla="*/ 280160 h 605919"/>
                <a:gd name="connsiteX89" fmla="*/ 562309 w 607336"/>
                <a:gd name="connsiteY89" fmla="*/ 263105 h 605919"/>
                <a:gd name="connsiteX90" fmla="*/ 541323 w 607336"/>
                <a:gd name="connsiteY90" fmla="*/ 263105 h 605919"/>
                <a:gd name="connsiteX91" fmla="*/ 529530 w 607336"/>
                <a:gd name="connsiteY91" fmla="*/ 255875 h 605919"/>
                <a:gd name="connsiteX92" fmla="*/ 92440 w 607336"/>
                <a:gd name="connsiteY92" fmla="*/ 226678 h 605919"/>
                <a:gd name="connsiteX93" fmla="*/ 77774 w 607336"/>
                <a:gd name="connsiteY93" fmla="*/ 255875 h 605919"/>
                <a:gd name="connsiteX94" fmla="*/ 65985 w 607336"/>
                <a:gd name="connsiteY94" fmla="*/ 263105 h 605919"/>
                <a:gd name="connsiteX95" fmla="*/ 45099 w 607336"/>
                <a:gd name="connsiteY95" fmla="*/ 263105 h 605919"/>
                <a:gd name="connsiteX96" fmla="*/ 62086 w 607336"/>
                <a:gd name="connsiteY96" fmla="*/ 280160 h 605919"/>
                <a:gd name="connsiteX97" fmla="*/ 65706 w 607336"/>
                <a:gd name="connsiteY97" fmla="*/ 292024 h 605919"/>
                <a:gd name="connsiteX98" fmla="*/ 59301 w 607336"/>
                <a:gd name="connsiteY98" fmla="*/ 324187 h 605919"/>
                <a:gd name="connsiteX99" fmla="*/ 84457 w 607336"/>
                <a:gd name="connsiteY99" fmla="*/ 305279 h 605919"/>
                <a:gd name="connsiteX100" fmla="*/ 92440 w 607336"/>
                <a:gd name="connsiteY100" fmla="*/ 302683 h 605919"/>
                <a:gd name="connsiteX101" fmla="*/ 100330 w 607336"/>
                <a:gd name="connsiteY101" fmla="*/ 305279 h 605919"/>
                <a:gd name="connsiteX102" fmla="*/ 125486 w 607336"/>
                <a:gd name="connsiteY102" fmla="*/ 324187 h 605919"/>
                <a:gd name="connsiteX103" fmla="*/ 119081 w 607336"/>
                <a:gd name="connsiteY103" fmla="*/ 292117 h 605919"/>
                <a:gd name="connsiteX104" fmla="*/ 122701 w 607336"/>
                <a:gd name="connsiteY104" fmla="*/ 280160 h 605919"/>
                <a:gd name="connsiteX105" fmla="*/ 139781 w 607336"/>
                <a:gd name="connsiteY105" fmla="*/ 263105 h 605919"/>
                <a:gd name="connsiteX106" fmla="*/ 118802 w 607336"/>
                <a:gd name="connsiteY106" fmla="*/ 263105 h 605919"/>
                <a:gd name="connsiteX107" fmla="*/ 107013 w 607336"/>
                <a:gd name="connsiteY107" fmla="*/ 255875 h 605919"/>
                <a:gd name="connsiteX108" fmla="*/ 514938 w 607336"/>
                <a:gd name="connsiteY108" fmla="*/ 184598 h 605919"/>
                <a:gd name="connsiteX109" fmla="*/ 526744 w 607336"/>
                <a:gd name="connsiteY109" fmla="*/ 191271 h 605919"/>
                <a:gd name="connsiteX110" fmla="*/ 549495 w 607336"/>
                <a:gd name="connsiteY110" fmla="*/ 236782 h 605919"/>
                <a:gd name="connsiteX111" fmla="*/ 594160 w 607336"/>
                <a:gd name="connsiteY111" fmla="*/ 236782 h 605919"/>
                <a:gd name="connsiteX112" fmla="*/ 606325 w 607336"/>
                <a:gd name="connsiteY112" fmla="*/ 244938 h 605919"/>
                <a:gd name="connsiteX113" fmla="*/ 603539 w 607336"/>
                <a:gd name="connsiteY113" fmla="*/ 259305 h 605919"/>
                <a:gd name="connsiteX114" fmla="*/ 568902 w 607336"/>
                <a:gd name="connsiteY114" fmla="*/ 293878 h 605919"/>
                <a:gd name="connsiteX115" fmla="*/ 580696 w 607336"/>
                <a:gd name="connsiteY115" fmla="*/ 352828 h 605919"/>
                <a:gd name="connsiteX116" fmla="*/ 574753 w 607336"/>
                <a:gd name="connsiteY116" fmla="*/ 366546 h 605919"/>
                <a:gd name="connsiteX117" fmla="*/ 567788 w 607336"/>
                <a:gd name="connsiteY117" fmla="*/ 368585 h 605919"/>
                <a:gd name="connsiteX118" fmla="*/ 559802 w 607336"/>
                <a:gd name="connsiteY118" fmla="*/ 365990 h 605919"/>
                <a:gd name="connsiteX119" fmla="*/ 514950 w 607336"/>
                <a:gd name="connsiteY119" fmla="*/ 332344 h 605919"/>
                <a:gd name="connsiteX120" fmla="*/ 470006 w 607336"/>
                <a:gd name="connsiteY120" fmla="*/ 365990 h 605919"/>
                <a:gd name="connsiteX121" fmla="*/ 455055 w 607336"/>
                <a:gd name="connsiteY121" fmla="*/ 366546 h 605919"/>
                <a:gd name="connsiteX122" fmla="*/ 449205 w 607336"/>
                <a:gd name="connsiteY122" fmla="*/ 352828 h 605919"/>
                <a:gd name="connsiteX123" fmla="*/ 460999 w 607336"/>
                <a:gd name="connsiteY123" fmla="*/ 293878 h 605919"/>
                <a:gd name="connsiteX124" fmla="*/ 426362 w 607336"/>
                <a:gd name="connsiteY124" fmla="*/ 259305 h 605919"/>
                <a:gd name="connsiteX125" fmla="*/ 423483 w 607336"/>
                <a:gd name="connsiteY125" fmla="*/ 244938 h 605919"/>
                <a:gd name="connsiteX126" fmla="*/ 435648 w 607336"/>
                <a:gd name="connsiteY126" fmla="*/ 236782 h 605919"/>
                <a:gd name="connsiteX127" fmla="*/ 480313 w 607336"/>
                <a:gd name="connsiteY127" fmla="*/ 236782 h 605919"/>
                <a:gd name="connsiteX128" fmla="*/ 503064 w 607336"/>
                <a:gd name="connsiteY128" fmla="*/ 191271 h 605919"/>
                <a:gd name="connsiteX129" fmla="*/ 514938 w 607336"/>
                <a:gd name="connsiteY129" fmla="*/ 184598 h 605919"/>
                <a:gd name="connsiteX130" fmla="*/ 92394 w 607336"/>
                <a:gd name="connsiteY130" fmla="*/ 184598 h 605919"/>
                <a:gd name="connsiteX131" fmla="*/ 104229 w 607336"/>
                <a:gd name="connsiteY131" fmla="*/ 191271 h 605919"/>
                <a:gd name="connsiteX132" fmla="*/ 126971 w 607336"/>
                <a:gd name="connsiteY132" fmla="*/ 236782 h 605919"/>
                <a:gd name="connsiteX133" fmla="*/ 171620 w 607336"/>
                <a:gd name="connsiteY133" fmla="*/ 236782 h 605919"/>
                <a:gd name="connsiteX134" fmla="*/ 183780 w 607336"/>
                <a:gd name="connsiteY134" fmla="*/ 244938 h 605919"/>
                <a:gd name="connsiteX135" fmla="*/ 180902 w 607336"/>
                <a:gd name="connsiteY135" fmla="*/ 259305 h 605919"/>
                <a:gd name="connsiteX136" fmla="*/ 146371 w 607336"/>
                <a:gd name="connsiteY136" fmla="*/ 293878 h 605919"/>
                <a:gd name="connsiteX137" fmla="*/ 158160 w 607336"/>
                <a:gd name="connsiteY137" fmla="*/ 352828 h 605919"/>
                <a:gd name="connsiteX138" fmla="*/ 152219 w 607336"/>
                <a:gd name="connsiteY138" fmla="*/ 366546 h 605919"/>
                <a:gd name="connsiteX139" fmla="*/ 145257 w 607336"/>
                <a:gd name="connsiteY139" fmla="*/ 368585 h 605919"/>
                <a:gd name="connsiteX140" fmla="*/ 137274 w 607336"/>
                <a:gd name="connsiteY140" fmla="*/ 365990 h 605919"/>
                <a:gd name="connsiteX141" fmla="*/ 92440 w 607336"/>
                <a:gd name="connsiteY141" fmla="*/ 332344 h 605919"/>
                <a:gd name="connsiteX142" fmla="*/ 47513 w 607336"/>
                <a:gd name="connsiteY142" fmla="*/ 365990 h 605919"/>
                <a:gd name="connsiteX143" fmla="*/ 32568 w 607336"/>
                <a:gd name="connsiteY143" fmla="*/ 366546 h 605919"/>
                <a:gd name="connsiteX144" fmla="*/ 26627 w 607336"/>
                <a:gd name="connsiteY144" fmla="*/ 352828 h 605919"/>
                <a:gd name="connsiteX145" fmla="*/ 38509 w 607336"/>
                <a:gd name="connsiteY145" fmla="*/ 293878 h 605919"/>
                <a:gd name="connsiteX146" fmla="*/ 3885 w 607336"/>
                <a:gd name="connsiteY146" fmla="*/ 259305 h 605919"/>
                <a:gd name="connsiteX147" fmla="*/ 1007 w 607336"/>
                <a:gd name="connsiteY147" fmla="*/ 244938 h 605919"/>
                <a:gd name="connsiteX148" fmla="*/ 13167 w 607336"/>
                <a:gd name="connsiteY148" fmla="*/ 236782 h 605919"/>
                <a:gd name="connsiteX149" fmla="*/ 57816 w 607336"/>
                <a:gd name="connsiteY149" fmla="*/ 236782 h 605919"/>
                <a:gd name="connsiteX150" fmla="*/ 80558 w 607336"/>
                <a:gd name="connsiteY150" fmla="*/ 191271 h 605919"/>
                <a:gd name="connsiteX151" fmla="*/ 92394 w 607336"/>
                <a:gd name="connsiteY151" fmla="*/ 184598 h 605919"/>
                <a:gd name="connsiteX152" fmla="*/ 303666 w 607336"/>
                <a:gd name="connsiteY152" fmla="*/ 42096 h 605919"/>
                <a:gd name="connsiteX153" fmla="*/ 289089 w 607336"/>
                <a:gd name="connsiteY153" fmla="*/ 71304 h 605919"/>
                <a:gd name="connsiteX154" fmla="*/ 277297 w 607336"/>
                <a:gd name="connsiteY154" fmla="*/ 78537 h 605919"/>
                <a:gd name="connsiteX155" fmla="*/ 256313 w 607336"/>
                <a:gd name="connsiteY155" fmla="*/ 78537 h 605919"/>
                <a:gd name="connsiteX156" fmla="*/ 273397 w 607336"/>
                <a:gd name="connsiteY156" fmla="*/ 95598 h 605919"/>
                <a:gd name="connsiteX157" fmla="*/ 277018 w 607336"/>
                <a:gd name="connsiteY157" fmla="*/ 107467 h 605919"/>
                <a:gd name="connsiteX158" fmla="*/ 270612 w 607336"/>
                <a:gd name="connsiteY158" fmla="*/ 139642 h 605919"/>
                <a:gd name="connsiteX159" fmla="*/ 295774 w 607336"/>
                <a:gd name="connsiteY159" fmla="*/ 120726 h 605919"/>
                <a:gd name="connsiteX160" fmla="*/ 303666 w 607336"/>
                <a:gd name="connsiteY160" fmla="*/ 118130 h 605919"/>
                <a:gd name="connsiteX161" fmla="*/ 311651 w 607336"/>
                <a:gd name="connsiteY161" fmla="*/ 120726 h 605919"/>
                <a:gd name="connsiteX162" fmla="*/ 336813 w 607336"/>
                <a:gd name="connsiteY162" fmla="*/ 139642 h 605919"/>
                <a:gd name="connsiteX163" fmla="*/ 330407 w 607336"/>
                <a:gd name="connsiteY163" fmla="*/ 107467 h 605919"/>
                <a:gd name="connsiteX164" fmla="*/ 333935 w 607336"/>
                <a:gd name="connsiteY164" fmla="*/ 95598 h 605919"/>
                <a:gd name="connsiteX165" fmla="*/ 351019 w 607336"/>
                <a:gd name="connsiteY165" fmla="*/ 78537 h 605919"/>
                <a:gd name="connsiteX166" fmla="*/ 330128 w 607336"/>
                <a:gd name="connsiteY166" fmla="*/ 78537 h 605919"/>
                <a:gd name="connsiteX167" fmla="*/ 318336 w 607336"/>
                <a:gd name="connsiteY167" fmla="*/ 71304 h 605919"/>
                <a:gd name="connsiteX168" fmla="*/ 303666 w 607336"/>
                <a:gd name="connsiteY168" fmla="*/ 0 h 605919"/>
                <a:gd name="connsiteX169" fmla="*/ 315458 w 607336"/>
                <a:gd name="connsiteY169" fmla="*/ 6676 h 605919"/>
                <a:gd name="connsiteX170" fmla="*/ 338206 w 607336"/>
                <a:gd name="connsiteY170" fmla="*/ 52203 h 605919"/>
                <a:gd name="connsiteX171" fmla="*/ 382866 w 607336"/>
                <a:gd name="connsiteY171" fmla="*/ 52203 h 605919"/>
                <a:gd name="connsiteX172" fmla="*/ 395122 w 607336"/>
                <a:gd name="connsiteY172" fmla="*/ 60363 h 605919"/>
                <a:gd name="connsiteX173" fmla="*/ 392244 w 607336"/>
                <a:gd name="connsiteY173" fmla="*/ 74735 h 605919"/>
                <a:gd name="connsiteX174" fmla="*/ 357611 w 607336"/>
                <a:gd name="connsiteY174" fmla="*/ 109229 h 605919"/>
                <a:gd name="connsiteX175" fmla="*/ 369403 w 607336"/>
                <a:gd name="connsiteY175" fmla="*/ 168294 h 605919"/>
                <a:gd name="connsiteX176" fmla="*/ 363461 w 607336"/>
                <a:gd name="connsiteY176" fmla="*/ 182017 h 605919"/>
                <a:gd name="connsiteX177" fmla="*/ 356497 w 607336"/>
                <a:gd name="connsiteY177" fmla="*/ 184057 h 605919"/>
                <a:gd name="connsiteX178" fmla="*/ 348605 w 607336"/>
                <a:gd name="connsiteY178" fmla="*/ 181368 h 605919"/>
                <a:gd name="connsiteX179" fmla="*/ 303666 w 607336"/>
                <a:gd name="connsiteY179" fmla="*/ 147802 h 605919"/>
                <a:gd name="connsiteX180" fmla="*/ 258820 w 607336"/>
                <a:gd name="connsiteY180" fmla="*/ 181368 h 605919"/>
                <a:gd name="connsiteX181" fmla="*/ 243871 w 607336"/>
                <a:gd name="connsiteY181" fmla="*/ 182017 h 605919"/>
                <a:gd name="connsiteX182" fmla="*/ 237929 w 607336"/>
                <a:gd name="connsiteY182" fmla="*/ 168294 h 605919"/>
                <a:gd name="connsiteX183" fmla="*/ 249721 w 607336"/>
                <a:gd name="connsiteY183" fmla="*/ 109229 h 605919"/>
                <a:gd name="connsiteX184" fmla="*/ 215088 w 607336"/>
                <a:gd name="connsiteY184" fmla="*/ 74735 h 605919"/>
                <a:gd name="connsiteX185" fmla="*/ 212210 w 607336"/>
                <a:gd name="connsiteY185" fmla="*/ 60363 h 605919"/>
                <a:gd name="connsiteX186" fmla="*/ 224466 w 607336"/>
                <a:gd name="connsiteY186" fmla="*/ 52203 h 605919"/>
                <a:gd name="connsiteX187" fmla="*/ 269126 w 607336"/>
                <a:gd name="connsiteY187" fmla="*/ 52203 h 605919"/>
                <a:gd name="connsiteX188" fmla="*/ 291874 w 607336"/>
                <a:gd name="connsiteY188" fmla="*/ 6676 h 605919"/>
                <a:gd name="connsiteX189" fmla="*/ 303666 w 607336"/>
                <a:gd name="connsiteY189" fmla="*/ 0 h 605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</a:cxnLst>
              <a:rect l="l" t="t" r="r" b="b"/>
              <a:pathLst>
                <a:path w="607336" h="605919">
                  <a:moveTo>
                    <a:pt x="435684" y="463990"/>
                  </a:moveTo>
                  <a:lnTo>
                    <a:pt x="421104" y="493187"/>
                  </a:lnTo>
                  <a:cubicBezTo>
                    <a:pt x="418876" y="497637"/>
                    <a:pt x="414326" y="500417"/>
                    <a:pt x="409311" y="500417"/>
                  </a:cubicBezTo>
                  <a:lnTo>
                    <a:pt x="388325" y="500417"/>
                  </a:lnTo>
                  <a:lnTo>
                    <a:pt x="405411" y="517472"/>
                  </a:lnTo>
                  <a:cubicBezTo>
                    <a:pt x="408568" y="520623"/>
                    <a:pt x="409961" y="525072"/>
                    <a:pt x="409033" y="529429"/>
                  </a:cubicBezTo>
                  <a:lnTo>
                    <a:pt x="402625" y="561499"/>
                  </a:lnTo>
                  <a:lnTo>
                    <a:pt x="427790" y="542591"/>
                  </a:lnTo>
                  <a:cubicBezTo>
                    <a:pt x="430112" y="540830"/>
                    <a:pt x="432991" y="539995"/>
                    <a:pt x="435684" y="539995"/>
                  </a:cubicBezTo>
                  <a:cubicBezTo>
                    <a:pt x="438469" y="539995"/>
                    <a:pt x="441255" y="540830"/>
                    <a:pt x="443670" y="542591"/>
                  </a:cubicBezTo>
                  <a:lnTo>
                    <a:pt x="468835" y="561499"/>
                  </a:lnTo>
                  <a:lnTo>
                    <a:pt x="462427" y="529429"/>
                  </a:lnTo>
                  <a:cubicBezTo>
                    <a:pt x="461499" y="525072"/>
                    <a:pt x="462892" y="520623"/>
                    <a:pt x="466049" y="517472"/>
                  </a:cubicBezTo>
                  <a:lnTo>
                    <a:pt x="483042" y="500417"/>
                  </a:lnTo>
                  <a:lnTo>
                    <a:pt x="462149" y="500417"/>
                  </a:lnTo>
                  <a:cubicBezTo>
                    <a:pt x="457134" y="500417"/>
                    <a:pt x="452584" y="497637"/>
                    <a:pt x="450356" y="493187"/>
                  </a:cubicBezTo>
                  <a:close/>
                  <a:moveTo>
                    <a:pt x="171614" y="463990"/>
                  </a:moveTo>
                  <a:lnTo>
                    <a:pt x="157040" y="493187"/>
                  </a:lnTo>
                  <a:cubicBezTo>
                    <a:pt x="154813" y="497637"/>
                    <a:pt x="150171" y="500417"/>
                    <a:pt x="145252" y="500417"/>
                  </a:cubicBezTo>
                  <a:lnTo>
                    <a:pt x="124273" y="500417"/>
                  </a:lnTo>
                  <a:lnTo>
                    <a:pt x="141353" y="517472"/>
                  </a:lnTo>
                  <a:cubicBezTo>
                    <a:pt x="144416" y="520623"/>
                    <a:pt x="145809" y="525072"/>
                    <a:pt x="144973" y="529429"/>
                  </a:cubicBezTo>
                  <a:lnTo>
                    <a:pt x="138568" y="561499"/>
                  </a:lnTo>
                  <a:lnTo>
                    <a:pt x="163724" y="542591"/>
                  </a:lnTo>
                  <a:cubicBezTo>
                    <a:pt x="166044" y="540830"/>
                    <a:pt x="168829" y="539995"/>
                    <a:pt x="171614" y="539995"/>
                  </a:cubicBezTo>
                  <a:cubicBezTo>
                    <a:pt x="174399" y="539995"/>
                    <a:pt x="177183" y="540830"/>
                    <a:pt x="179504" y="542591"/>
                  </a:cubicBezTo>
                  <a:lnTo>
                    <a:pt x="204660" y="561499"/>
                  </a:lnTo>
                  <a:lnTo>
                    <a:pt x="198255" y="529429"/>
                  </a:lnTo>
                  <a:cubicBezTo>
                    <a:pt x="197419" y="525072"/>
                    <a:pt x="198812" y="520623"/>
                    <a:pt x="201875" y="517472"/>
                  </a:cubicBezTo>
                  <a:lnTo>
                    <a:pt x="218955" y="500417"/>
                  </a:lnTo>
                  <a:lnTo>
                    <a:pt x="197976" y="500417"/>
                  </a:lnTo>
                  <a:cubicBezTo>
                    <a:pt x="193057" y="500417"/>
                    <a:pt x="188415" y="497637"/>
                    <a:pt x="186187" y="493187"/>
                  </a:cubicBezTo>
                  <a:close/>
                  <a:moveTo>
                    <a:pt x="435695" y="421910"/>
                  </a:moveTo>
                  <a:cubicBezTo>
                    <a:pt x="440490" y="421910"/>
                    <a:pt x="445295" y="424134"/>
                    <a:pt x="447570" y="428583"/>
                  </a:cubicBezTo>
                  <a:lnTo>
                    <a:pt x="470321" y="474094"/>
                  </a:lnTo>
                  <a:lnTo>
                    <a:pt x="514986" y="474094"/>
                  </a:lnTo>
                  <a:cubicBezTo>
                    <a:pt x="520279" y="474094"/>
                    <a:pt x="525108" y="477245"/>
                    <a:pt x="527151" y="482250"/>
                  </a:cubicBezTo>
                  <a:cubicBezTo>
                    <a:pt x="529194" y="487163"/>
                    <a:pt x="528080" y="492817"/>
                    <a:pt x="524272" y="496617"/>
                  </a:cubicBezTo>
                  <a:lnTo>
                    <a:pt x="489635" y="531190"/>
                  </a:lnTo>
                  <a:lnTo>
                    <a:pt x="501429" y="590140"/>
                  </a:lnTo>
                  <a:cubicBezTo>
                    <a:pt x="502543" y="595516"/>
                    <a:pt x="500222" y="600985"/>
                    <a:pt x="495579" y="603858"/>
                  </a:cubicBezTo>
                  <a:cubicBezTo>
                    <a:pt x="493443" y="605248"/>
                    <a:pt x="491028" y="605897"/>
                    <a:pt x="488521" y="605897"/>
                  </a:cubicBezTo>
                  <a:cubicBezTo>
                    <a:pt x="485735" y="605897"/>
                    <a:pt x="482950" y="604970"/>
                    <a:pt x="480628" y="603302"/>
                  </a:cubicBezTo>
                  <a:lnTo>
                    <a:pt x="435684" y="569656"/>
                  </a:lnTo>
                  <a:lnTo>
                    <a:pt x="390832" y="603302"/>
                  </a:lnTo>
                  <a:cubicBezTo>
                    <a:pt x="386375" y="606546"/>
                    <a:pt x="380524" y="606824"/>
                    <a:pt x="375881" y="603858"/>
                  </a:cubicBezTo>
                  <a:cubicBezTo>
                    <a:pt x="371238" y="600985"/>
                    <a:pt x="368917" y="595516"/>
                    <a:pt x="369938" y="590140"/>
                  </a:cubicBezTo>
                  <a:lnTo>
                    <a:pt x="381732" y="531190"/>
                  </a:lnTo>
                  <a:lnTo>
                    <a:pt x="347095" y="496617"/>
                  </a:lnTo>
                  <a:cubicBezTo>
                    <a:pt x="343380" y="492817"/>
                    <a:pt x="342266" y="487163"/>
                    <a:pt x="344309" y="482250"/>
                  </a:cubicBezTo>
                  <a:cubicBezTo>
                    <a:pt x="346352" y="477245"/>
                    <a:pt x="351181" y="474094"/>
                    <a:pt x="356474" y="474094"/>
                  </a:cubicBezTo>
                  <a:lnTo>
                    <a:pt x="401139" y="474094"/>
                  </a:lnTo>
                  <a:lnTo>
                    <a:pt x="423890" y="428583"/>
                  </a:lnTo>
                  <a:cubicBezTo>
                    <a:pt x="426119" y="424134"/>
                    <a:pt x="430901" y="421910"/>
                    <a:pt x="435695" y="421910"/>
                  </a:cubicBezTo>
                  <a:close/>
                  <a:moveTo>
                    <a:pt x="171614" y="421910"/>
                  </a:moveTo>
                  <a:cubicBezTo>
                    <a:pt x="176395" y="421910"/>
                    <a:pt x="181175" y="424134"/>
                    <a:pt x="183403" y="428583"/>
                  </a:cubicBezTo>
                  <a:lnTo>
                    <a:pt x="206145" y="474094"/>
                  </a:lnTo>
                  <a:lnTo>
                    <a:pt x="250794" y="474094"/>
                  </a:lnTo>
                  <a:cubicBezTo>
                    <a:pt x="256178" y="474094"/>
                    <a:pt x="261005" y="477245"/>
                    <a:pt x="262954" y="482250"/>
                  </a:cubicBezTo>
                  <a:cubicBezTo>
                    <a:pt x="264996" y="487163"/>
                    <a:pt x="263882" y="492817"/>
                    <a:pt x="260169" y="496617"/>
                  </a:cubicBezTo>
                  <a:lnTo>
                    <a:pt x="225545" y="531190"/>
                  </a:lnTo>
                  <a:lnTo>
                    <a:pt x="237334" y="590140"/>
                  </a:lnTo>
                  <a:cubicBezTo>
                    <a:pt x="238448" y="595516"/>
                    <a:pt x="236035" y="600985"/>
                    <a:pt x="231393" y="603858"/>
                  </a:cubicBezTo>
                  <a:cubicBezTo>
                    <a:pt x="229351" y="605248"/>
                    <a:pt x="226845" y="605897"/>
                    <a:pt x="224431" y="605897"/>
                  </a:cubicBezTo>
                  <a:cubicBezTo>
                    <a:pt x="221647" y="605897"/>
                    <a:pt x="218862" y="604970"/>
                    <a:pt x="216541" y="603302"/>
                  </a:cubicBezTo>
                  <a:lnTo>
                    <a:pt x="171614" y="569656"/>
                  </a:lnTo>
                  <a:lnTo>
                    <a:pt x="126687" y="603302"/>
                  </a:lnTo>
                  <a:cubicBezTo>
                    <a:pt x="122324" y="606546"/>
                    <a:pt x="116383" y="606824"/>
                    <a:pt x="111742" y="603858"/>
                  </a:cubicBezTo>
                  <a:cubicBezTo>
                    <a:pt x="107100" y="600985"/>
                    <a:pt x="104780" y="595516"/>
                    <a:pt x="105894" y="590140"/>
                  </a:cubicBezTo>
                  <a:lnTo>
                    <a:pt x="117683" y="531190"/>
                  </a:lnTo>
                  <a:lnTo>
                    <a:pt x="83059" y="496617"/>
                  </a:lnTo>
                  <a:cubicBezTo>
                    <a:pt x="79253" y="492817"/>
                    <a:pt x="78139" y="487163"/>
                    <a:pt x="80181" y="482250"/>
                  </a:cubicBezTo>
                  <a:cubicBezTo>
                    <a:pt x="82223" y="477245"/>
                    <a:pt x="87050" y="474094"/>
                    <a:pt x="92434" y="474094"/>
                  </a:cubicBezTo>
                  <a:lnTo>
                    <a:pt x="137083" y="474094"/>
                  </a:lnTo>
                  <a:lnTo>
                    <a:pt x="159825" y="428583"/>
                  </a:lnTo>
                  <a:cubicBezTo>
                    <a:pt x="162053" y="424134"/>
                    <a:pt x="166834" y="421910"/>
                    <a:pt x="171614" y="421910"/>
                  </a:cubicBezTo>
                  <a:close/>
                  <a:moveTo>
                    <a:pt x="514950" y="226678"/>
                  </a:moveTo>
                  <a:lnTo>
                    <a:pt x="500278" y="255875"/>
                  </a:lnTo>
                  <a:cubicBezTo>
                    <a:pt x="498050" y="260325"/>
                    <a:pt x="493500" y="263105"/>
                    <a:pt x="488485" y="263105"/>
                  </a:cubicBezTo>
                  <a:lnTo>
                    <a:pt x="467592" y="263105"/>
                  </a:lnTo>
                  <a:lnTo>
                    <a:pt x="484678" y="280160"/>
                  </a:lnTo>
                  <a:cubicBezTo>
                    <a:pt x="487742" y="283311"/>
                    <a:pt x="489135" y="287760"/>
                    <a:pt x="488207" y="292117"/>
                  </a:cubicBezTo>
                  <a:lnTo>
                    <a:pt x="481799" y="324187"/>
                  </a:lnTo>
                  <a:lnTo>
                    <a:pt x="506964" y="305279"/>
                  </a:lnTo>
                  <a:cubicBezTo>
                    <a:pt x="509379" y="303518"/>
                    <a:pt x="512165" y="302683"/>
                    <a:pt x="514950" y="302683"/>
                  </a:cubicBezTo>
                  <a:cubicBezTo>
                    <a:pt x="517736" y="302683"/>
                    <a:pt x="520522" y="303518"/>
                    <a:pt x="522844" y="305279"/>
                  </a:cubicBezTo>
                  <a:lnTo>
                    <a:pt x="548009" y="324187"/>
                  </a:lnTo>
                  <a:lnTo>
                    <a:pt x="541601" y="292117"/>
                  </a:lnTo>
                  <a:cubicBezTo>
                    <a:pt x="540766" y="287760"/>
                    <a:pt x="542066" y="283311"/>
                    <a:pt x="545223" y="280160"/>
                  </a:cubicBezTo>
                  <a:lnTo>
                    <a:pt x="562309" y="263105"/>
                  </a:lnTo>
                  <a:lnTo>
                    <a:pt x="541323" y="263105"/>
                  </a:lnTo>
                  <a:cubicBezTo>
                    <a:pt x="536308" y="263105"/>
                    <a:pt x="531758" y="260325"/>
                    <a:pt x="529530" y="255875"/>
                  </a:cubicBezTo>
                  <a:close/>
                  <a:moveTo>
                    <a:pt x="92440" y="226678"/>
                  </a:moveTo>
                  <a:lnTo>
                    <a:pt x="77774" y="255875"/>
                  </a:lnTo>
                  <a:cubicBezTo>
                    <a:pt x="75546" y="260325"/>
                    <a:pt x="70997" y="263105"/>
                    <a:pt x="65985" y="263105"/>
                  </a:cubicBezTo>
                  <a:lnTo>
                    <a:pt x="45099" y="263105"/>
                  </a:lnTo>
                  <a:lnTo>
                    <a:pt x="62086" y="280160"/>
                  </a:lnTo>
                  <a:cubicBezTo>
                    <a:pt x="65242" y="283219"/>
                    <a:pt x="66635" y="287760"/>
                    <a:pt x="65706" y="292024"/>
                  </a:cubicBezTo>
                  <a:lnTo>
                    <a:pt x="59301" y="324187"/>
                  </a:lnTo>
                  <a:lnTo>
                    <a:pt x="84457" y="305279"/>
                  </a:lnTo>
                  <a:cubicBezTo>
                    <a:pt x="86870" y="303518"/>
                    <a:pt x="89655" y="302683"/>
                    <a:pt x="92440" y="302683"/>
                  </a:cubicBezTo>
                  <a:cubicBezTo>
                    <a:pt x="95225" y="302683"/>
                    <a:pt x="98009" y="303518"/>
                    <a:pt x="100330" y="305279"/>
                  </a:cubicBezTo>
                  <a:lnTo>
                    <a:pt x="125486" y="324187"/>
                  </a:lnTo>
                  <a:lnTo>
                    <a:pt x="119081" y="292117"/>
                  </a:lnTo>
                  <a:cubicBezTo>
                    <a:pt x="118245" y="287760"/>
                    <a:pt x="119545" y="283311"/>
                    <a:pt x="122701" y="280160"/>
                  </a:cubicBezTo>
                  <a:lnTo>
                    <a:pt x="139781" y="263105"/>
                  </a:lnTo>
                  <a:lnTo>
                    <a:pt x="118802" y="263105"/>
                  </a:lnTo>
                  <a:cubicBezTo>
                    <a:pt x="113790" y="263105"/>
                    <a:pt x="109241" y="260325"/>
                    <a:pt x="107013" y="255875"/>
                  </a:cubicBezTo>
                  <a:close/>
                  <a:moveTo>
                    <a:pt x="514938" y="184598"/>
                  </a:moveTo>
                  <a:cubicBezTo>
                    <a:pt x="519732" y="184598"/>
                    <a:pt x="524515" y="186822"/>
                    <a:pt x="526744" y="191271"/>
                  </a:cubicBezTo>
                  <a:lnTo>
                    <a:pt x="549495" y="236782"/>
                  </a:lnTo>
                  <a:lnTo>
                    <a:pt x="594160" y="236782"/>
                  </a:lnTo>
                  <a:cubicBezTo>
                    <a:pt x="599453" y="236782"/>
                    <a:pt x="604282" y="239933"/>
                    <a:pt x="606325" y="244938"/>
                  </a:cubicBezTo>
                  <a:cubicBezTo>
                    <a:pt x="608368" y="249851"/>
                    <a:pt x="607254" y="255505"/>
                    <a:pt x="603539" y="259305"/>
                  </a:cubicBezTo>
                  <a:lnTo>
                    <a:pt x="568902" y="293878"/>
                  </a:lnTo>
                  <a:lnTo>
                    <a:pt x="580696" y="352828"/>
                  </a:lnTo>
                  <a:cubicBezTo>
                    <a:pt x="581717" y="358204"/>
                    <a:pt x="579396" y="363673"/>
                    <a:pt x="574753" y="366546"/>
                  </a:cubicBezTo>
                  <a:cubicBezTo>
                    <a:pt x="572617" y="367936"/>
                    <a:pt x="570202" y="368585"/>
                    <a:pt x="567788" y="368585"/>
                  </a:cubicBezTo>
                  <a:cubicBezTo>
                    <a:pt x="565002" y="368585"/>
                    <a:pt x="562216" y="367658"/>
                    <a:pt x="559802" y="365990"/>
                  </a:cubicBezTo>
                  <a:lnTo>
                    <a:pt x="514950" y="332344"/>
                  </a:lnTo>
                  <a:lnTo>
                    <a:pt x="470006" y="365990"/>
                  </a:lnTo>
                  <a:cubicBezTo>
                    <a:pt x="465642" y="369234"/>
                    <a:pt x="459698" y="369512"/>
                    <a:pt x="455055" y="366546"/>
                  </a:cubicBezTo>
                  <a:cubicBezTo>
                    <a:pt x="450412" y="363673"/>
                    <a:pt x="448091" y="358204"/>
                    <a:pt x="449205" y="352828"/>
                  </a:cubicBezTo>
                  <a:lnTo>
                    <a:pt x="460999" y="293878"/>
                  </a:lnTo>
                  <a:lnTo>
                    <a:pt x="426362" y="259305"/>
                  </a:lnTo>
                  <a:cubicBezTo>
                    <a:pt x="422554" y="255505"/>
                    <a:pt x="421440" y="249851"/>
                    <a:pt x="423483" y="244938"/>
                  </a:cubicBezTo>
                  <a:cubicBezTo>
                    <a:pt x="425526" y="239933"/>
                    <a:pt x="430355" y="236782"/>
                    <a:pt x="435648" y="236782"/>
                  </a:cubicBezTo>
                  <a:lnTo>
                    <a:pt x="480313" y="236782"/>
                  </a:lnTo>
                  <a:lnTo>
                    <a:pt x="503064" y="191271"/>
                  </a:lnTo>
                  <a:cubicBezTo>
                    <a:pt x="505339" y="186822"/>
                    <a:pt x="510145" y="184598"/>
                    <a:pt x="514938" y="184598"/>
                  </a:cubicBezTo>
                  <a:close/>
                  <a:moveTo>
                    <a:pt x="92394" y="184598"/>
                  </a:moveTo>
                  <a:cubicBezTo>
                    <a:pt x="97174" y="184598"/>
                    <a:pt x="101955" y="186822"/>
                    <a:pt x="104229" y="191271"/>
                  </a:cubicBezTo>
                  <a:lnTo>
                    <a:pt x="126971" y="236782"/>
                  </a:lnTo>
                  <a:lnTo>
                    <a:pt x="171620" y="236782"/>
                  </a:lnTo>
                  <a:cubicBezTo>
                    <a:pt x="176911" y="236782"/>
                    <a:pt x="181738" y="239933"/>
                    <a:pt x="183780" y="244938"/>
                  </a:cubicBezTo>
                  <a:cubicBezTo>
                    <a:pt x="185822" y="249851"/>
                    <a:pt x="184708" y="255505"/>
                    <a:pt x="180902" y="259305"/>
                  </a:cubicBezTo>
                  <a:lnTo>
                    <a:pt x="146371" y="293878"/>
                  </a:lnTo>
                  <a:lnTo>
                    <a:pt x="158160" y="352828"/>
                  </a:lnTo>
                  <a:cubicBezTo>
                    <a:pt x="159181" y="358204"/>
                    <a:pt x="156861" y="363673"/>
                    <a:pt x="152219" y="366546"/>
                  </a:cubicBezTo>
                  <a:cubicBezTo>
                    <a:pt x="150084" y="367936"/>
                    <a:pt x="147671" y="368585"/>
                    <a:pt x="145257" y="368585"/>
                  </a:cubicBezTo>
                  <a:cubicBezTo>
                    <a:pt x="142473" y="368585"/>
                    <a:pt x="139688" y="367658"/>
                    <a:pt x="137274" y="365990"/>
                  </a:cubicBezTo>
                  <a:lnTo>
                    <a:pt x="92440" y="332344"/>
                  </a:lnTo>
                  <a:lnTo>
                    <a:pt x="47513" y="365990"/>
                  </a:lnTo>
                  <a:cubicBezTo>
                    <a:pt x="43150" y="369234"/>
                    <a:pt x="37209" y="369512"/>
                    <a:pt x="32568" y="366546"/>
                  </a:cubicBezTo>
                  <a:cubicBezTo>
                    <a:pt x="27926" y="363673"/>
                    <a:pt x="25606" y="358204"/>
                    <a:pt x="26627" y="352828"/>
                  </a:cubicBezTo>
                  <a:lnTo>
                    <a:pt x="38509" y="293878"/>
                  </a:lnTo>
                  <a:lnTo>
                    <a:pt x="3885" y="259305"/>
                  </a:lnTo>
                  <a:cubicBezTo>
                    <a:pt x="79" y="255505"/>
                    <a:pt x="-1035" y="249851"/>
                    <a:pt x="1007" y="244938"/>
                  </a:cubicBezTo>
                  <a:cubicBezTo>
                    <a:pt x="3049" y="239933"/>
                    <a:pt x="7876" y="236782"/>
                    <a:pt x="13167" y="236782"/>
                  </a:cubicBezTo>
                  <a:lnTo>
                    <a:pt x="57816" y="236782"/>
                  </a:lnTo>
                  <a:lnTo>
                    <a:pt x="80558" y="191271"/>
                  </a:lnTo>
                  <a:cubicBezTo>
                    <a:pt x="82833" y="186822"/>
                    <a:pt x="87613" y="184598"/>
                    <a:pt x="92394" y="184598"/>
                  </a:cubicBezTo>
                  <a:close/>
                  <a:moveTo>
                    <a:pt x="303666" y="42096"/>
                  </a:moveTo>
                  <a:lnTo>
                    <a:pt x="289089" y="71304"/>
                  </a:lnTo>
                  <a:cubicBezTo>
                    <a:pt x="286860" y="75755"/>
                    <a:pt x="282311" y="78537"/>
                    <a:pt x="277297" y="78537"/>
                  </a:cubicBezTo>
                  <a:lnTo>
                    <a:pt x="256313" y="78537"/>
                  </a:lnTo>
                  <a:lnTo>
                    <a:pt x="273397" y="95598"/>
                  </a:lnTo>
                  <a:cubicBezTo>
                    <a:pt x="276554" y="98658"/>
                    <a:pt x="277854" y="103201"/>
                    <a:pt x="277018" y="107467"/>
                  </a:cubicBezTo>
                  <a:lnTo>
                    <a:pt x="270612" y="139642"/>
                  </a:lnTo>
                  <a:lnTo>
                    <a:pt x="295774" y="120726"/>
                  </a:lnTo>
                  <a:cubicBezTo>
                    <a:pt x="298095" y="118965"/>
                    <a:pt x="300881" y="118130"/>
                    <a:pt x="303666" y="118130"/>
                  </a:cubicBezTo>
                  <a:cubicBezTo>
                    <a:pt x="306451" y="118130"/>
                    <a:pt x="309237" y="118965"/>
                    <a:pt x="311651" y="120726"/>
                  </a:cubicBezTo>
                  <a:lnTo>
                    <a:pt x="336813" y="139642"/>
                  </a:lnTo>
                  <a:lnTo>
                    <a:pt x="330407" y="107467"/>
                  </a:lnTo>
                  <a:cubicBezTo>
                    <a:pt x="329478" y="103201"/>
                    <a:pt x="330871" y="98751"/>
                    <a:pt x="333935" y="95598"/>
                  </a:cubicBezTo>
                  <a:lnTo>
                    <a:pt x="351019" y="78537"/>
                  </a:lnTo>
                  <a:lnTo>
                    <a:pt x="330128" y="78537"/>
                  </a:lnTo>
                  <a:cubicBezTo>
                    <a:pt x="325114" y="78537"/>
                    <a:pt x="320565" y="75755"/>
                    <a:pt x="318336" y="71304"/>
                  </a:cubicBezTo>
                  <a:close/>
                  <a:moveTo>
                    <a:pt x="303666" y="0"/>
                  </a:moveTo>
                  <a:cubicBezTo>
                    <a:pt x="308448" y="0"/>
                    <a:pt x="313229" y="2225"/>
                    <a:pt x="315458" y="6676"/>
                  </a:cubicBezTo>
                  <a:lnTo>
                    <a:pt x="338206" y="52203"/>
                  </a:lnTo>
                  <a:lnTo>
                    <a:pt x="382866" y="52203"/>
                  </a:lnTo>
                  <a:cubicBezTo>
                    <a:pt x="388251" y="52203"/>
                    <a:pt x="393080" y="55356"/>
                    <a:pt x="395122" y="60363"/>
                  </a:cubicBezTo>
                  <a:cubicBezTo>
                    <a:pt x="397165" y="65277"/>
                    <a:pt x="395958" y="70933"/>
                    <a:pt x="392244" y="74735"/>
                  </a:cubicBezTo>
                  <a:lnTo>
                    <a:pt x="357611" y="109229"/>
                  </a:lnTo>
                  <a:lnTo>
                    <a:pt x="369403" y="168294"/>
                  </a:lnTo>
                  <a:cubicBezTo>
                    <a:pt x="370517" y="173579"/>
                    <a:pt x="368196" y="179143"/>
                    <a:pt x="363461" y="182017"/>
                  </a:cubicBezTo>
                  <a:cubicBezTo>
                    <a:pt x="361418" y="183408"/>
                    <a:pt x="359004" y="184057"/>
                    <a:pt x="356497" y="184057"/>
                  </a:cubicBezTo>
                  <a:cubicBezTo>
                    <a:pt x="353712" y="184057"/>
                    <a:pt x="350926" y="183130"/>
                    <a:pt x="348605" y="181368"/>
                  </a:cubicBezTo>
                  <a:lnTo>
                    <a:pt x="303666" y="147802"/>
                  </a:lnTo>
                  <a:lnTo>
                    <a:pt x="258820" y="181368"/>
                  </a:lnTo>
                  <a:cubicBezTo>
                    <a:pt x="254363" y="184706"/>
                    <a:pt x="248514" y="184984"/>
                    <a:pt x="243871" y="182017"/>
                  </a:cubicBezTo>
                  <a:cubicBezTo>
                    <a:pt x="239229" y="179143"/>
                    <a:pt x="236815" y="173672"/>
                    <a:pt x="237929" y="168294"/>
                  </a:cubicBezTo>
                  <a:lnTo>
                    <a:pt x="249721" y="109229"/>
                  </a:lnTo>
                  <a:lnTo>
                    <a:pt x="215088" y="74735"/>
                  </a:lnTo>
                  <a:cubicBezTo>
                    <a:pt x="211374" y="70933"/>
                    <a:pt x="210167" y="65277"/>
                    <a:pt x="212210" y="60363"/>
                  </a:cubicBezTo>
                  <a:cubicBezTo>
                    <a:pt x="214345" y="55356"/>
                    <a:pt x="219081" y="52203"/>
                    <a:pt x="224466" y="52203"/>
                  </a:cubicBezTo>
                  <a:lnTo>
                    <a:pt x="269126" y="52203"/>
                  </a:lnTo>
                  <a:lnTo>
                    <a:pt x="291874" y="6676"/>
                  </a:lnTo>
                  <a:cubicBezTo>
                    <a:pt x="294103" y="2225"/>
                    <a:pt x="298884" y="0"/>
                    <a:pt x="303666" y="0"/>
                  </a:cubicBezTo>
                  <a:close/>
                </a:path>
              </a:pathLst>
            </a:custGeom>
            <a:solidFill>
              <a:schemeClr val="bg1">
                <a:alpha val="70000"/>
              </a:schemeClr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2.0 95 ExtraBold"/>
                <a:cs typeface="+mn-cs"/>
              </a:endParaRPr>
            </a:p>
          </p:txBody>
        </p:sp>
      </p:grpSp>
      <p:sp>
        <p:nvSpPr>
          <p:cNvPr id="63" name="stars_273718">
            <a:extLst>
              <a:ext uri="{FF2B5EF4-FFF2-40B4-BE49-F238E27FC236}">
                <a16:creationId xmlns:a16="http://schemas.microsoft.com/office/drawing/2014/main" id="{C5C9202D-00B4-D480-8345-870675D86454}"/>
              </a:ext>
            </a:extLst>
          </p:cNvPr>
          <p:cNvSpPr>
            <a:spLocks noChangeAspect="1"/>
          </p:cNvSpPr>
          <p:nvPr/>
        </p:nvSpPr>
        <p:spPr bwMode="auto">
          <a:xfrm>
            <a:off x="9650875" y="540210"/>
            <a:ext cx="216505" cy="216000"/>
          </a:xfrm>
          <a:custGeom>
            <a:avLst/>
            <a:gdLst>
              <a:gd name="connsiteX0" fmla="*/ 435684 w 607336"/>
              <a:gd name="connsiteY0" fmla="*/ 463990 h 605919"/>
              <a:gd name="connsiteX1" fmla="*/ 421104 w 607336"/>
              <a:gd name="connsiteY1" fmla="*/ 493187 h 605919"/>
              <a:gd name="connsiteX2" fmla="*/ 409311 w 607336"/>
              <a:gd name="connsiteY2" fmla="*/ 500417 h 605919"/>
              <a:gd name="connsiteX3" fmla="*/ 388325 w 607336"/>
              <a:gd name="connsiteY3" fmla="*/ 500417 h 605919"/>
              <a:gd name="connsiteX4" fmla="*/ 405411 w 607336"/>
              <a:gd name="connsiteY4" fmla="*/ 517472 h 605919"/>
              <a:gd name="connsiteX5" fmla="*/ 409033 w 607336"/>
              <a:gd name="connsiteY5" fmla="*/ 529429 h 605919"/>
              <a:gd name="connsiteX6" fmla="*/ 402625 w 607336"/>
              <a:gd name="connsiteY6" fmla="*/ 561499 h 605919"/>
              <a:gd name="connsiteX7" fmla="*/ 427790 w 607336"/>
              <a:gd name="connsiteY7" fmla="*/ 542591 h 605919"/>
              <a:gd name="connsiteX8" fmla="*/ 435684 w 607336"/>
              <a:gd name="connsiteY8" fmla="*/ 539995 h 605919"/>
              <a:gd name="connsiteX9" fmla="*/ 443670 w 607336"/>
              <a:gd name="connsiteY9" fmla="*/ 542591 h 605919"/>
              <a:gd name="connsiteX10" fmla="*/ 468835 w 607336"/>
              <a:gd name="connsiteY10" fmla="*/ 561499 h 605919"/>
              <a:gd name="connsiteX11" fmla="*/ 462427 w 607336"/>
              <a:gd name="connsiteY11" fmla="*/ 529429 h 605919"/>
              <a:gd name="connsiteX12" fmla="*/ 466049 w 607336"/>
              <a:gd name="connsiteY12" fmla="*/ 517472 h 605919"/>
              <a:gd name="connsiteX13" fmla="*/ 483042 w 607336"/>
              <a:gd name="connsiteY13" fmla="*/ 500417 h 605919"/>
              <a:gd name="connsiteX14" fmla="*/ 462149 w 607336"/>
              <a:gd name="connsiteY14" fmla="*/ 500417 h 605919"/>
              <a:gd name="connsiteX15" fmla="*/ 450356 w 607336"/>
              <a:gd name="connsiteY15" fmla="*/ 493187 h 605919"/>
              <a:gd name="connsiteX16" fmla="*/ 171614 w 607336"/>
              <a:gd name="connsiteY16" fmla="*/ 463990 h 605919"/>
              <a:gd name="connsiteX17" fmla="*/ 157040 w 607336"/>
              <a:gd name="connsiteY17" fmla="*/ 493187 h 605919"/>
              <a:gd name="connsiteX18" fmla="*/ 145252 w 607336"/>
              <a:gd name="connsiteY18" fmla="*/ 500417 h 605919"/>
              <a:gd name="connsiteX19" fmla="*/ 124273 w 607336"/>
              <a:gd name="connsiteY19" fmla="*/ 500417 h 605919"/>
              <a:gd name="connsiteX20" fmla="*/ 141353 w 607336"/>
              <a:gd name="connsiteY20" fmla="*/ 517472 h 605919"/>
              <a:gd name="connsiteX21" fmla="*/ 144973 w 607336"/>
              <a:gd name="connsiteY21" fmla="*/ 529429 h 605919"/>
              <a:gd name="connsiteX22" fmla="*/ 138568 w 607336"/>
              <a:gd name="connsiteY22" fmla="*/ 561499 h 605919"/>
              <a:gd name="connsiteX23" fmla="*/ 163724 w 607336"/>
              <a:gd name="connsiteY23" fmla="*/ 542591 h 605919"/>
              <a:gd name="connsiteX24" fmla="*/ 171614 w 607336"/>
              <a:gd name="connsiteY24" fmla="*/ 539995 h 605919"/>
              <a:gd name="connsiteX25" fmla="*/ 179504 w 607336"/>
              <a:gd name="connsiteY25" fmla="*/ 542591 h 605919"/>
              <a:gd name="connsiteX26" fmla="*/ 204660 w 607336"/>
              <a:gd name="connsiteY26" fmla="*/ 561499 h 605919"/>
              <a:gd name="connsiteX27" fmla="*/ 198255 w 607336"/>
              <a:gd name="connsiteY27" fmla="*/ 529429 h 605919"/>
              <a:gd name="connsiteX28" fmla="*/ 201875 w 607336"/>
              <a:gd name="connsiteY28" fmla="*/ 517472 h 605919"/>
              <a:gd name="connsiteX29" fmla="*/ 218955 w 607336"/>
              <a:gd name="connsiteY29" fmla="*/ 500417 h 605919"/>
              <a:gd name="connsiteX30" fmla="*/ 197976 w 607336"/>
              <a:gd name="connsiteY30" fmla="*/ 500417 h 605919"/>
              <a:gd name="connsiteX31" fmla="*/ 186187 w 607336"/>
              <a:gd name="connsiteY31" fmla="*/ 493187 h 605919"/>
              <a:gd name="connsiteX32" fmla="*/ 435695 w 607336"/>
              <a:gd name="connsiteY32" fmla="*/ 421910 h 605919"/>
              <a:gd name="connsiteX33" fmla="*/ 447570 w 607336"/>
              <a:gd name="connsiteY33" fmla="*/ 428583 h 605919"/>
              <a:gd name="connsiteX34" fmla="*/ 470321 w 607336"/>
              <a:gd name="connsiteY34" fmla="*/ 474094 h 605919"/>
              <a:gd name="connsiteX35" fmla="*/ 514986 w 607336"/>
              <a:gd name="connsiteY35" fmla="*/ 474094 h 605919"/>
              <a:gd name="connsiteX36" fmla="*/ 527151 w 607336"/>
              <a:gd name="connsiteY36" fmla="*/ 482250 h 605919"/>
              <a:gd name="connsiteX37" fmla="*/ 524272 w 607336"/>
              <a:gd name="connsiteY37" fmla="*/ 496617 h 605919"/>
              <a:gd name="connsiteX38" fmla="*/ 489635 w 607336"/>
              <a:gd name="connsiteY38" fmla="*/ 531190 h 605919"/>
              <a:gd name="connsiteX39" fmla="*/ 501429 w 607336"/>
              <a:gd name="connsiteY39" fmla="*/ 590140 h 605919"/>
              <a:gd name="connsiteX40" fmla="*/ 495579 w 607336"/>
              <a:gd name="connsiteY40" fmla="*/ 603858 h 605919"/>
              <a:gd name="connsiteX41" fmla="*/ 488521 w 607336"/>
              <a:gd name="connsiteY41" fmla="*/ 605897 h 605919"/>
              <a:gd name="connsiteX42" fmla="*/ 480628 w 607336"/>
              <a:gd name="connsiteY42" fmla="*/ 603302 h 605919"/>
              <a:gd name="connsiteX43" fmla="*/ 435684 w 607336"/>
              <a:gd name="connsiteY43" fmla="*/ 569656 h 605919"/>
              <a:gd name="connsiteX44" fmla="*/ 390832 w 607336"/>
              <a:gd name="connsiteY44" fmla="*/ 603302 h 605919"/>
              <a:gd name="connsiteX45" fmla="*/ 375881 w 607336"/>
              <a:gd name="connsiteY45" fmla="*/ 603858 h 605919"/>
              <a:gd name="connsiteX46" fmla="*/ 369938 w 607336"/>
              <a:gd name="connsiteY46" fmla="*/ 590140 h 605919"/>
              <a:gd name="connsiteX47" fmla="*/ 381732 w 607336"/>
              <a:gd name="connsiteY47" fmla="*/ 531190 h 605919"/>
              <a:gd name="connsiteX48" fmla="*/ 347095 w 607336"/>
              <a:gd name="connsiteY48" fmla="*/ 496617 h 605919"/>
              <a:gd name="connsiteX49" fmla="*/ 344309 w 607336"/>
              <a:gd name="connsiteY49" fmla="*/ 482250 h 605919"/>
              <a:gd name="connsiteX50" fmla="*/ 356474 w 607336"/>
              <a:gd name="connsiteY50" fmla="*/ 474094 h 605919"/>
              <a:gd name="connsiteX51" fmla="*/ 401139 w 607336"/>
              <a:gd name="connsiteY51" fmla="*/ 474094 h 605919"/>
              <a:gd name="connsiteX52" fmla="*/ 423890 w 607336"/>
              <a:gd name="connsiteY52" fmla="*/ 428583 h 605919"/>
              <a:gd name="connsiteX53" fmla="*/ 435695 w 607336"/>
              <a:gd name="connsiteY53" fmla="*/ 421910 h 605919"/>
              <a:gd name="connsiteX54" fmla="*/ 171614 w 607336"/>
              <a:gd name="connsiteY54" fmla="*/ 421910 h 605919"/>
              <a:gd name="connsiteX55" fmla="*/ 183403 w 607336"/>
              <a:gd name="connsiteY55" fmla="*/ 428583 h 605919"/>
              <a:gd name="connsiteX56" fmla="*/ 206145 w 607336"/>
              <a:gd name="connsiteY56" fmla="*/ 474094 h 605919"/>
              <a:gd name="connsiteX57" fmla="*/ 250794 w 607336"/>
              <a:gd name="connsiteY57" fmla="*/ 474094 h 605919"/>
              <a:gd name="connsiteX58" fmla="*/ 262954 w 607336"/>
              <a:gd name="connsiteY58" fmla="*/ 482250 h 605919"/>
              <a:gd name="connsiteX59" fmla="*/ 260169 w 607336"/>
              <a:gd name="connsiteY59" fmla="*/ 496617 h 605919"/>
              <a:gd name="connsiteX60" fmla="*/ 225545 w 607336"/>
              <a:gd name="connsiteY60" fmla="*/ 531190 h 605919"/>
              <a:gd name="connsiteX61" fmla="*/ 237334 w 607336"/>
              <a:gd name="connsiteY61" fmla="*/ 590140 h 605919"/>
              <a:gd name="connsiteX62" fmla="*/ 231393 w 607336"/>
              <a:gd name="connsiteY62" fmla="*/ 603858 h 605919"/>
              <a:gd name="connsiteX63" fmla="*/ 224431 w 607336"/>
              <a:gd name="connsiteY63" fmla="*/ 605897 h 605919"/>
              <a:gd name="connsiteX64" fmla="*/ 216541 w 607336"/>
              <a:gd name="connsiteY64" fmla="*/ 603302 h 605919"/>
              <a:gd name="connsiteX65" fmla="*/ 171614 w 607336"/>
              <a:gd name="connsiteY65" fmla="*/ 569656 h 605919"/>
              <a:gd name="connsiteX66" fmla="*/ 126687 w 607336"/>
              <a:gd name="connsiteY66" fmla="*/ 603302 h 605919"/>
              <a:gd name="connsiteX67" fmla="*/ 111742 w 607336"/>
              <a:gd name="connsiteY67" fmla="*/ 603858 h 605919"/>
              <a:gd name="connsiteX68" fmla="*/ 105894 w 607336"/>
              <a:gd name="connsiteY68" fmla="*/ 590140 h 605919"/>
              <a:gd name="connsiteX69" fmla="*/ 117683 w 607336"/>
              <a:gd name="connsiteY69" fmla="*/ 531190 h 605919"/>
              <a:gd name="connsiteX70" fmla="*/ 83059 w 607336"/>
              <a:gd name="connsiteY70" fmla="*/ 496617 h 605919"/>
              <a:gd name="connsiteX71" fmla="*/ 80181 w 607336"/>
              <a:gd name="connsiteY71" fmla="*/ 482250 h 605919"/>
              <a:gd name="connsiteX72" fmla="*/ 92434 w 607336"/>
              <a:gd name="connsiteY72" fmla="*/ 474094 h 605919"/>
              <a:gd name="connsiteX73" fmla="*/ 137083 w 607336"/>
              <a:gd name="connsiteY73" fmla="*/ 474094 h 605919"/>
              <a:gd name="connsiteX74" fmla="*/ 159825 w 607336"/>
              <a:gd name="connsiteY74" fmla="*/ 428583 h 605919"/>
              <a:gd name="connsiteX75" fmla="*/ 171614 w 607336"/>
              <a:gd name="connsiteY75" fmla="*/ 421910 h 605919"/>
              <a:gd name="connsiteX76" fmla="*/ 514950 w 607336"/>
              <a:gd name="connsiteY76" fmla="*/ 226678 h 605919"/>
              <a:gd name="connsiteX77" fmla="*/ 500278 w 607336"/>
              <a:gd name="connsiteY77" fmla="*/ 255875 h 605919"/>
              <a:gd name="connsiteX78" fmla="*/ 488485 w 607336"/>
              <a:gd name="connsiteY78" fmla="*/ 263105 h 605919"/>
              <a:gd name="connsiteX79" fmla="*/ 467592 w 607336"/>
              <a:gd name="connsiteY79" fmla="*/ 263105 h 605919"/>
              <a:gd name="connsiteX80" fmla="*/ 484678 w 607336"/>
              <a:gd name="connsiteY80" fmla="*/ 280160 h 605919"/>
              <a:gd name="connsiteX81" fmla="*/ 488207 w 607336"/>
              <a:gd name="connsiteY81" fmla="*/ 292117 h 605919"/>
              <a:gd name="connsiteX82" fmla="*/ 481799 w 607336"/>
              <a:gd name="connsiteY82" fmla="*/ 324187 h 605919"/>
              <a:gd name="connsiteX83" fmla="*/ 506964 w 607336"/>
              <a:gd name="connsiteY83" fmla="*/ 305279 h 605919"/>
              <a:gd name="connsiteX84" fmla="*/ 514950 w 607336"/>
              <a:gd name="connsiteY84" fmla="*/ 302683 h 605919"/>
              <a:gd name="connsiteX85" fmla="*/ 522844 w 607336"/>
              <a:gd name="connsiteY85" fmla="*/ 305279 h 605919"/>
              <a:gd name="connsiteX86" fmla="*/ 548009 w 607336"/>
              <a:gd name="connsiteY86" fmla="*/ 324187 h 605919"/>
              <a:gd name="connsiteX87" fmla="*/ 541601 w 607336"/>
              <a:gd name="connsiteY87" fmla="*/ 292117 h 605919"/>
              <a:gd name="connsiteX88" fmla="*/ 545223 w 607336"/>
              <a:gd name="connsiteY88" fmla="*/ 280160 h 605919"/>
              <a:gd name="connsiteX89" fmla="*/ 562309 w 607336"/>
              <a:gd name="connsiteY89" fmla="*/ 263105 h 605919"/>
              <a:gd name="connsiteX90" fmla="*/ 541323 w 607336"/>
              <a:gd name="connsiteY90" fmla="*/ 263105 h 605919"/>
              <a:gd name="connsiteX91" fmla="*/ 529530 w 607336"/>
              <a:gd name="connsiteY91" fmla="*/ 255875 h 605919"/>
              <a:gd name="connsiteX92" fmla="*/ 92440 w 607336"/>
              <a:gd name="connsiteY92" fmla="*/ 226678 h 605919"/>
              <a:gd name="connsiteX93" fmla="*/ 77774 w 607336"/>
              <a:gd name="connsiteY93" fmla="*/ 255875 h 605919"/>
              <a:gd name="connsiteX94" fmla="*/ 65985 w 607336"/>
              <a:gd name="connsiteY94" fmla="*/ 263105 h 605919"/>
              <a:gd name="connsiteX95" fmla="*/ 45099 w 607336"/>
              <a:gd name="connsiteY95" fmla="*/ 263105 h 605919"/>
              <a:gd name="connsiteX96" fmla="*/ 62086 w 607336"/>
              <a:gd name="connsiteY96" fmla="*/ 280160 h 605919"/>
              <a:gd name="connsiteX97" fmla="*/ 65706 w 607336"/>
              <a:gd name="connsiteY97" fmla="*/ 292024 h 605919"/>
              <a:gd name="connsiteX98" fmla="*/ 59301 w 607336"/>
              <a:gd name="connsiteY98" fmla="*/ 324187 h 605919"/>
              <a:gd name="connsiteX99" fmla="*/ 84457 w 607336"/>
              <a:gd name="connsiteY99" fmla="*/ 305279 h 605919"/>
              <a:gd name="connsiteX100" fmla="*/ 92440 w 607336"/>
              <a:gd name="connsiteY100" fmla="*/ 302683 h 605919"/>
              <a:gd name="connsiteX101" fmla="*/ 100330 w 607336"/>
              <a:gd name="connsiteY101" fmla="*/ 305279 h 605919"/>
              <a:gd name="connsiteX102" fmla="*/ 125486 w 607336"/>
              <a:gd name="connsiteY102" fmla="*/ 324187 h 605919"/>
              <a:gd name="connsiteX103" fmla="*/ 119081 w 607336"/>
              <a:gd name="connsiteY103" fmla="*/ 292117 h 605919"/>
              <a:gd name="connsiteX104" fmla="*/ 122701 w 607336"/>
              <a:gd name="connsiteY104" fmla="*/ 280160 h 605919"/>
              <a:gd name="connsiteX105" fmla="*/ 139781 w 607336"/>
              <a:gd name="connsiteY105" fmla="*/ 263105 h 605919"/>
              <a:gd name="connsiteX106" fmla="*/ 118802 w 607336"/>
              <a:gd name="connsiteY106" fmla="*/ 263105 h 605919"/>
              <a:gd name="connsiteX107" fmla="*/ 107013 w 607336"/>
              <a:gd name="connsiteY107" fmla="*/ 255875 h 605919"/>
              <a:gd name="connsiteX108" fmla="*/ 514938 w 607336"/>
              <a:gd name="connsiteY108" fmla="*/ 184598 h 605919"/>
              <a:gd name="connsiteX109" fmla="*/ 526744 w 607336"/>
              <a:gd name="connsiteY109" fmla="*/ 191271 h 605919"/>
              <a:gd name="connsiteX110" fmla="*/ 549495 w 607336"/>
              <a:gd name="connsiteY110" fmla="*/ 236782 h 605919"/>
              <a:gd name="connsiteX111" fmla="*/ 594160 w 607336"/>
              <a:gd name="connsiteY111" fmla="*/ 236782 h 605919"/>
              <a:gd name="connsiteX112" fmla="*/ 606325 w 607336"/>
              <a:gd name="connsiteY112" fmla="*/ 244938 h 605919"/>
              <a:gd name="connsiteX113" fmla="*/ 603539 w 607336"/>
              <a:gd name="connsiteY113" fmla="*/ 259305 h 605919"/>
              <a:gd name="connsiteX114" fmla="*/ 568902 w 607336"/>
              <a:gd name="connsiteY114" fmla="*/ 293878 h 605919"/>
              <a:gd name="connsiteX115" fmla="*/ 580696 w 607336"/>
              <a:gd name="connsiteY115" fmla="*/ 352828 h 605919"/>
              <a:gd name="connsiteX116" fmla="*/ 574753 w 607336"/>
              <a:gd name="connsiteY116" fmla="*/ 366546 h 605919"/>
              <a:gd name="connsiteX117" fmla="*/ 567788 w 607336"/>
              <a:gd name="connsiteY117" fmla="*/ 368585 h 605919"/>
              <a:gd name="connsiteX118" fmla="*/ 559802 w 607336"/>
              <a:gd name="connsiteY118" fmla="*/ 365990 h 605919"/>
              <a:gd name="connsiteX119" fmla="*/ 514950 w 607336"/>
              <a:gd name="connsiteY119" fmla="*/ 332344 h 605919"/>
              <a:gd name="connsiteX120" fmla="*/ 470006 w 607336"/>
              <a:gd name="connsiteY120" fmla="*/ 365990 h 605919"/>
              <a:gd name="connsiteX121" fmla="*/ 455055 w 607336"/>
              <a:gd name="connsiteY121" fmla="*/ 366546 h 605919"/>
              <a:gd name="connsiteX122" fmla="*/ 449205 w 607336"/>
              <a:gd name="connsiteY122" fmla="*/ 352828 h 605919"/>
              <a:gd name="connsiteX123" fmla="*/ 460999 w 607336"/>
              <a:gd name="connsiteY123" fmla="*/ 293878 h 605919"/>
              <a:gd name="connsiteX124" fmla="*/ 426362 w 607336"/>
              <a:gd name="connsiteY124" fmla="*/ 259305 h 605919"/>
              <a:gd name="connsiteX125" fmla="*/ 423483 w 607336"/>
              <a:gd name="connsiteY125" fmla="*/ 244938 h 605919"/>
              <a:gd name="connsiteX126" fmla="*/ 435648 w 607336"/>
              <a:gd name="connsiteY126" fmla="*/ 236782 h 605919"/>
              <a:gd name="connsiteX127" fmla="*/ 480313 w 607336"/>
              <a:gd name="connsiteY127" fmla="*/ 236782 h 605919"/>
              <a:gd name="connsiteX128" fmla="*/ 503064 w 607336"/>
              <a:gd name="connsiteY128" fmla="*/ 191271 h 605919"/>
              <a:gd name="connsiteX129" fmla="*/ 514938 w 607336"/>
              <a:gd name="connsiteY129" fmla="*/ 184598 h 605919"/>
              <a:gd name="connsiteX130" fmla="*/ 92394 w 607336"/>
              <a:gd name="connsiteY130" fmla="*/ 184598 h 605919"/>
              <a:gd name="connsiteX131" fmla="*/ 104229 w 607336"/>
              <a:gd name="connsiteY131" fmla="*/ 191271 h 605919"/>
              <a:gd name="connsiteX132" fmla="*/ 126971 w 607336"/>
              <a:gd name="connsiteY132" fmla="*/ 236782 h 605919"/>
              <a:gd name="connsiteX133" fmla="*/ 171620 w 607336"/>
              <a:gd name="connsiteY133" fmla="*/ 236782 h 605919"/>
              <a:gd name="connsiteX134" fmla="*/ 183780 w 607336"/>
              <a:gd name="connsiteY134" fmla="*/ 244938 h 605919"/>
              <a:gd name="connsiteX135" fmla="*/ 180902 w 607336"/>
              <a:gd name="connsiteY135" fmla="*/ 259305 h 605919"/>
              <a:gd name="connsiteX136" fmla="*/ 146371 w 607336"/>
              <a:gd name="connsiteY136" fmla="*/ 293878 h 605919"/>
              <a:gd name="connsiteX137" fmla="*/ 158160 w 607336"/>
              <a:gd name="connsiteY137" fmla="*/ 352828 h 605919"/>
              <a:gd name="connsiteX138" fmla="*/ 152219 w 607336"/>
              <a:gd name="connsiteY138" fmla="*/ 366546 h 605919"/>
              <a:gd name="connsiteX139" fmla="*/ 145257 w 607336"/>
              <a:gd name="connsiteY139" fmla="*/ 368585 h 605919"/>
              <a:gd name="connsiteX140" fmla="*/ 137274 w 607336"/>
              <a:gd name="connsiteY140" fmla="*/ 365990 h 605919"/>
              <a:gd name="connsiteX141" fmla="*/ 92440 w 607336"/>
              <a:gd name="connsiteY141" fmla="*/ 332344 h 605919"/>
              <a:gd name="connsiteX142" fmla="*/ 47513 w 607336"/>
              <a:gd name="connsiteY142" fmla="*/ 365990 h 605919"/>
              <a:gd name="connsiteX143" fmla="*/ 32568 w 607336"/>
              <a:gd name="connsiteY143" fmla="*/ 366546 h 605919"/>
              <a:gd name="connsiteX144" fmla="*/ 26627 w 607336"/>
              <a:gd name="connsiteY144" fmla="*/ 352828 h 605919"/>
              <a:gd name="connsiteX145" fmla="*/ 38509 w 607336"/>
              <a:gd name="connsiteY145" fmla="*/ 293878 h 605919"/>
              <a:gd name="connsiteX146" fmla="*/ 3885 w 607336"/>
              <a:gd name="connsiteY146" fmla="*/ 259305 h 605919"/>
              <a:gd name="connsiteX147" fmla="*/ 1007 w 607336"/>
              <a:gd name="connsiteY147" fmla="*/ 244938 h 605919"/>
              <a:gd name="connsiteX148" fmla="*/ 13167 w 607336"/>
              <a:gd name="connsiteY148" fmla="*/ 236782 h 605919"/>
              <a:gd name="connsiteX149" fmla="*/ 57816 w 607336"/>
              <a:gd name="connsiteY149" fmla="*/ 236782 h 605919"/>
              <a:gd name="connsiteX150" fmla="*/ 80558 w 607336"/>
              <a:gd name="connsiteY150" fmla="*/ 191271 h 605919"/>
              <a:gd name="connsiteX151" fmla="*/ 92394 w 607336"/>
              <a:gd name="connsiteY151" fmla="*/ 184598 h 605919"/>
              <a:gd name="connsiteX152" fmla="*/ 303666 w 607336"/>
              <a:gd name="connsiteY152" fmla="*/ 42096 h 605919"/>
              <a:gd name="connsiteX153" fmla="*/ 289089 w 607336"/>
              <a:gd name="connsiteY153" fmla="*/ 71304 h 605919"/>
              <a:gd name="connsiteX154" fmla="*/ 277297 w 607336"/>
              <a:gd name="connsiteY154" fmla="*/ 78537 h 605919"/>
              <a:gd name="connsiteX155" fmla="*/ 256313 w 607336"/>
              <a:gd name="connsiteY155" fmla="*/ 78537 h 605919"/>
              <a:gd name="connsiteX156" fmla="*/ 273397 w 607336"/>
              <a:gd name="connsiteY156" fmla="*/ 95598 h 605919"/>
              <a:gd name="connsiteX157" fmla="*/ 277018 w 607336"/>
              <a:gd name="connsiteY157" fmla="*/ 107467 h 605919"/>
              <a:gd name="connsiteX158" fmla="*/ 270612 w 607336"/>
              <a:gd name="connsiteY158" fmla="*/ 139642 h 605919"/>
              <a:gd name="connsiteX159" fmla="*/ 295774 w 607336"/>
              <a:gd name="connsiteY159" fmla="*/ 120726 h 605919"/>
              <a:gd name="connsiteX160" fmla="*/ 303666 w 607336"/>
              <a:gd name="connsiteY160" fmla="*/ 118130 h 605919"/>
              <a:gd name="connsiteX161" fmla="*/ 311651 w 607336"/>
              <a:gd name="connsiteY161" fmla="*/ 120726 h 605919"/>
              <a:gd name="connsiteX162" fmla="*/ 336813 w 607336"/>
              <a:gd name="connsiteY162" fmla="*/ 139642 h 605919"/>
              <a:gd name="connsiteX163" fmla="*/ 330407 w 607336"/>
              <a:gd name="connsiteY163" fmla="*/ 107467 h 605919"/>
              <a:gd name="connsiteX164" fmla="*/ 333935 w 607336"/>
              <a:gd name="connsiteY164" fmla="*/ 95598 h 605919"/>
              <a:gd name="connsiteX165" fmla="*/ 351019 w 607336"/>
              <a:gd name="connsiteY165" fmla="*/ 78537 h 605919"/>
              <a:gd name="connsiteX166" fmla="*/ 330128 w 607336"/>
              <a:gd name="connsiteY166" fmla="*/ 78537 h 605919"/>
              <a:gd name="connsiteX167" fmla="*/ 318336 w 607336"/>
              <a:gd name="connsiteY167" fmla="*/ 71304 h 605919"/>
              <a:gd name="connsiteX168" fmla="*/ 303666 w 607336"/>
              <a:gd name="connsiteY168" fmla="*/ 0 h 605919"/>
              <a:gd name="connsiteX169" fmla="*/ 315458 w 607336"/>
              <a:gd name="connsiteY169" fmla="*/ 6676 h 605919"/>
              <a:gd name="connsiteX170" fmla="*/ 338206 w 607336"/>
              <a:gd name="connsiteY170" fmla="*/ 52203 h 605919"/>
              <a:gd name="connsiteX171" fmla="*/ 382866 w 607336"/>
              <a:gd name="connsiteY171" fmla="*/ 52203 h 605919"/>
              <a:gd name="connsiteX172" fmla="*/ 395122 w 607336"/>
              <a:gd name="connsiteY172" fmla="*/ 60363 h 605919"/>
              <a:gd name="connsiteX173" fmla="*/ 392244 w 607336"/>
              <a:gd name="connsiteY173" fmla="*/ 74735 h 605919"/>
              <a:gd name="connsiteX174" fmla="*/ 357611 w 607336"/>
              <a:gd name="connsiteY174" fmla="*/ 109229 h 605919"/>
              <a:gd name="connsiteX175" fmla="*/ 369403 w 607336"/>
              <a:gd name="connsiteY175" fmla="*/ 168294 h 605919"/>
              <a:gd name="connsiteX176" fmla="*/ 363461 w 607336"/>
              <a:gd name="connsiteY176" fmla="*/ 182017 h 605919"/>
              <a:gd name="connsiteX177" fmla="*/ 356497 w 607336"/>
              <a:gd name="connsiteY177" fmla="*/ 184057 h 605919"/>
              <a:gd name="connsiteX178" fmla="*/ 348605 w 607336"/>
              <a:gd name="connsiteY178" fmla="*/ 181368 h 605919"/>
              <a:gd name="connsiteX179" fmla="*/ 303666 w 607336"/>
              <a:gd name="connsiteY179" fmla="*/ 147802 h 605919"/>
              <a:gd name="connsiteX180" fmla="*/ 258820 w 607336"/>
              <a:gd name="connsiteY180" fmla="*/ 181368 h 605919"/>
              <a:gd name="connsiteX181" fmla="*/ 243871 w 607336"/>
              <a:gd name="connsiteY181" fmla="*/ 182017 h 605919"/>
              <a:gd name="connsiteX182" fmla="*/ 237929 w 607336"/>
              <a:gd name="connsiteY182" fmla="*/ 168294 h 605919"/>
              <a:gd name="connsiteX183" fmla="*/ 249721 w 607336"/>
              <a:gd name="connsiteY183" fmla="*/ 109229 h 605919"/>
              <a:gd name="connsiteX184" fmla="*/ 215088 w 607336"/>
              <a:gd name="connsiteY184" fmla="*/ 74735 h 605919"/>
              <a:gd name="connsiteX185" fmla="*/ 212210 w 607336"/>
              <a:gd name="connsiteY185" fmla="*/ 60363 h 605919"/>
              <a:gd name="connsiteX186" fmla="*/ 224466 w 607336"/>
              <a:gd name="connsiteY186" fmla="*/ 52203 h 605919"/>
              <a:gd name="connsiteX187" fmla="*/ 269126 w 607336"/>
              <a:gd name="connsiteY187" fmla="*/ 52203 h 605919"/>
              <a:gd name="connsiteX188" fmla="*/ 291874 w 607336"/>
              <a:gd name="connsiteY188" fmla="*/ 6676 h 605919"/>
              <a:gd name="connsiteX189" fmla="*/ 303666 w 607336"/>
              <a:gd name="connsiteY189" fmla="*/ 0 h 605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</a:cxnLst>
            <a:rect l="l" t="t" r="r" b="b"/>
            <a:pathLst>
              <a:path w="607336" h="605919">
                <a:moveTo>
                  <a:pt x="435684" y="463990"/>
                </a:moveTo>
                <a:lnTo>
                  <a:pt x="421104" y="493187"/>
                </a:lnTo>
                <a:cubicBezTo>
                  <a:pt x="418876" y="497637"/>
                  <a:pt x="414326" y="500417"/>
                  <a:pt x="409311" y="500417"/>
                </a:cubicBezTo>
                <a:lnTo>
                  <a:pt x="388325" y="500417"/>
                </a:lnTo>
                <a:lnTo>
                  <a:pt x="405411" y="517472"/>
                </a:lnTo>
                <a:cubicBezTo>
                  <a:pt x="408568" y="520623"/>
                  <a:pt x="409961" y="525072"/>
                  <a:pt x="409033" y="529429"/>
                </a:cubicBezTo>
                <a:lnTo>
                  <a:pt x="402625" y="561499"/>
                </a:lnTo>
                <a:lnTo>
                  <a:pt x="427790" y="542591"/>
                </a:lnTo>
                <a:cubicBezTo>
                  <a:pt x="430112" y="540830"/>
                  <a:pt x="432991" y="539995"/>
                  <a:pt x="435684" y="539995"/>
                </a:cubicBezTo>
                <a:cubicBezTo>
                  <a:pt x="438469" y="539995"/>
                  <a:pt x="441255" y="540830"/>
                  <a:pt x="443670" y="542591"/>
                </a:cubicBezTo>
                <a:lnTo>
                  <a:pt x="468835" y="561499"/>
                </a:lnTo>
                <a:lnTo>
                  <a:pt x="462427" y="529429"/>
                </a:lnTo>
                <a:cubicBezTo>
                  <a:pt x="461499" y="525072"/>
                  <a:pt x="462892" y="520623"/>
                  <a:pt x="466049" y="517472"/>
                </a:cubicBezTo>
                <a:lnTo>
                  <a:pt x="483042" y="500417"/>
                </a:lnTo>
                <a:lnTo>
                  <a:pt x="462149" y="500417"/>
                </a:lnTo>
                <a:cubicBezTo>
                  <a:pt x="457134" y="500417"/>
                  <a:pt x="452584" y="497637"/>
                  <a:pt x="450356" y="493187"/>
                </a:cubicBezTo>
                <a:close/>
                <a:moveTo>
                  <a:pt x="171614" y="463990"/>
                </a:moveTo>
                <a:lnTo>
                  <a:pt x="157040" y="493187"/>
                </a:lnTo>
                <a:cubicBezTo>
                  <a:pt x="154813" y="497637"/>
                  <a:pt x="150171" y="500417"/>
                  <a:pt x="145252" y="500417"/>
                </a:cubicBezTo>
                <a:lnTo>
                  <a:pt x="124273" y="500417"/>
                </a:lnTo>
                <a:lnTo>
                  <a:pt x="141353" y="517472"/>
                </a:lnTo>
                <a:cubicBezTo>
                  <a:pt x="144416" y="520623"/>
                  <a:pt x="145809" y="525072"/>
                  <a:pt x="144973" y="529429"/>
                </a:cubicBezTo>
                <a:lnTo>
                  <a:pt x="138568" y="561499"/>
                </a:lnTo>
                <a:lnTo>
                  <a:pt x="163724" y="542591"/>
                </a:lnTo>
                <a:cubicBezTo>
                  <a:pt x="166044" y="540830"/>
                  <a:pt x="168829" y="539995"/>
                  <a:pt x="171614" y="539995"/>
                </a:cubicBezTo>
                <a:cubicBezTo>
                  <a:pt x="174399" y="539995"/>
                  <a:pt x="177183" y="540830"/>
                  <a:pt x="179504" y="542591"/>
                </a:cubicBezTo>
                <a:lnTo>
                  <a:pt x="204660" y="561499"/>
                </a:lnTo>
                <a:lnTo>
                  <a:pt x="198255" y="529429"/>
                </a:lnTo>
                <a:cubicBezTo>
                  <a:pt x="197419" y="525072"/>
                  <a:pt x="198812" y="520623"/>
                  <a:pt x="201875" y="517472"/>
                </a:cubicBezTo>
                <a:lnTo>
                  <a:pt x="218955" y="500417"/>
                </a:lnTo>
                <a:lnTo>
                  <a:pt x="197976" y="500417"/>
                </a:lnTo>
                <a:cubicBezTo>
                  <a:pt x="193057" y="500417"/>
                  <a:pt x="188415" y="497637"/>
                  <a:pt x="186187" y="493187"/>
                </a:cubicBezTo>
                <a:close/>
                <a:moveTo>
                  <a:pt x="435695" y="421910"/>
                </a:moveTo>
                <a:cubicBezTo>
                  <a:pt x="440490" y="421910"/>
                  <a:pt x="445295" y="424134"/>
                  <a:pt x="447570" y="428583"/>
                </a:cubicBezTo>
                <a:lnTo>
                  <a:pt x="470321" y="474094"/>
                </a:lnTo>
                <a:lnTo>
                  <a:pt x="514986" y="474094"/>
                </a:lnTo>
                <a:cubicBezTo>
                  <a:pt x="520279" y="474094"/>
                  <a:pt x="525108" y="477245"/>
                  <a:pt x="527151" y="482250"/>
                </a:cubicBezTo>
                <a:cubicBezTo>
                  <a:pt x="529194" y="487163"/>
                  <a:pt x="528080" y="492817"/>
                  <a:pt x="524272" y="496617"/>
                </a:cubicBezTo>
                <a:lnTo>
                  <a:pt x="489635" y="531190"/>
                </a:lnTo>
                <a:lnTo>
                  <a:pt x="501429" y="590140"/>
                </a:lnTo>
                <a:cubicBezTo>
                  <a:pt x="502543" y="595516"/>
                  <a:pt x="500222" y="600985"/>
                  <a:pt x="495579" y="603858"/>
                </a:cubicBezTo>
                <a:cubicBezTo>
                  <a:pt x="493443" y="605248"/>
                  <a:pt x="491028" y="605897"/>
                  <a:pt x="488521" y="605897"/>
                </a:cubicBezTo>
                <a:cubicBezTo>
                  <a:pt x="485735" y="605897"/>
                  <a:pt x="482950" y="604970"/>
                  <a:pt x="480628" y="603302"/>
                </a:cubicBezTo>
                <a:lnTo>
                  <a:pt x="435684" y="569656"/>
                </a:lnTo>
                <a:lnTo>
                  <a:pt x="390832" y="603302"/>
                </a:lnTo>
                <a:cubicBezTo>
                  <a:pt x="386375" y="606546"/>
                  <a:pt x="380524" y="606824"/>
                  <a:pt x="375881" y="603858"/>
                </a:cubicBezTo>
                <a:cubicBezTo>
                  <a:pt x="371238" y="600985"/>
                  <a:pt x="368917" y="595516"/>
                  <a:pt x="369938" y="590140"/>
                </a:cubicBezTo>
                <a:lnTo>
                  <a:pt x="381732" y="531190"/>
                </a:lnTo>
                <a:lnTo>
                  <a:pt x="347095" y="496617"/>
                </a:lnTo>
                <a:cubicBezTo>
                  <a:pt x="343380" y="492817"/>
                  <a:pt x="342266" y="487163"/>
                  <a:pt x="344309" y="482250"/>
                </a:cubicBezTo>
                <a:cubicBezTo>
                  <a:pt x="346352" y="477245"/>
                  <a:pt x="351181" y="474094"/>
                  <a:pt x="356474" y="474094"/>
                </a:cubicBezTo>
                <a:lnTo>
                  <a:pt x="401139" y="474094"/>
                </a:lnTo>
                <a:lnTo>
                  <a:pt x="423890" y="428583"/>
                </a:lnTo>
                <a:cubicBezTo>
                  <a:pt x="426119" y="424134"/>
                  <a:pt x="430901" y="421910"/>
                  <a:pt x="435695" y="421910"/>
                </a:cubicBezTo>
                <a:close/>
                <a:moveTo>
                  <a:pt x="171614" y="421910"/>
                </a:moveTo>
                <a:cubicBezTo>
                  <a:pt x="176395" y="421910"/>
                  <a:pt x="181175" y="424134"/>
                  <a:pt x="183403" y="428583"/>
                </a:cubicBezTo>
                <a:lnTo>
                  <a:pt x="206145" y="474094"/>
                </a:lnTo>
                <a:lnTo>
                  <a:pt x="250794" y="474094"/>
                </a:lnTo>
                <a:cubicBezTo>
                  <a:pt x="256178" y="474094"/>
                  <a:pt x="261005" y="477245"/>
                  <a:pt x="262954" y="482250"/>
                </a:cubicBezTo>
                <a:cubicBezTo>
                  <a:pt x="264996" y="487163"/>
                  <a:pt x="263882" y="492817"/>
                  <a:pt x="260169" y="496617"/>
                </a:cubicBezTo>
                <a:lnTo>
                  <a:pt x="225545" y="531190"/>
                </a:lnTo>
                <a:lnTo>
                  <a:pt x="237334" y="590140"/>
                </a:lnTo>
                <a:cubicBezTo>
                  <a:pt x="238448" y="595516"/>
                  <a:pt x="236035" y="600985"/>
                  <a:pt x="231393" y="603858"/>
                </a:cubicBezTo>
                <a:cubicBezTo>
                  <a:pt x="229351" y="605248"/>
                  <a:pt x="226845" y="605897"/>
                  <a:pt x="224431" y="605897"/>
                </a:cubicBezTo>
                <a:cubicBezTo>
                  <a:pt x="221647" y="605897"/>
                  <a:pt x="218862" y="604970"/>
                  <a:pt x="216541" y="603302"/>
                </a:cubicBezTo>
                <a:lnTo>
                  <a:pt x="171614" y="569656"/>
                </a:lnTo>
                <a:lnTo>
                  <a:pt x="126687" y="603302"/>
                </a:lnTo>
                <a:cubicBezTo>
                  <a:pt x="122324" y="606546"/>
                  <a:pt x="116383" y="606824"/>
                  <a:pt x="111742" y="603858"/>
                </a:cubicBezTo>
                <a:cubicBezTo>
                  <a:pt x="107100" y="600985"/>
                  <a:pt x="104780" y="595516"/>
                  <a:pt x="105894" y="590140"/>
                </a:cubicBezTo>
                <a:lnTo>
                  <a:pt x="117683" y="531190"/>
                </a:lnTo>
                <a:lnTo>
                  <a:pt x="83059" y="496617"/>
                </a:lnTo>
                <a:cubicBezTo>
                  <a:pt x="79253" y="492817"/>
                  <a:pt x="78139" y="487163"/>
                  <a:pt x="80181" y="482250"/>
                </a:cubicBezTo>
                <a:cubicBezTo>
                  <a:pt x="82223" y="477245"/>
                  <a:pt x="87050" y="474094"/>
                  <a:pt x="92434" y="474094"/>
                </a:cubicBezTo>
                <a:lnTo>
                  <a:pt x="137083" y="474094"/>
                </a:lnTo>
                <a:lnTo>
                  <a:pt x="159825" y="428583"/>
                </a:lnTo>
                <a:cubicBezTo>
                  <a:pt x="162053" y="424134"/>
                  <a:pt x="166834" y="421910"/>
                  <a:pt x="171614" y="421910"/>
                </a:cubicBezTo>
                <a:close/>
                <a:moveTo>
                  <a:pt x="514950" y="226678"/>
                </a:moveTo>
                <a:lnTo>
                  <a:pt x="500278" y="255875"/>
                </a:lnTo>
                <a:cubicBezTo>
                  <a:pt x="498050" y="260325"/>
                  <a:pt x="493500" y="263105"/>
                  <a:pt x="488485" y="263105"/>
                </a:cubicBezTo>
                <a:lnTo>
                  <a:pt x="467592" y="263105"/>
                </a:lnTo>
                <a:lnTo>
                  <a:pt x="484678" y="280160"/>
                </a:lnTo>
                <a:cubicBezTo>
                  <a:pt x="487742" y="283311"/>
                  <a:pt x="489135" y="287760"/>
                  <a:pt x="488207" y="292117"/>
                </a:cubicBezTo>
                <a:lnTo>
                  <a:pt x="481799" y="324187"/>
                </a:lnTo>
                <a:lnTo>
                  <a:pt x="506964" y="305279"/>
                </a:lnTo>
                <a:cubicBezTo>
                  <a:pt x="509379" y="303518"/>
                  <a:pt x="512165" y="302683"/>
                  <a:pt x="514950" y="302683"/>
                </a:cubicBezTo>
                <a:cubicBezTo>
                  <a:pt x="517736" y="302683"/>
                  <a:pt x="520522" y="303518"/>
                  <a:pt x="522844" y="305279"/>
                </a:cubicBezTo>
                <a:lnTo>
                  <a:pt x="548009" y="324187"/>
                </a:lnTo>
                <a:lnTo>
                  <a:pt x="541601" y="292117"/>
                </a:lnTo>
                <a:cubicBezTo>
                  <a:pt x="540766" y="287760"/>
                  <a:pt x="542066" y="283311"/>
                  <a:pt x="545223" y="280160"/>
                </a:cubicBezTo>
                <a:lnTo>
                  <a:pt x="562309" y="263105"/>
                </a:lnTo>
                <a:lnTo>
                  <a:pt x="541323" y="263105"/>
                </a:lnTo>
                <a:cubicBezTo>
                  <a:pt x="536308" y="263105"/>
                  <a:pt x="531758" y="260325"/>
                  <a:pt x="529530" y="255875"/>
                </a:cubicBezTo>
                <a:close/>
                <a:moveTo>
                  <a:pt x="92440" y="226678"/>
                </a:moveTo>
                <a:lnTo>
                  <a:pt x="77774" y="255875"/>
                </a:lnTo>
                <a:cubicBezTo>
                  <a:pt x="75546" y="260325"/>
                  <a:pt x="70997" y="263105"/>
                  <a:pt x="65985" y="263105"/>
                </a:cubicBezTo>
                <a:lnTo>
                  <a:pt x="45099" y="263105"/>
                </a:lnTo>
                <a:lnTo>
                  <a:pt x="62086" y="280160"/>
                </a:lnTo>
                <a:cubicBezTo>
                  <a:pt x="65242" y="283219"/>
                  <a:pt x="66635" y="287760"/>
                  <a:pt x="65706" y="292024"/>
                </a:cubicBezTo>
                <a:lnTo>
                  <a:pt x="59301" y="324187"/>
                </a:lnTo>
                <a:lnTo>
                  <a:pt x="84457" y="305279"/>
                </a:lnTo>
                <a:cubicBezTo>
                  <a:pt x="86870" y="303518"/>
                  <a:pt x="89655" y="302683"/>
                  <a:pt x="92440" y="302683"/>
                </a:cubicBezTo>
                <a:cubicBezTo>
                  <a:pt x="95225" y="302683"/>
                  <a:pt x="98009" y="303518"/>
                  <a:pt x="100330" y="305279"/>
                </a:cubicBezTo>
                <a:lnTo>
                  <a:pt x="125486" y="324187"/>
                </a:lnTo>
                <a:lnTo>
                  <a:pt x="119081" y="292117"/>
                </a:lnTo>
                <a:cubicBezTo>
                  <a:pt x="118245" y="287760"/>
                  <a:pt x="119545" y="283311"/>
                  <a:pt x="122701" y="280160"/>
                </a:cubicBezTo>
                <a:lnTo>
                  <a:pt x="139781" y="263105"/>
                </a:lnTo>
                <a:lnTo>
                  <a:pt x="118802" y="263105"/>
                </a:lnTo>
                <a:cubicBezTo>
                  <a:pt x="113790" y="263105"/>
                  <a:pt x="109241" y="260325"/>
                  <a:pt x="107013" y="255875"/>
                </a:cubicBezTo>
                <a:close/>
                <a:moveTo>
                  <a:pt x="514938" y="184598"/>
                </a:moveTo>
                <a:cubicBezTo>
                  <a:pt x="519732" y="184598"/>
                  <a:pt x="524515" y="186822"/>
                  <a:pt x="526744" y="191271"/>
                </a:cubicBezTo>
                <a:lnTo>
                  <a:pt x="549495" y="236782"/>
                </a:lnTo>
                <a:lnTo>
                  <a:pt x="594160" y="236782"/>
                </a:lnTo>
                <a:cubicBezTo>
                  <a:pt x="599453" y="236782"/>
                  <a:pt x="604282" y="239933"/>
                  <a:pt x="606325" y="244938"/>
                </a:cubicBezTo>
                <a:cubicBezTo>
                  <a:pt x="608368" y="249851"/>
                  <a:pt x="607254" y="255505"/>
                  <a:pt x="603539" y="259305"/>
                </a:cubicBezTo>
                <a:lnTo>
                  <a:pt x="568902" y="293878"/>
                </a:lnTo>
                <a:lnTo>
                  <a:pt x="580696" y="352828"/>
                </a:lnTo>
                <a:cubicBezTo>
                  <a:pt x="581717" y="358204"/>
                  <a:pt x="579396" y="363673"/>
                  <a:pt x="574753" y="366546"/>
                </a:cubicBezTo>
                <a:cubicBezTo>
                  <a:pt x="572617" y="367936"/>
                  <a:pt x="570202" y="368585"/>
                  <a:pt x="567788" y="368585"/>
                </a:cubicBezTo>
                <a:cubicBezTo>
                  <a:pt x="565002" y="368585"/>
                  <a:pt x="562216" y="367658"/>
                  <a:pt x="559802" y="365990"/>
                </a:cubicBezTo>
                <a:lnTo>
                  <a:pt x="514950" y="332344"/>
                </a:lnTo>
                <a:lnTo>
                  <a:pt x="470006" y="365990"/>
                </a:lnTo>
                <a:cubicBezTo>
                  <a:pt x="465642" y="369234"/>
                  <a:pt x="459698" y="369512"/>
                  <a:pt x="455055" y="366546"/>
                </a:cubicBezTo>
                <a:cubicBezTo>
                  <a:pt x="450412" y="363673"/>
                  <a:pt x="448091" y="358204"/>
                  <a:pt x="449205" y="352828"/>
                </a:cubicBezTo>
                <a:lnTo>
                  <a:pt x="460999" y="293878"/>
                </a:lnTo>
                <a:lnTo>
                  <a:pt x="426362" y="259305"/>
                </a:lnTo>
                <a:cubicBezTo>
                  <a:pt x="422554" y="255505"/>
                  <a:pt x="421440" y="249851"/>
                  <a:pt x="423483" y="244938"/>
                </a:cubicBezTo>
                <a:cubicBezTo>
                  <a:pt x="425526" y="239933"/>
                  <a:pt x="430355" y="236782"/>
                  <a:pt x="435648" y="236782"/>
                </a:cubicBezTo>
                <a:lnTo>
                  <a:pt x="480313" y="236782"/>
                </a:lnTo>
                <a:lnTo>
                  <a:pt x="503064" y="191271"/>
                </a:lnTo>
                <a:cubicBezTo>
                  <a:pt x="505339" y="186822"/>
                  <a:pt x="510145" y="184598"/>
                  <a:pt x="514938" y="184598"/>
                </a:cubicBezTo>
                <a:close/>
                <a:moveTo>
                  <a:pt x="92394" y="184598"/>
                </a:moveTo>
                <a:cubicBezTo>
                  <a:pt x="97174" y="184598"/>
                  <a:pt x="101955" y="186822"/>
                  <a:pt x="104229" y="191271"/>
                </a:cubicBezTo>
                <a:lnTo>
                  <a:pt x="126971" y="236782"/>
                </a:lnTo>
                <a:lnTo>
                  <a:pt x="171620" y="236782"/>
                </a:lnTo>
                <a:cubicBezTo>
                  <a:pt x="176911" y="236782"/>
                  <a:pt x="181738" y="239933"/>
                  <a:pt x="183780" y="244938"/>
                </a:cubicBezTo>
                <a:cubicBezTo>
                  <a:pt x="185822" y="249851"/>
                  <a:pt x="184708" y="255505"/>
                  <a:pt x="180902" y="259305"/>
                </a:cubicBezTo>
                <a:lnTo>
                  <a:pt x="146371" y="293878"/>
                </a:lnTo>
                <a:lnTo>
                  <a:pt x="158160" y="352828"/>
                </a:lnTo>
                <a:cubicBezTo>
                  <a:pt x="159181" y="358204"/>
                  <a:pt x="156861" y="363673"/>
                  <a:pt x="152219" y="366546"/>
                </a:cubicBezTo>
                <a:cubicBezTo>
                  <a:pt x="150084" y="367936"/>
                  <a:pt x="147671" y="368585"/>
                  <a:pt x="145257" y="368585"/>
                </a:cubicBezTo>
                <a:cubicBezTo>
                  <a:pt x="142473" y="368585"/>
                  <a:pt x="139688" y="367658"/>
                  <a:pt x="137274" y="365990"/>
                </a:cubicBezTo>
                <a:lnTo>
                  <a:pt x="92440" y="332344"/>
                </a:lnTo>
                <a:lnTo>
                  <a:pt x="47513" y="365990"/>
                </a:lnTo>
                <a:cubicBezTo>
                  <a:pt x="43150" y="369234"/>
                  <a:pt x="37209" y="369512"/>
                  <a:pt x="32568" y="366546"/>
                </a:cubicBezTo>
                <a:cubicBezTo>
                  <a:pt x="27926" y="363673"/>
                  <a:pt x="25606" y="358204"/>
                  <a:pt x="26627" y="352828"/>
                </a:cubicBezTo>
                <a:lnTo>
                  <a:pt x="38509" y="293878"/>
                </a:lnTo>
                <a:lnTo>
                  <a:pt x="3885" y="259305"/>
                </a:lnTo>
                <a:cubicBezTo>
                  <a:pt x="79" y="255505"/>
                  <a:pt x="-1035" y="249851"/>
                  <a:pt x="1007" y="244938"/>
                </a:cubicBezTo>
                <a:cubicBezTo>
                  <a:pt x="3049" y="239933"/>
                  <a:pt x="7876" y="236782"/>
                  <a:pt x="13167" y="236782"/>
                </a:cubicBezTo>
                <a:lnTo>
                  <a:pt x="57816" y="236782"/>
                </a:lnTo>
                <a:lnTo>
                  <a:pt x="80558" y="191271"/>
                </a:lnTo>
                <a:cubicBezTo>
                  <a:pt x="82833" y="186822"/>
                  <a:pt x="87613" y="184598"/>
                  <a:pt x="92394" y="184598"/>
                </a:cubicBezTo>
                <a:close/>
                <a:moveTo>
                  <a:pt x="303666" y="42096"/>
                </a:moveTo>
                <a:lnTo>
                  <a:pt x="289089" y="71304"/>
                </a:lnTo>
                <a:cubicBezTo>
                  <a:pt x="286860" y="75755"/>
                  <a:pt x="282311" y="78537"/>
                  <a:pt x="277297" y="78537"/>
                </a:cubicBezTo>
                <a:lnTo>
                  <a:pt x="256313" y="78537"/>
                </a:lnTo>
                <a:lnTo>
                  <a:pt x="273397" y="95598"/>
                </a:lnTo>
                <a:cubicBezTo>
                  <a:pt x="276554" y="98658"/>
                  <a:pt x="277854" y="103201"/>
                  <a:pt x="277018" y="107467"/>
                </a:cubicBezTo>
                <a:lnTo>
                  <a:pt x="270612" y="139642"/>
                </a:lnTo>
                <a:lnTo>
                  <a:pt x="295774" y="120726"/>
                </a:lnTo>
                <a:cubicBezTo>
                  <a:pt x="298095" y="118965"/>
                  <a:pt x="300881" y="118130"/>
                  <a:pt x="303666" y="118130"/>
                </a:cubicBezTo>
                <a:cubicBezTo>
                  <a:pt x="306451" y="118130"/>
                  <a:pt x="309237" y="118965"/>
                  <a:pt x="311651" y="120726"/>
                </a:cubicBezTo>
                <a:lnTo>
                  <a:pt x="336813" y="139642"/>
                </a:lnTo>
                <a:lnTo>
                  <a:pt x="330407" y="107467"/>
                </a:lnTo>
                <a:cubicBezTo>
                  <a:pt x="329478" y="103201"/>
                  <a:pt x="330871" y="98751"/>
                  <a:pt x="333935" y="95598"/>
                </a:cubicBezTo>
                <a:lnTo>
                  <a:pt x="351019" y="78537"/>
                </a:lnTo>
                <a:lnTo>
                  <a:pt x="330128" y="78537"/>
                </a:lnTo>
                <a:cubicBezTo>
                  <a:pt x="325114" y="78537"/>
                  <a:pt x="320565" y="75755"/>
                  <a:pt x="318336" y="71304"/>
                </a:cubicBezTo>
                <a:close/>
                <a:moveTo>
                  <a:pt x="303666" y="0"/>
                </a:moveTo>
                <a:cubicBezTo>
                  <a:pt x="308448" y="0"/>
                  <a:pt x="313229" y="2225"/>
                  <a:pt x="315458" y="6676"/>
                </a:cubicBezTo>
                <a:lnTo>
                  <a:pt x="338206" y="52203"/>
                </a:lnTo>
                <a:lnTo>
                  <a:pt x="382866" y="52203"/>
                </a:lnTo>
                <a:cubicBezTo>
                  <a:pt x="388251" y="52203"/>
                  <a:pt x="393080" y="55356"/>
                  <a:pt x="395122" y="60363"/>
                </a:cubicBezTo>
                <a:cubicBezTo>
                  <a:pt x="397165" y="65277"/>
                  <a:pt x="395958" y="70933"/>
                  <a:pt x="392244" y="74735"/>
                </a:cubicBezTo>
                <a:lnTo>
                  <a:pt x="357611" y="109229"/>
                </a:lnTo>
                <a:lnTo>
                  <a:pt x="369403" y="168294"/>
                </a:lnTo>
                <a:cubicBezTo>
                  <a:pt x="370517" y="173579"/>
                  <a:pt x="368196" y="179143"/>
                  <a:pt x="363461" y="182017"/>
                </a:cubicBezTo>
                <a:cubicBezTo>
                  <a:pt x="361418" y="183408"/>
                  <a:pt x="359004" y="184057"/>
                  <a:pt x="356497" y="184057"/>
                </a:cubicBezTo>
                <a:cubicBezTo>
                  <a:pt x="353712" y="184057"/>
                  <a:pt x="350926" y="183130"/>
                  <a:pt x="348605" y="181368"/>
                </a:cubicBezTo>
                <a:lnTo>
                  <a:pt x="303666" y="147802"/>
                </a:lnTo>
                <a:lnTo>
                  <a:pt x="258820" y="181368"/>
                </a:lnTo>
                <a:cubicBezTo>
                  <a:pt x="254363" y="184706"/>
                  <a:pt x="248514" y="184984"/>
                  <a:pt x="243871" y="182017"/>
                </a:cubicBezTo>
                <a:cubicBezTo>
                  <a:pt x="239229" y="179143"/>
                  <a:pt x="236815" y="173672"/>
                  <a:pt x="237929" y="168294"/>
                </a:cubicBezTo>
                <a:lnTo>
                  <a:pt x="249721" y="109229"/>
                </a:lnTo>
                <a:lnTo>
                  <a:pt x="215088" y="74735"/>
                </a:lnTo>
                <a:cubicBezTo>
                  <a:pt x="211374" y="70933"/>
                  <a:pt x="210167" y="65277"/>
                  <a:pt x="212210" y="60363"/>
                </a:cubicBezTo>
                <a:cubicBezTo>
                  <a:pt x="214345" y="55356"/>
                  <a:pt x="219081" y="52203"/>
                  <a:pt x="224466" y="52203"/>
                </a:cubicBezTo>
                <a:lnTo>
                  <a:pt x="269126" y="52203"/>
                </a:lnTo>
                <a:lnTo>
                  <a:pt x="291874" y="6676"/>
                </a:lnTo>
                <a:cubicBezTo>
                  <a:pt x="294103" y="2225"/>
                  <a:pt x="298884" y="0"/>
                  <a:pt x="303666" y="0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 2.0 95 ExtraBold"/>
              <a:cs typeface="+mn-cs"/>
            </a:endParaRPr>
          </a:p>
        </p:txBody>
      </p:sp>
      <p:sp>
        <p:nvSpPr>
          <p:cNvPr id="2" name="PA-任意多边形 68">
            <a:extLst>
              <a:ext uri="{FF2B5EF4-FFF2-40B4-BE49-F238E27FC236}">
                <a16:creationId xmlns:a16="http://schemas.microsoft.com/office/drawing/2014/main" id="{C1311319-85AE-139E-CBCF-1407C3671DE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1731" y="691237"/>
            <a:ext cx="1526121" cy="6524168"/>
          </a:xfrm>
          <a:custGeom>
            <a:avLst/>
            <a:gdLst>
              <a:gd name="connsiteX0" fmla="*/ 0 w 1526121"/>
              <a:gd name="connsiteY0" fmla="*/ 0 h 6524168"/>
              <a:gd name="connsiteX1" fmla="*/ 528344 w 1526121"/>
              <a:gd name="connsiteY1" fmla="*/ 0 h 6524168"/>
              <a:gd name="connsiteX2" fmla="*/ 558912 w 1526121"/>
              <a:gd name="connsiteY2" fmla="*/ 22043 h 6524168"/>
              <a:gd name="connsiteX3" fmla="*/ 792810 w 1526121"/>
              <a:gd name="connsiteY3" fmla="*/ 279332 h 6524168"/>
              <a:gd name="connsiteX4" fmla="*/ 872724 w 1526121"/>
              <a:gd name="connsiteY4" fmla="*/ 314683 h 6524168"/>
              <a:gd name="connsiteX5" fmla="*/ 1526121 w 1526121"/>
              <a:gd name="connsiteY5" fmla="*/ 314683 h 6524168"/>
              <a:gd name="connsiteX6" fmla="*/ 1526121 w 1526121"/>
              <a:gd name="connsiteY6" fmla="*/ 6524168 h 6524168"/>
              <a:gd name="connsiteX7" fmla="*/ 0 w 1526121"/>
              <a:gd name="connsiteY7" fmla="*/ 6524168 h 652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6121" h="6524168">
                <a:moveTo>
                  <a:pt x="0" y="0"/>
                </a:moveTo>
                <a:lnTo>
                  <a:pt x="528344" y="0"/>
                </a:lnTo>
                <a:lnTo>
                  <a:pt x="558912" y="22043"/>
                </a:lnTo>
                <a:lnTo>
                  <a:pt x="792810" y="279332"/>
                </a:lnTo>
                <a:cubicBezTo>
                  <a:pt x="813282" y="301851"/>
                  <a:pt x="842291" y="314683"/>
                  <a:pt x="872724" y="314683"/>
                </a:cubicBezTo>
                <a:lnTo>
                  <a:pt x="1526121" y="314683"/>
                </a:lnTo>
                <a:lnTo>
                  <a:pt x="1526121" y="6524168"/>
                </a:lnTo>
                <a:lnTo>
                  <a:pt x="0" y="6524168"/>
                </a:lnTo>
                <a:close/>
              </a:path>
            </a:pathLst>
          </a:custGeom>
          <a:solidFill>
            <a:srgbClr val="082C06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 2.0 95 ExtraBold"/>
              <a:cs typeface="+mn-cs"/>
            </a:endParaRPr>
          </a:p>
        </p:txBody>
      </p:sp>
      <p:grpSp>
        <p:nvGrpSpPr>
          <p:cNvPr id="9" name="PA-组合 4">
            <a:extLst>
              <a:ext uri="{FF2B5EF4-FFF2-40B4-BE49-F238E27FC236}">
                <a16:creationId xmlns:a16="http://schemas.microsoft.com/office/drawing/2014/main" id="{EBBD4971-DD16-8BB6-34F5-067ED6B8D4CB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-54491" y="935045"/>
            <a:ext cx="1769963" cy="4244498"/>
            <a:chOff x="-21547" y="548758"/>
            <a:chExt cx="1769963" cy="4244498"/>
          </a:xfrm>
        </p:grpSpPr>
        <p:sp>
          <p:nvSpPr>
            <p:cNvPr id="10" name="PA-任意多边形 115">
              <a:extLst>
                <a:ext uri="{FF2B5EF4-FFF2-40B4-BE49-F238E27FC236}">
                  <a16:creationId xmlns:a16="http://schemas.microsoft.com/office/drawing/2014/main" id="{CF863742-4A8A-D9D4-DF59-59C4978B3D1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80107" y="913879"/>
              <a:ext cx="611547" cy="610850"/>
            </a:xfrm>
            <a:custGeom>
              <a:avLst/>
              <a:gdLst>
                <a:gd name="T0" fmla="*/ 10906 w 12797"/>
                <a:gd name="T1" fmla="*/ 1875 h 12781"/>
                <a:gd name="T2" fmla="*/ 6391 w 12797"/>
                <a:gd name="T3" fmla="*/ 0 h 12781"/>
                <a:gd name="T4" fmla="*/ 1875 w 12797"/>
                <a:gd name="T5" fmla="*/ 1875 h 12781"/>
                <a:gd name="T6" fmla="*/ 1234 w 12797"/>
                <a:gd name="T7" fmla="*/ 2625 h 12781"/>
                <a:gd name="T8" fmla="*/ 0 w 12797"/>
                <a:gd name="T9" fmla="*/ 6391 h 12781"/>
                <a:gd name="T10" fmla="*/ 1875 w 12797"/>
                <a:gd name="T11" fmla="*/ 10906 h 12781"/>
                <a:gd name="T12" fmla="*/ 6391 w 12797"/>
                <a:gd name="T13" fmla="*/ 12781 h 12781"/>
                <a:gd name="T14" fmla="*/ 10906 w 12797"/>
                <a:gd name="T15" fmla="*/ 10906 h 12781"/>
                <a:gd name="T16" fmla="*/ 12781 w 12797"/>
                <a:gd name="T17" fmla="*/ 6391 h 12781"/>
                <a:gd name="T18" fmla="*/ 11219 w 12797"/>
                <a:gd name="T19" fmla="*/ 9484 h 12781"/>
                <a:gd name="T20" fmla="*/ 9906 w 12797"/>
                <a:gd name="T21" fmla="*/ 6719 h 12781"/>
                <a:gd name="T22" fmla="*/ 11219 w 12797"/>
                <a:gd name="T23" fmla="*/ 9484 h 12781"/>
                <a:gd name="T24" fmla="*/ 2891 w 12797"/>
                <a:gd name="T25" fmla="*/ 6734 h 12781"/>
                <a:gd name="T26" fmla="*/ 1578 w 12797"/>
                <a:gd name="T27" fmla="*/ 9500 h 12781"/>
                <a:gd name="T28" fmla="*/ 1609 w 12797"/>
                <a:gd name="T29" fmla="*/ 3250 h 12781"/>
                <a:gd name="T30" fmla="*/ 2891 w 12797"/>
                <a:gd name="T31" fmla="*/ 6063 h 12781"/>
                <a:gd name="T32" fmla="*/ 1609 w 12797"/>
                <a:gd name="T33" fmla="*/ 3250 h 12781"/>
                <a:gd name="T34" fmla="*/ 3563 w 12797"/>
                <a:gd name="T35" fmla="*/ 6063 h 12781"/>
                <a:gd name="T36" fmla="*/ 6063 w 12797"/>
                <a:gd name="T37" fmla="*/ 4203 h 12781"/>
                <a:gd name="T38" fmla="*/ 6063 w 12797"/>
                <a:gd name="T39" fmla="*/ 6734 h 12781"/>
                <a:gd name="T40" fmla="*/ 3813 w 12797"/>
                <a:gd name="T41" fmla="*/ 8750 h 12781"/>
                <a:gd name="T42" fmla="*/ 6063 w 12797"/>
                <a:gd name="T43" fmla="*/ 6734 h 12781"/>
                <a:gd name="T44" fmla="*/ 9234 w 12797"/>
                <a:gd name="T45" fmla="*/ 6734 h 12781"/>
                <a:gd name="T46" fmla="*/ 6734 w 12797"/>
                <a:gd name="T47" fmla="*/ 8516 h 12781"/>
                <a:gd name="T48" fmla="*/ 6734 w 12797"/>
                <a:gd name="T49" fmla="*/ 6063 h 12781"/>
                <a:gd name="T50" fmla="*/ 8969 w 12797"/>
                <a:gd name="T51" fmla="*/ 3969 h 12781"/>
                <a:gd name="T52" fmla="*/ 6734 w 12797"/>
                <a:gd name="T53" fmla="*/ 6063 h 12781"/>
                <a:gd name="T54" fmla="*/ 6734 w 12797"/>
                <a:gd name="T55" fmla="*/ 719 h 12781"/>
                <a:gd name="T56" fmla="*/ 8344 w 12797"/>
                <a:gd name="T57" fmla="*/ 2266 h 12781"/>
                <a:gd name="T58" fmla="*/ 6734 w 12797"/>
                <a:gd name="T59" fmla="*/ 3531 h 12781"/>
                <a:gd name="T60" fmla="*/ 6063 w 12797"/>
                <a:gd name="T61" fmla="*/ 719 h 12781"/>
                <a:gd name="T62" fmla="*/ 4016 w 12797"/>
                <a:gd name="T63" fmla="*/ 3313 h 12781"/>
                <a:gd name="T64" fmla="*/ 5375 w 12797"/>
                <a:gd name="T65" fmla="*/ 1078 h 12781"/>
                <a:gd name="T66" fmla="*/ 6063 w 12797"/>
                <a:gd name="T67" fmla="*/ 12078 h 12781"/>
                <a:gd name="T68" fmla="*/ 4453 w 12797"/>
                <a:gd name="T69" fmla="*/ 10531 h 12781"/>
                <a:gd name="T70" fmla="*/ 6063 w 12797"/>
                <a:gd name="T71" fmla="*/ 9188 h 12781"/>
                <a:gd name="T72" fmla="*/ 6734 w 12797"/>
                <a:gd name="T73" fmla="*/ 12078 h 12781"/>
                <a:gd name="T74" fmla="*/ 8797 w 12797"/>
                <a:gd name="T75" fmla="*/ 9406 h 12781"/>
                <a:gd name="T76" fmla="*/ 7422 w 12797"/>
                <a:gd name="T77" fmla="*/ 11719 h 12781"/>
                <a:gd name="T78" fmla="*/ 9625 w 12797"/>
                <a:gd name="T79" fmla="*/ 3828 h 12781"/>
                <a:gd name="T80" fmla="*/ 12125 w 12797"/>
                <a:gd name="T81" fmla="*/ 6063 h 12781"/>
                <a:gd name="T82" fmla="*/ 10438 w 12797"/>
                <a:gd name="T83" fmla="*/ 2344 h 12781"/>
                <a:gd name="T84" fmla="*/ 9438 w 12797"/>
                <a:gd name="T85" fmla="*/ 3172 h 12781"/>
                <a:gd name="T86" fmla="*/ 8297 w 12797"/>
                <a:gd name="T87" fmla="*/ 1000 h 12781"/>
                <a:gd name="T88" fmla="*/ 4484 w 12797"/>
                <a:gd name="T89" fmla="*/ 1000 h 12781"/>
                <a:gd name="T90" fmla="*/ 3344 w 12797"/>
                <a:gd name="T91" fmla="*/ 3172 h 12781"/>
                <a:gd name="T92" fmla="*/ 2344 w 12797"/>
                <a:gd name="T93" fmla="*/ 2344 h 12781"/>
                <a:gd name="T94" fmla="*/ 2344 w 12797"/>
                <a:gd name="T95" fmla="*/ 10438 h 12781"/>
                <a:gd name="T96" fmla="*/ 3328 w 12797"/>
                <a:gd name="T97" fmla="*/ 9547 h 12781"/>
                <a:gd name="T98" fmla="*/ 4484 w 12797"/>
                <a:gd name="T99" fmla="*/ 11781 h 12781"/>
                <a:gd name="T100" fmla="*/ 8297 w 12797"/>
                <a:gd name="T101" fmla="*/ 11797 h 12781"/>
                <a:gd name="T102" fmla="*/ 9453 w 12797"/>
                <a:gd name="T103" fmla="*/ 9563 h 12781"/>
                <a:gd name="T104" fmla="*/ 10438 w 12797"/>
                <a:gd name="T105" fmla="*/ 10453 h 12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797" h="12781">
                  <a:moveTo>
                    <a:pt x="12281" y="3906"/>
                  </a:moveTo>
                  <a:cubicBezTo>
                    <a:pt x="11953" y="3141"/>
                    <a:pt x="11500" y="2453"/>
                    <a:pt x="10906" y="1875"/>
                  </a:cubicBezTo>
                  <a:cubicBezTo>
                    <a:pt x="10313" y="1281"/>
                    <a:pt x="9641" y="828"/>
                    <a:pt x="8875" y="500"/>
                  </a:cubicBezTo>
                  <a:cubicBezTo>
                    <a:pt x="8094" y="172"/>
                    <a:pt x="7266" y="0"/>
                    <a:pt x="6391" y="0"/>
                  </a:cubicBezTo>
                  <a:cubicBezTo>
                    <a:pt x="5531" y="0"/>
                    <a:pt x="4688" y="172"/>
                    <a:pt x="3906" y="500"/>
                  </a:cubicBezTo>
                  <a:cubicBezTo>
                    <a:pt x="3141" y="828"/>
                    <a:pt x="2453" y="1281"/>
                    <a:pt x="1875" y="1875"/>
                  </a:cubicBezTo>
                  <a:cubicBezTo>
                    <a:pt x="1641" y="2109"/>
                    <a:pt x="1438" y="2344"/>
                    <a:pt x="1250" y="2594"/>
                  </a:cubicBezTo>
                  <a:cubicBezTo>
                    <a:pt x="1250" y="2594"/>
                    <a:pt x="1234" y="2609"/>
                    <a:pt x="1234" y="2625"/>
                  </a:cubicBezTo>
                  <a:cubicBezTo>
                    <a:pt x="938" y="3016"/>
                    <a:pt x="703" y="3453"/>
                    <a:pt x="500" y="3906"/>
                  </a:cubicBezTo>
                  <a:cubicBezTo>
                    <a:pt x="172" y="4688"/>
                    <a:pt x="0" y="5531"/>
                    <a:pt x="0" y="6391"/>
                  </a:cubicBezTo>
                  <a:cubicBezTo>
                    <a:pt x="0" y="7250"/>
                    <a:pt x="172" y="8094"/>
                    <a:pt x="500" y="8875"/>
                  </a:cubicBezTo>
                  <a:cubicBezTo>
                    <a:pt x="828" y="9641"/>
                    <a:pt x="1281" y="10328"/>
                    <a:pt x="1875" y="10906"/>
                  </a:cubicBezTo>
                  <a:cubicBezTo>
                    <a:pt x="2469" y="11484"/>
                    <a:pt x="3141" y="11953"/>
                    <a:pt x="3906" y="12281"/>
                  </a:cubicBezTo>
                  <a:cubicBezTo>
                    <a:pt x="4688" y="12609"/>
                    <a:pt x="5531" y="12781"/>
                    <a:pt x="6391" y="12781"/>
                  </a:cubicBezTo>
                  <a:cubicBezTo>
                    <a:pt x="7250" y="12781"/>
                    <a:pt x="8094" y="12609"/>
                    <a:pt x="8875" y="12281"/>
                  </a:cubicBezTo>
                  <a:cubicBezTo>
                    <a:pt x="9641" y="11953"/>
                    <a:pt x="10328" y="11500"/>
                    <a:pt x="10906" y="10906"/>
                  </a:cubicBezTo>
                  <a:cubicBezTo>
                    <a:pt x="11500" y="10313"/>
                    <a:pt x="11953" y="9641"/>
                    <a:pt x="12281" y="8875"/>
                  </a:cubicBezTo>
                  <a:cubicBezTo>
                    <a:pt x="12609" y="8094"/>
                    <a:pt x="12781" y="7250"/>
                    <a:pt x="12781" y="6391"/>
                  </a:cubicBezTo>
                  <a:cubicBezTo>
                    <a:pt x="12797" y="5531"/>
                    <a:pt x="12625" y="4688"/>
                    <a:pt x="12281" y="3906"/>
                  </a:cubicBezTo>
                  <a:close/>
                  <a:moveTo>
                    <a:pt x="11219" y="9484"/>
                  </a:moveTo>
                  <a:cubicBezTo>
                    <a:pt x="10766" y="9250"/>
                    <a:pt x="10234" y="9047"/>
                    <a:pt x="9641" y="8891"/>
                  </a:cubicBezTo>
                  <a:cubicBezTo>
                    <a:pt x="9797" y="8203"/>
                    <a:pt x="9891" y="7469"/>
                    <a:pt x="9906" y="6719"/>
                  </a:cubicBezTo>
                  <a:lnTo>
                    <a:pt x="12109" y="6719"/>
                  </a:lnTo>
                  <a:cubicBezTo>
                    <a:pt x="12047" y="7719"/>
                    <a:pt x="11734" y="8672"/>
                    <a:pt x="11219" y="9484"/>
                  </a:cubicBezTo>
                  <a:close/>
                  <a:moveTo>
                    <a:pt x="688" y="6734"/>
                  </a:moveTo>
                  <a:lnTo>
                    <a:pt x="2891" y="6734"/>
                  </a:lnTo>
                  <a:cubicBezTo>
                    <a:pt x="2906" y="7484"/>
                    <a:pt x="3000" y="8219"/>
                    <a:pt x="3156" y="8906"/>
                  </a:cubicBezTo>
                  <a:cubicBezTo>
                    <a:pt x="2563" y="9063"/>
                    <a:pt x="2031" y="9266"/>
                    <a:pt x="1578" y="9500"/>
                  </a:cubicBezTo>
                  <a:cubicBezTo>
                    <a:pt x="1047" y="8672"/>
                    <a:pt x="734" y="7719"/>
                    <a:pt x="688" y="6734"/>
                  </a:cubicBezTo>
                  <a:close/>
                  <a:moveTo>
                    <a:pt x="1609" y="3250"/>
                  </a:moveTo>
                  <a:cubicBezTo>
                    <a:pt x="2063" y="3484"/>
                    <a:pt x="2578" y="3672"/>
                    <a:pt x="3172" y="3828"/>
                  </a:cubicBezTo>
                  <a:cubicBezTo>
                    <a:pt x="3000" y="4531"/>
                    <a:pt x="2906" y="5281"/>
                    <a:pt x="2891" y="6063"/>
                  </a:cubicBezTo>
                  <a:lnTo>
                    <a:pt x="688" y="6063"/>
                  </a:lnTo>
                  <a:cubicBezTo>
                    <a:pt x="734" y="5047"/>
                    <a:pt x="1063" y="4078"/>
                    <a:pt x="1609" y="3250"/>
                  </a:cubicBezTo>
                  <a:close/>
                  <a:moveTo>
                    <a:pt x="6063" y="6063"/>
                  </a:moveTo>
                  <a:lnTo>
                    <a:pt x="3563" y="6063"/>
                  </a:lnTo>
                  <a:cubicBezTo>
                    <a:pt x="3578" y="5328"/>
                    <a:pt x="3672" y="4625"/>
                    <a:pt x="3828" y="3969"/>
                  </a:cubicBezTo>
                  <a:cubicBezTo>
                    <a:pt x="4531" y="4109"/>
                    <a:pt x="5281" y="4188"/>
                    <a:pt x="6063" y="4203"/>
                  </a:cubicBezTo>
                  <a:lnTo>
                    <a:pt x="6063" y="6063"/>
                  </a:lnTo>
                  <a:close/>
                  <a:moveTo>
                    <a:pt x="6063" y="6734"/>
                  </a:moveTo>
                  <a:lnTo>
                    <a:pt x="6063" y="8516"/>
                  </a:lnTo>
                  <a:cubicBezTo>
                    <a:pt x="5281" y="8531"/>
                    <a:pt x="4531" y="8609"/>
                    <a:pt x="3813" y="8750"/>
                  </a:cubicBezTo>
                  <a:cubicBezTo>
                    <a:pt x="3672" y="8125"/>
                    <a:pt x="3578" y="7438"/>
                    <a:pt x="3563" y="6734"/>
                  </a:cubicBezTo>
                  <a:lnTo>
                    <a:pt x="6063" y="6734"/>
                  </a:lnTo>
                  <a:close/>
                  <a:moveTo>
                    <a:pt x="6734" y="6734"/>
                  </a:moveTo>
                  <a:lnTo>
                    <a:pt x="9234" y="6734"/>
                  </a:lnTo>
                  <a:cubicBezTo>
                    <a:pt x="9219" y="7438"/>
                    <a:pt x="9125" y="8125"/>
                    <a:pt x="8984" y="8750"/>
                  </a:cubicBezTo>
                  <a:cubicBezTo>
                    <a:pt x="8281" y="8609"/>
                    <a:pt x="7516" y="8531"/>
                    <a:pt x="6734" y="8516"/>
                  </a:cubicBezTo>
                  <a:lnTo>
                    <a:pt x="6734" y="6734"/>
                  </a:lnTo>
                  <a:close/>
                  <a:moveTo>
                    <a:pt x="6734" y="6063"/>
                  </a:moveTo>
                  <a:lnTo>
                    <a:pt x="6734" y="4203"/>
                  </a:lnTo>
                  <a:cubicBezTo>
                    <a:pt x="7516" y="4188"/>
                    <a:pt x="8266" y="4109"/>
                    <a:pt x="8969" y="3969"/>
                  </a:cubicBezTo>
                  <a:cubicBezTo>
                    <a:pt x="9125" y="4625"/>
                    <a:pt x="9219" y="5328"/>
                    <a:pt x="9234" y="6063"/>
                  </a:cubicBezTo>
                  <a:lnTo>
                    <a:pt x="6734" y="6063"/>
                  </a:lnTo>
                  <a:close/>
                  <a:moveTo>
                    <a:pt x="6734" y="3531"/>
                  </a:moveTo>
                  <a:lnTo>
                    <a:pt x="6734" y="719"/>
                  </a:lnTo>
                  <a:cubicBezTo>
                    <a:pt x="6969" y="781"/>
                    <a:pt x="7203" y="891"/>
                    <a:pt x="7422" y="1078"/>
                  </a:cubicBezTo>
                  <a:cubicBezTo>
                    <a:pt x="7766" y="1359"/>
                    <a:pt x="8078" y="1750"/>
                    <a:pt x="8344" y="2266"/>
                  </a:cubicBezTo>
                  <a:cubicBezTo>
                    <a:pt x="8516" y="2594"/>
                    <a:pt x="8656" y="2938"/>
                    <a:pt x="8781" y="3313"/>
                  </a:cubicBezTo>
                  <a:cubicBezTo>
                    <a:pt x="8141" y="3438"/>
                    <a:pt x="7453" y="3516"/>
                    <a:pt x="6734" y="3531"/>
                  </a:cubicBezTo>
                  <a:close/>
                  <a:moveTo>
                    <a:pt x="5375" y="1078"/>
                  </a:moveTo>
                  <a:cubicBezTo>
                    <a:pt x="5594" y="891"/>
                    <a:pt x="5828" y="781"/>
                    <a:pt x="6063" y="719"/>
                  </a:cubicBezTo>
                  <a:lnTo>
                    <a:pt x="6063" y="3531"/>
                  </a:lnTo>
                  <a:cubicBezTo>
                    <a:pt x="5344" y="3516"/>
                    <a:pt x="4656" y="3438"/>
                    <a:pt x="4016" y="3313"/>
                  </a:cubicBezTo>
                  <a:cubicBezTo>
                    <a:pt x="4141" y="2938"/>
                    <a:pt x="4281" y="2578"/>
                    <a:pt x="4453" y="2266"/>
                  </a:cubicBezTo>
                  <a:cubicBezTo>
                    <a:pt x="4719" y="1750"/>
                    <a:pt x="5031" y="1344"/>
                    <a:pt x="5375" y="1078"/>
                  </a:cubicBezTo>
                  <a:close/>
                  <a:moveTo>
                    <a:pt x="6063" y="9188"/>
                  </a:moveTo>
                  <a:lnTo>
                    <a:pt x="6063" y="12078"/>
                  </a:lnTo>
                  <a:cubicBezTo>
                    <a:pt x="5828" y="12016"/>
                    <a:pt x="5594" y="11906"/>
                    <a:pt x="5375" y="11719"/>
                  </a:cubicBezTo>
                  <a:cubicBezTo>
                    <a:pt x="5031" y="11438"/>
                    <a:pt x="4719" y="11047"/>
                    <a:pt x="4453" y="10531"/>
                  </a:cubicBezTo>
                  <a:cubicBezTo>
                    <a:pt x="4281" y="10188"/>
                    <a:pt x="4125" y="9813"/>
                    <a:pt x="4000" y="9406"/>
                  </a:cubicBezTo>
                  <a:cubicBezTo>
                    <a:pt x="4641" y="9281"/>
                    <a:pt x="5344" y="9203"/>
                    <a:pt x="6063" y="9188"/>
                  </a:cubicBezTo>
                  <a:close/>
                  <a:moveTo>
                    <a:pt x="7422" y="11719"/>
                  </a:moveTo>
                  <a:cubicBezTo>
                    <a:pt x="7203" y="11906"/>
                    <a:pt x="6969" y="12016"/>
                    <a:pt x="6734" y="12078"/>
                  </a:cubicBezTo>
                  <a:lnTo>
                    <a:pt x="6734" y="9188"/>
                  </a:lnTo>
                  <a:cubicBezTo>
                    <a:pt x="7453" y="9203"/>
                    <a:pt x="8156" y="9281"/>
                    <a:pt x="8797" y="9406"/>
                  </a:cubicBezTo>
                  <a:cubicBezTo>
                    <a:pt x="8672" y="9813"/>
                    <a:pt x="8516" y="10188"/>
                    <a:pt x="8344" y="10531"/>
                  </a:cubicBezTo>
                  <a:cubicBezTo>
                    <a:pt x="8078" y="11047"/>
                    <a:pt x="7766" y="11438"/>
                    <a:pt x="7422" y="11719"/>
                  </a:cubicBezTo>
                  <a:close/>
                  <a:moveTo>
                    <a:pt x="9906" y="6063"/>
                  </a:moveTo>
                  <a:cubicBezTo>
                    <a:pt x="9891" y="5281"/>
                    <a:pt x="9781" y="4531"/>
                    <a:pt x="9625" y="3828"/>
                  </a:cubicBezTo>
                  <a:cubicBezTo>
                    <a:pt x="10203" y="3672"/>
                    <a:pt x="10734" y="3484"/>
                    <a:pt x="11188" y="3250"/>
                  </a:cubicBezTo>
                  <a:cubicBezTo>
                    <a:pt x="11734" y="4078"/>
                    <a:pt x="12063" y="5047"/>
                    <a:pt x="12125" y="6063"/>
                  </a:cubicBezTo>
                  <a:lnTo>
                    <a:pt x="9906" y="6063"/>
                  </a:lnTo>
                  <a:close/>
                  <a:moveTo>
                    <a:pt x="10438" y="2344"/>
                  </a:moveTo>
                  <a:cubicBezTo>
                    <a:pt x="10547" y="2453"/>
                    <a:pt x="10656" y="2578"/>
                    <a:pt x="10766" y="2703"/>
                  </a:cubicBezTo>
                  <a:cubicBezTo>
                    <a:pt x="10375" y="2891"/>
                    <a:pt x="9938" y="3047"/>
                    <a:pt x="9438" y="3172"/>
                  </a:cubicBezTo>
                  <a:cubicBezTo>
                    <a:pt x="9297" y="2734"/>
                    <a:pt x="9125" y="2328"/>
                    <a:pt x="8938" y="1953"/>
                  </a:cubicBezTo>
                  <a:cubicBezTo>
                    <a:pt x="8750" y="1578"/>
                    <a:pt x="8531" y="1266"/>
                    <a:pt x="8297" y="1000"/>
                  </a:cubicBezTo>
                  <a:cubicBezTo>
                    <a:pt x="9094" y="1281"/>
                    <a:pt x="9828" y="1734"/>
                    <a:pt x="10438" y="2344"/>
                  </a:cubicBezTo>
                  <a:close/>
                  <a:moveTo>
                    <a:pt x="4484" y="1000"/>
                  </a:moveTo>
                  <a:cubicBezTo>
                    <a:pt x="4250" y="1266"/>
                    <a:pt x="4031" y="1594"/>
                    <a:pt x="3844" y="1953"/>
                  </a:cubicBezTo>
                  <a:cubicBezTo>
                    <a:pt x="3656" y="2328"/>
                    <a:pt x="3484" y="2734"/>
                    <a:pt x="3344" y="3172"/>
                  </a:cubicBezTo>
                  <a:cubicBezTo>
                    <a:pt x="2844" y="3047"/>
                    <a:pt x="2406" y="2891"/>
                    <a:pt x="2016" y="2703"/>
                  </a:cubicBezTo>
                  <a:cubicBezTo>
                    <a:pt x="2125" y="2578"/>
                    <a:pt x="2219" y="2469"/>
                    <a:pt x="2344" y="2344"/>
                  </a:cubicBezTo>
                  <a:cubicBezTo>
                    <a:pt x="2969" y="1734"/>
                    <a:pt x="3688" y="1281"/>
                    <a:pt x="4484" y="1000"/>
                  </a:cubicBezTo>
                  <a:close/>
                  <a:moveTo>
                    <a:pt x="2344" y="10438"/>
                  </a:moveTo>
                  <a:cubicBezTo>
                    <a:pt x="2219" y="10313"/>
                    <a:pt x="2094" y="10172"/>
                    <a:pt x="1984" y="10031"/>
                  </a:cubicBezTo>
                  <a:cubicBezTo>
                    <a:pt x="2375" y="9844"/>
                    <a:pt x="2828" y="9672"/>
                    <a:pt x="3328" y="9547"/>
                  </a:cubicBezTo>
                  <a:cubicBezTo>
                    <a:pt x="3469" y="10016"/>
                    <a:pt x="3641" y="10438"/>
                    <a:pt x="3844" y="10828"/>
                  </a:cubicBezTo>
                  <a:cubicBezTo>
                    <a:pt x="4031" y="11203"/>
                    <a:pt x="4250" y="11516"/>
                    <a:pt x="4484" y="11781"/>
                  </a:cubicBezTo>
                  <a:cubicBezTo>
                    <a:pt x="3688" y="11516"/>
                    <a:pt x="2969" y="11063"/>
                    <a:pt x="2344" y="10438"/>
                  </a:cubicBezTo>
                  <a:close/>
                  <a:moveTo>
                    <a:pt x="8297" y="11797"/>
                  </a:moveTo>
                  <a:cubicBezTo>
                    <a:pt x="8531" y="11531"/>
                    <a:pt x="8750" y="11203"/>
                    <a:pt x="8938" y="10844"/>
                  </a:cubicBezTo>
                  <a:cubicBezTo>
                    <a:pt x="9141" y="10453"/>
                    <a:pt x="9313" y="10016"/>
                    <a:pt x="9453" y="9563"/>
                  </a:cubicBezTo>
                  <a:cubicBezTo>
                    <a:pt x="9953" y="9688"/>
                    <a:pt x="10406" y="9859"/>
                    <a:pt x="10797" y="10047"/>
                  </a:cubicBezTo>
                  <a:cubicBezTo>
                    <a:pt x="10688" y="10188"/>
                    <a:pt x="10563" y="10313"/>
                    <a:pt x="10438" y="10453"/>
                  </a:cubicBezTo>
                  <a:cubicBezTo>
                    <a:pt x="9828" y="11063"/>
                    <a:pt x="9094" y="11516"/>
                    <a:pt x="8297" y="11797"/>
                  </a:cubicBezTo>
                  <a:close/>
                </a:path>
              </a:pathLst>
            </a:custGeom>
            <a:gradFill>
              <a:gsLst>
                <a:gs pos="21000">
                  <a:srgbClr val="36EAEE">
                    <a:alpha val="0"/>
                  </a:srgbClr>
                </a:gs>
                <a:gs pos="98000">
                  <a:schemeClr val="accent2">
                    <a:alpha val="40000"/>
                  </a:schemeClr>
                </a:gs>
              </a:gsLst>
              <a:lin ang="1674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cs typeface="+mn-cs"/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67D199A7-87E2-3280-686A-2AFF5384CDD9}"/>
                </a:ext>
              </a:extLst>
            </p:cNvPr>
            <p:cNvGrpSpPr/>
            <p:nvPr/>
          </p:nvGrpSpPr>
          <p:grpSpPr>
            <a:xfrm>
              <a:off x="43228" y="2341281"/>
              <a:ext cx="1642594" cy="2451975"/>
              <a:chOff x="43228" y="2263226"/>
              <a:chExt cx="1642594" cy="2451975"/>
            </a:xfrm>
          </p:grpSpPr>
          <p:sp>
            <p:nvSpPr>
              <p:cNvPr id="84" name="PA-文本框 75">
                <a:extLst>
                  <a:ext uri="{FF2B5EF4-FFF2-40B4-BE49-F238E27FC236}">
                    <a16:creationId xmlns:a16="http://schemas.microsoft.com/office/drawing/2014/main" id="{3054EBA5-12B1-AFCF-FE23-0F8B0D94B62B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6378" y="2263226"/>
                <a:ext cx="1561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4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接口测试</a:t>
                </a:r>
              </a:p>
            </p:txBody>
          </p:sp>
          <p:cxnSp>
            <p:nvCxnSpPr>
              <p:cNvPr id="85" name="PA-直接连接符 84">
                <a:extLst>
                  <a:ext uri="{FF2B5EF4-FFF2-40B4-BE49-F238E27FC236}">
                    <a16:creationId xmlns:a16="http://schemas.microsoft.com/office/drawing/2014/main" id="{5B22B1FD-1FC9-69AC-A7D8-3A47A2EE4C0D}"/>
                  </a:ext>
                </a:extLst>
              </p:cNvPr>
              <p:cNvCxnSpPr/>
              <p:nvPr>
                <p:custDataLst>
                  <p:tags r:id="rId11"/>
                </p:custDataLst>
              </p:nvPr>
            </p:nvCxnSpPr>
            <p:spPr>
              <a:xfrm>
                <a:off x="80963" y="2792797"/>
                <a:ext cx="1404000" cy="0"/>
              </a:xfrm>
              <a:prstGeom prst="line">
                <a:avLst/>
              </a:prstGeom>
              <a:ln w="381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PA-文本框 75">
                <a:extLst>
                  <a:ext uri="{FF2B5EF4-FFF2-40B4-BE49-F238E27FC236}">
                    <a16:creationId xmlns:a16="http://schemas.microsoft.com/office/drawing/2014/main" id="{6F0F0FFE-8AC7-BC59-E6C5-953CBFDEA697}"/>
                  </a:ext>
                </a:extLst>
              </p:cNvPr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04724" y="2978477"/>
                <a:ext cx="1404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功能测试</a:t>
                </a:r>
              </a:p>
            </p:txBody>
          </p:sp>
          <p:sp>
            <p:nvSpPr>
              <p:cNvPr id="87" name="PA-文本框 75">
                <a:extLst>
                  <a:ext uri="{FF2B5EF4-FFF2-40B4-BE49-F238E27FC236}">
                    <a16:creationId xmlns:a16="http://schemas.microsoft.com/office/drawing/2014/main" id="{BB4526BA-277B-EDA2-AD39-F548F24AB5EF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24129" y="3689305"/>
                <a:ext cx="1561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自动化测试</a:t>
                </a:r>
              </a:p>
            </p:txBody>
          </p:sp>
          <p:sp>
            <p:nvSpPr>
              <p:cNvPr id="88" name="PA-文本框 75">
                <a:extLst>
                  <a:ext uri="{FF2B5EF4-FFF2-40B4-BE49-F238E27FC236}">
                    <a16:creationId xmlns:a16="http://schemas.microsoft.com/office/drawing/2014/main" id="{51E64CFC-BEC7-7AF7-760A-A142AA7B028D}"/>
                  </a:ext>
                </a:extLst>
              </p:cNvPr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43228" y="4345869"/>
                <a:ext cx="1561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性能测试</a:t>
                </a:r>
              </a:p>
            </p:txBody>
          </p:sp>
        </p:grpSp>
        <p:cxnSp>
          <p:nvCxnSpPr>
            <p:cNvPr id="33" name="PA-直接连接符 85">
              <a:extLst>
                <a:ext uri="{FF2B5EF4-FFF2-40B4-BE49-F238E27FC236}">
                  <a16:creationId xmlns:a16="http://schemas.microsoft.com/office/drawing/2014/main" id="{B2EE7E25-6B29-48BC-EBAC-98E125DC4057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>
            <a:xfrm>
              <a:off x="80963" y="3651664"/>
              <a:ext cx="1404000" cy="0"/>
            </a:xfrm>
            <a:prstGeom prst="line">
              <a:avLst/>
            </a:prstGeom>
            <a:ln w="3810">
              <a:solidFill>
                <a:schemeClr val="bg1">
                  <a:lumMod val="85000"/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4501512B-CF1B-1BC2-5EC5-0DA13EBF3229}"/>
                </a:ext>
              </a:extLst>
            </p:cNvPr>
            <p:cNvGrpSpPr/>
            <p:nvPr/>
          </p:nvGrpSpPr>
          <p:grpSpPr>
            <a:xfrm>
              <a:off x="-21547" y="1538503"/>
              <a:ext cx="1769963" cy="540554"/>
              <a:chOff x="-21547" y="1538503"/>
              <a:chExt cx="1769963" cy="540554"/>
            </a:xfrm>
          </p:grpSpPr>
          <p:cxnSp>
            <p:nvCxnSpPr>
              <p:cNvPr id="67" name="PA-直接连接符 82">
                <a:extLst>
                  <a:ext uri="{FF2B5EF4-FFF2-40B4-BE49-F238E27FC236}">
                    <a16:creationId xmlns:a16="http://schemas.microsoft.com/office/drawing/2014/main" id="{F8C4FF8E-0584-D511-4FA1-3ADE953309CD}"/>
                  </a:ext>
                </a:extLst>
              </p:cNvPr>
              <p:cNvCxnSpPr/>
              <p:nvPr>
                <p:custDataLst>
                  <p:tags r:id="rId8"/>
                </p:custDataLst>
              </p:nvPr>
            </p:nvCxnSpPr>
            <p:spPr>
              <a:xfrm>
                <a:off x="80963" y="2079057"/>
                <a:ext cx="1404000" cy="0"/>
              </a:xfrm>
              <a:prstGeom prst="line">
                <a:avLst/>
              </a:prstGeom>
              <a:ln w="381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PA-文本框 74">
                <a:extLst>
                  <a:ext uri="{FF2B5EF4-FFF2-40B4-BE49-F238E27FC236}">
                    <a16:creationId xmlns:a16="http://schemas.microsoft.com/office/drawing/2014/main" id="{EC6FE3D6-ADA4-4668-14E1-E9CC01697F37}"/>
                  </a:ext>
                </a:extLst>
              </p:cNvPr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-21547" y="1538503"/>
                <a:ext cx="1769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单元测试</a:t>
                </a: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35D66815-F9FE-D3B1-6776-BCC8FC49050C}"/>
                </a:ext>
              </a:extLst>
            </p:cNvPr>
            <p:cNvGrpSpPr/>
            <p:nvPr/>
          </p:nvGrpSpPr>
          <p:grpSpPr>
            <a:xfrm>
              <a:off x="145863" y="548758"/>
              <a:ext cx="217266" cy="173743"/>
              <a:chOff x="850371" y="808754"/>
              <a:chExt cx="341379" cy="272993"/>
            </a:xfrm>
            <a:solidFill>
              <a:schemeClr val="bg1">
                <a:alpha val="90000"/>
              </a:schemeClr>
            </a:solidFill>
          </p:grpSpPr>
          <p:sp>
            <p:nvSpPr>
              <p:cNvPr id="64" name="PA-矩形 111">
                <a:extLst>
                  <a:ext uri="{FF2B5EF4-FFF2-40B4-BE49-F238E27FC236}">
                    <a16:creationId xmlns:a16="http://schemas.microsoft.com/office/drawing/2014/main" id="{AD76097F-75BD-F9C9-B018-7538E58F7DB4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850371" y="808754"/>
                <a:ext cx="341379" cy="452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65" name="PA-矩形 112">
                <a:extLst>
                  <a:ext uri="{FF2B5EF4-FFF2-40B4-BE49-F238E27FC236}">
                    <a16:creationId xmlns:a16="http://schemas.microsoft.com/office/drawing/2014/main" id="{99F66504-A0EC-57DE-0A59-95D801A8A831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850371" y="922624"/>
                <a:ext cx="341379" cy="452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66" name="PA-矩形 113">
                <a:extLst>
                  <a:ext uri="{FF2B5EF4-FFF2-40B4-BE49-F238E27FC236}">
                    <a16:creationId xmlns:a16="http://schemas.microsoft.com/office/drawing/2014/main" id="{92C4A1FB-6888-D52F-9C77-39AB693DA124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850371" y="1036495"/>
                <a:ext cx="341379" cy="452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</p:grpSp>
      <p:sp>
        <p:nvSpPr>
          <p:cNvPr id="34" name="设计师康帅作品禁止倒卖8">
            <a:extLst>
              <a:ext uri="{FF2B5EF4-FFF2-40B4-BE49-F238E27FC236}">
                <a16:creationId xmlns:a16="http://schemas.microsoft.com/office/drawing/2014/main" id="{0505DEBF-8122-8B7A-6D86-6B10C7560C3E}"/>
              </a:ext>
            </a:extLst>
          </p:cNvPr>
          <p:cNvSpPr txBox="1"/>
          <p:nvPr/>
        </p:nvSpPr>
        <p:spPr>
          <a:xfrm>
            <a:off x="1752131" y="1205550"/>
            <a:ext cx="27827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spc="100" dirty="0">
                <a:solidFill>
                  <a:srgbClr val="FFC000"/>
                </a:solidFill>
                <a:effectLst>
                  <a:glow rad="127000">
                    <a:schemeClr val="accent1">
                      <a:alpha val="38000"/>
                    </a:schemeClr>
                  </a:glo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</a:rPr>
              <a:t>测试用例</a:t>
            </a:r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96888EF7-7A52-AA59-9008-2648F167F6A7}"/>
              </a:ext>
            </a:extLst>
          </p:cNvPr>
          <p:cNvGrpSpPr/>
          <p:nvPr/>
        </p:nvGrpSpPr>
        <p:grpSpPr>
          <a:xfrm>
            <a:off x="1639773" y="1802403"/>
            <a:ext cx="5029197" cy="4940249"/>
            <a:chOff x="1854200" y="936925"/>
            <a:chExt cx="8483600" cy="4943176"/>
          </a:xfrm>
          <a:effectLst>
            <a:outerShdw blurRad="254000" algn="ctr" rotWithShape="0">
              <a:srgbClr val="FFFFFF">
                <a:alpha val="70000"/>
              </a:srgbClr>
            </a:outerShdw>
          </a:effectLst>
        </p:grpSpPr>
        <p:sp>
          <p:nvSpPr>
            <p:cNvPr id="75" name="直角三角形 74">
              <a:extLst>
                <a:ext uri="{FF2B5EF4-FFF2-40B4-BE49-F238E27FC236}">
                  <a16:creationId xmlns:a16="http://schemas.microsoft.com/office/drawing/2014/main" id="{300EA7A6-DC28-1CBD-0B7E-ECDFC0116DBD}"/>
                </a:ext>
              </a:extLst>
            </p:cNvPr>
            <p:cNvSpPr/>
            <p:nvPr/>
          </p:nvSpPr>
          <p:spPr>
            <a:xfrm rot="5400000">
              <a:off x="1854200" y="977900"/>
              <a:ext cx="144780" cy="144780"/>
            </a:xfrm>
            <a:prstGeom prst="rtTriangle">
              <a:avLst/>
            </a:prstGeom>
            <a:noFill/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76" name="任意多边形: 形状 75">
              <a:extLst>
                <a:ext uri="{FF2B5EF4-FFF2-40B4-BE49-F238E27FC236}">
                  <a16:creationId xmlns:a16="http://schemas.microsoft.com/office/drawing/2014/main" id="{8B569767-4F36-9693-78CB-3873557509F5}"/>
                </a:ext>
              </a:extLst>
            </p:cNvPr>
            <p:cNvSpPr/>
            <p:nvPr/>
          </p:nvSpPr>
          <p:spPr>
            <a:xfrm>
              <a:off x="1872789" y="936925"/>
              <a:ext cx="8463736" cy="4922249"/>
            </a:xfrm>
            <a:custGeom>
              <a:avLst/>
              <a:gdLst>
                <a:gd name="connsiteX0" fmla="*/ 240502 w 8483600"/>
                <a:gd name="connsiteY0" fmla="*/ 0 h 4902200"/>
                <a:gd name="connsiteX1" fmla="*/ 3708375 w 8483600"/>
                <a:gd name="connsiteY1" fmla="*/ 0 h 4902200"/>
                <a:gd name="connsiteX2" fmla="*/ 3759729 w 8483600"/>
                <a:gd name="connsiteY2" fmla="*/ 56516 h 4902200"/>
                <a:gd name="connsiteX3" fmla="*/ 4723873 w 8483600"/>
                <a:gd name="connsiteY3" fmla="*/ 56516 h 4902200"/>
                <a:gd name="connsiteX4" fmla="*/ 4775228 w 8483600"/>
                <a:gd name="connsiteY4" fmla="*/ 0 h 4902200"/>
                <a:gd name="connsiteX5" fmla="*/ 8243098 w 8483600"/>
                <a:gd name="connsiteY5" fmla="*/ 0 h 4902200"/>
                <a:gd name="connsiteX6" fmla="*/ 8483600 w 8483600"/>
                <a:gd name="connsiteY6" fmla="*/ 240502 h 4902200"/>
                <a:gd name="connsiteX7" fmla="*/ 8483600 w 8483600"/>
                <a:gd name="connsiteY7" fmla="*/ 2864087 h 4902200"/>
                <a:gd name="connsiteX8" fmla="*/ 8370316 w 8483600"/>
                <a:gd name="connsiteY8" fmla="*/ 2890519 h 4902200"/>
                <a:gd name="connsiteX9" fmla="*/ 8370316 w 8483600"/>
                <a:gd name="connsiteY9" fmla="*/ 3660141 h 4902200"/>
                <a:gd name="connsiteX10" fmla="*/ 8483600 w 8483600"/>
                <a:gd name="connsiteY10" fmla="*/ 3686574 h 4902200"/>
                <a:gd name="connsiteX11" fmla="*/ 8483600 w 8483600"/>
                <a:gd name="connsiteY11" fmla="*/ 4902200 h 4902200"/>
                <a:gd name="connsiteX12" fmla="*/ 5032306 w 8483600"/>
                <a:gd name="connsiteY12" fmla="*/ 4902200 h 4902200"/>
                <a:gd name="connsiteX13" fmla="*/ 4789076 w 8483600"/>
                <a:gd name="connsiteY13" fmla="*/ 4658970 h 4902200"/>
                <a:gd name="connsiteX14" fmla="*/ 3694527 w 8483600"/>
                <a:gd name="connsiteY14" fmla="*/ 4658970 h 4902200"/>
                <a:gd name="connsiteX15" fmla="*/ 3451297 w 8483600"/>
                <a:gd name="connsiteY15" fmla="*/ 4902200 h 4902200"/>
                <a:gd name="connsiteX16" fmla="*/ 0 w 8483600"/>
                <a:gd name="connsiteY16" fmla="*/ 4902200 h 4902200"/>
                <a:gd name="connsiteX17" fmla="*/ 0 w 8483600"/>
                <a:gd name="connsiteY17" fmla="*/ 2147334 h 4902200"/>
                <a:gd name="connsiteX18" fmla="*/ 113284 w 8483600"/>
                <a:gd name="connsiteY18" fmla="*/ 2120901 h 4902200"/>
                <a:gd name="connsiteX19" fmla="*/ 113284 w 8483600"/>
                <a:gd name="connsiteY19" fmla="*/ 1351279 h 4902200"/>
                <a:gd name="connsiteX20" fmla="*/ 0 w 8483600"/>
                <a:gd name="connsiteY20" fmla="*/ 1324847 h 4902200"/>
                <a:gd name="connsiteX21" fmla="*/ 0 w 8483600"/>
                <a:gd name="connsiteY21" fmla="*/ 240502 h 490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483600" h="4902200">
                  <a:moveTo>
                    <a:pt x="240502" y="0"/>
                  </a:moveTo>
                  <a:lnTo>
                    <a:pt x="3708375" y="0"/>
                  </a:lnTo>
                  <a:lnTo>
                    <a:pt x="3759729" y="56516"/>
                  </a:lnTo>
                  <a:lnTo>
                    <a:pt x="4723873" y="56516"/>
                  </a:lnTo>
                  <a:lnTo>
                    <a:pt x="4775228" y="0"/>
                  </a:lnTo>
                  <a:lnTo>
                    <a:pt x="8243098" y="0"/>
                  </a:lnTo>
                  <a:lnTo>
                    <a:pt x="8483600" y="240502"/>
                  </a:lnTo>
                  <a:lnTo>
                    <a:pt x="8483600" y="2864087"/>
                  </a:lnTo>
                  <a:lnTo>
                    <a:pt x="8370316" y="2890519"/>
                  </a:lnTo>
                  <a:lnTo>
                    <a:pt x="8370316" y="3660141"/>
                  </a:lnTo>
                  <a:lnTo>
                    <a:pt x="8483600" y="3686574"/>
                  </a:lnTo>
                  <a:lnTo>
                    <a:pt x="8483600" y="4902200"/>
                  </a:lnTo>
                  <a:lnTo>
                    <a:pt x="5032306" y="4902200"/>
                  </a:lnTo>
                  <a:lnTo>
                    <a:pt x="4789076" y="4658970"/>
                  </a:lnTo>
                  <a:lnTo>
                    <a:pt x="3694527" y="4658970"/>
                  </a:lnTo>
                  <a:lnTo>
                    <a:pt x="3451297" y="4902200"/>
                  </a:lnTo>
                  <a:lnTo>
                    <a:pt x="0" y="4902200"/>
                  </a:lnTo>
                  <a:lnTo>
                    <a:pt x="0" y="2147334"/>
                  </a:lnTo>
                  <a:lnTo>
                    <a:pt x="113284" y="2120901"/>
                  </a:lnTo>
                  <a:lnTo>
                    <a:pt x="113284" y="1351279"/>
                  </a:lnTo>
                  <a:lnTo>
                    <a:pt x="0" y="1324847"/>
                  </a:lnTo>
                  <a:lnTo>
                    <a:pt x="0" y="24050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6FFFF">
                    <a:alpha val="50000"/>
                  </a:srgbClr>
                </a:gs>
                <a:gs pos="48000">
                  <a:srgbClr val="FFFFFF">
                    <a:alpha val="10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77" name="直角三角形 76">
              <a:extLst>
                <a:ext uri="{FF2B5EF4-FFF2-40B4-BE49-F238E27FC236}">
                  <a16:creationId xmlns:a16="http://schemas.microsoft.com/office/drawing/2014/main" id="{516CB4A4-4BE4-9C3E-855E-B1CBAC796011}"/>
                </a:ext>
              </a:extLst>
            </p:cNvPr>
            <p:cNvSpPr/>
            <p:nvPr/>
          </p:nvSpPr>
          <p:spPr>
            <a:xfrm rot="16200000" flipH="1">
              <a:off x="10193020" y="977900"/>
              <a:ext cx="144780" cy="144780"/>
            </a:xfrm>
            <a:prstGeom prst="rtTriangle">
              <a:avLst/>
            </a:prstGeom>
            <a:noFill/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78" name="梯形 77">
              <a:extLst>
                <a:ext uri="{FF2B5EF4-FFF2-40B4-BE49-F238E27FC236}">
                  <a16:creationId xmlns:a16="http://schemas.microsoft.com/office/drawing/2014/main" id="{7B07260D-B288-26F7-B96C-7C0960437AB9}"/>
                </a:ext>
              </a:extLst>
            </p:cNvPr>
            <p:cNvSpPr/>
            <p:nvPr/>
          </p:nvSpPr>
          <p:spPr>
            <a:xfrm rot="5400000">
              <a:off x="1533703" y="2652874"/>
              <a:ext cx="732790" cy="74891"/>
            </a:xfrm>
            <a:prstGeom prst="trapezoid">
              <a:avLst>
                <a:gd name="adj" fmla="val 23332"/>
              </a:avLst>
            </a:pr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79" name="梯形 78">
              <a:extLst>
                <a:ext uri="{FF2B5EF4-FFF2-40B4-BE49-F238E27FC236}">
                  <a16:creationId xmlns:a16="http://schemas.microsoft.com/office/drawing/2014/main" id="{39D6431B-A64F-78D4-C1D2-54DEF6E603C2}"/>
                </a:ext>
              </a:extLst>
            </p:cNvPr>
            <p:cNvSpPr/>
            <p:nvPr/>
          </p:nvSpPr>
          <p:spPr>
            <a:xfrm rot="16200000" flipH="1">
              <a:off x="9937435" y="4217548"/>
              <a:ext cx="732790" cy="67940"/>
            </a:xfrm>
            <a:prstGeom prst="trapezoid">
              <a:avLst>
                <a:gd name="adj" fmla="val 23332"/>
              </a:avLst>
            </a:pr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80" name="任意多边形: 形状 79">
              <a:extLst>
                <a:ext uri="{FF2B5EF4-FFF2-40B4-BE49-F238E27FC236}">
                  <a16:creationId xmlns:a16="http://schemas.microsoft.com/office/drawing/2014/main" id="{21E23920-6522-B875-CA65-B8871497E1B2}"/>
                </a:ext>
              </a:extLst>
            </p:cNvPr>
            <p:cNvSpPr/>
            <p:nvPr/>
          </p:nvSpPr>
          <p:spPr>
            <a:xfrm>
              <a:off x="5374007" y="5680711"/>
              <a:ext cx="1443988" cy="199390"/>
            </a:xfrm>
            <a:custGeom>
              <a:avLst/>
              <a:gdLst>
                <a:gd name="connsiteX0" fmla="*/ 188346 w 1443988"/>
                <a:gd name="connsiteY0" fmla="*/ 0 h 199390"/>
                <a:gd name="connsiteX1" fmla="*/ 1255642 w 1443988"/>
                <a:gd name="connsiteY1" fmla="*/ 0 h 199390"/>
                <a:gd name="connsiteX2" fmla="*/ 1443988 w 1443988"/>
                <a:gd name="connsiteY2" fmla="*/ 199390 h 199390"/>
                <a:gd name="connsiteX3" fmla="*/ 1397375 w 1443988"/>
                <a:gd name="connsiteY3" fmla="*/ 199390 h 199390"/>
                <a:gd name="connsiteX4" fmla="*/ 1232782 w 1443988"/>
                <a:gd name="connsiteY4" fmla="*/ 25146 h 199390"/>
                <a:gd name="connsiteX5" fmla="*/ 211206 w 1443988"/>
                <a:gd name="connsiteY5" fmla="*/ 25146 h 199390"/>
                <a:gd name="connsiteX6" fmla="*/ 46613 w 1443988"/>
                <a:gd name="connsiteY6" fmla="*/ 199390 h 199390"/>
                <a:gd name="connsiteX7" fmla="*/ 0 w 1443988"/>
                <a:gd name="connsiteY7" fmla="*/ 199390 h 199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988" h="199390">
                  <a:moveTo>
                    <a:pt x="188346" y="0"/>
                  </a:moveTo>
                  <a:lnTo>
                    <a:pt x="1255642" y="0"/>
                  </a:lnTo>
                  <a:lnTo>
                    <a:pt x="1443988" y="199390"/>
                  </a:lnTo>
                  <a:lnTo>
                    <a:pt x="1397375" y="199390"/>
                  </a:lnTo>
                  <a:lnTo>
                    <a:pt x="1232782" y="25146"/>
                  </a:lnTo>
                  <a:lnTo>
                    <a:pt x="211206" y="25146"/>
                  </a:lnTo>
                  <a:lnTo>
                    <a:pt x="46613" y="199390"/>
                  </a:lnTo>
                  <a:lnTo>
                    <a:pt x="0" y="199390"/>
                  </a:lnTo>
                  <a:close/>
                </a:path>
              </a:pathLst>
            </a:cu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81" name="梯形 80">
              <a:extLst>
                <a:ext uri="{FF2B5EF4-FFF2-40B4-BE49-F238E27FC236}">
                  <a16:creationId xmlns:a16="http://schemas.microsoft.com/office/drawing/2014/main" id="{2A8D9EA4-852A-3FEF-ED26-381DFA394C57}"/>
                </a:ext>
              </a:extLst>
            </p:cNvPr>
            <p:cNvSpPr/>
            <p:nvPr/>
          </p:nvSpPr>
          <p:spPr>
            <a:xfrm>
              <a:off x="5505452" y="5760720"/>
              <a:ext cx="1181098" cy="119379"/>
            </a:xfrm>
            <a:prstGeom prst="trapezoid">
              <a:avLst>
                <a:gd name="adj" fmla="val 90868"/>
              </a:avLst>
            </a:prstGeom>
            <a:noFill/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83" name="半闭框 82">
              <a:extLst>
                <a:ext uri="{FF2B5EF4-FFF2-40B4-BE49-F238E27FC236}">
                  <a16:creationId xmlns:a16="http://schemas.microsoft.com/office/drawing/2014/main" id="{154B3413-52C9-CC73-ED7A-0B3AB8D24520}"/>
                </a:ext>
              </a:extLst>
            </p:cNvPr>
            <p:cNvSpPr/>
            <p:nvPr/>
          </p:nvSpPr>
          <p:spPr>
            <a:xfrm rot="16200000">
              <a:off x="1854200" y="5509261"/>
              <a:ext cx="370840" cy="370840"/>
            </a:xfrm>
            <a:prstGeom prst="halfFrame">
              <a:avLst>
                <a:gd name="adj1" fmla="val 12801"/>
                <a:gd name="adj2" fmla="val 12134"/>
              </a:avLst>
            </a:pr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89" name="半闭框 88">
              <a:extLst>
                <a:ext uri="{FF2B5EF4-FFF2-40B4-BE49-F238E27FC236}">
                  <a16:creationId xmlns:a16="http://schemas.microsoft.com/office/drawing/2014/main" id="{53F01FC8-9A0E-9431-4DBE-6C6759ABAEE0}"/>
                </a:ext>
              </a:extLst>
            </p:cNvPr>
            <p:cNvSpPr/>
            <p:nvPr/>
          </p:nvSpPr>
          <p:spPr>
            <a:xfrm rot="5400000" flipH="1">
              <a:off x="9966960" y="5509261"/>
              <a:ext cx="370840" cy="370840"/>
            </a:xfrm>
            <a:prstGeom prst="halfFrame">
              <a:avLst>
                <a:gd name="adj1" fmla="val 12801"/>
                <a:gd name="adj2" fmla="val 12134"/>
              </a:avLst>
            </a:pr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21A639D8-4E6F-CDB2-4DCE-400535EE8264}"/>
              </a:ext>
            </a:extLst>
          </p:cNvPr>
          <p:cNvGrpSpPr/>
          <p:nvPr/>
        </p:nvGrpSpPr>
        <p:grpSpPr>
          <a:xfrm>
            <a:off x="6877818" y="1785171"/>
            <a:ext cx="5029197" cy="4940249"/>
            <a:chOff x="1854200" y="936925"/>
            <a:chExt cx="8483600" cy="4943176"/>
          </a:xfrm>
          <a:effectLst>
            <a:outerShdw blurRad="254000" algn="ctr" rotWithShape="0">
              <a:srgbClr val="FFFFFF">
                <a:alpha val="70000"/>
              </a:srgbClr>
            </a:outerShdw>
          </a:effectLst>
        </p:grpSpPr>
        <p:sp>
          <p:nvSpPr>
            <p:cNvPr id="8" name="直角三角形 7">
              <a:extLst>
                <a:ext uri="{FF2B5EF4-FFF2-40B4-BE49-F238E27FC236}">
                  <a16:creationId xmlns:a16="http://schemas.microsoft.com/office/drawing/2014/main" id="{77E6FFB1-B6AC-4FF1-0FBC-3CBF175EFF6B}"/>
                </a:ext>
              </a:extLst>
            </p:cNvPr>
            <p:cNvSpPr/>
            <p:nvPr/>
          </p:nvSpPr>
          <p:spPr>
            <a:xfrm rot="5400000">
              <a:off x="1854200" y="977900"/>
              <a:ext cx="144780" cy="144780"/>
            </a:xfrm>
            <a:prstGeom prst="rtTriangle">
              <a:avLst/>
            </a:prstGeom>
            <a:noFill/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B8C3F8B1-E3D8-AF17-6A6D-5FCF9BC71500}"/>
                </a:ext>
              </a:extLst>
            </p:cNvPr>
            <p:cNvSpPr/>
            <p:nvPr/>
          </p:nvSpPr>
          <p:spPr>
            <a:xfrm>
              <a:off x="1872789" y="936925"/>
              <a:ext cx="8463735" cy="4922249"/>
            </a:xfrm>
            <a:custGeom>
              <a:avLst/>
              <a:gdLst>
                <a:gd name="connsiteX0" fmla="*/ 240502 w 8483600"/>
                <a:gd name="connsiteY0" fmla="*/ 0 h 4902200"/>
                <a:gd name="connsiteX1" fmla="*/ 3708375 w 8483600"/>
                <a:gd name="connsiteY1" fmla="*/ 0 h 4902200"/>
                <a:gd name="connsiteX2" fmla="*/ 3759729 w 8483600"/>
                <a:gd name="connsiteY2" fmla="*/ 56516 h 4902200"/>
                <a:gd name="connsiteX3" fmla="*/ 4723873 w 8483600"/>
                <a:gd name="connsiteY3" fmla="*/ 56516 h 4902200"/>
                <a:gd name="connsiteX4" fmla="*/ 4775228 w 8483600"/>
                <a:gd name="connsiteY4" fmla="*/ 0 h 4902200"/>
                <a:gd name="connsiteX5" fmla="*/ 8243098 w 8483600"/>
                <a:gd name="connsiteY5" fmla="*/ 0 h 4902200"/>
                <a:gd name="connsiteX6" fmla="*/ 8483600 w 8483600"/>
                <a:gd name="connsiteY6" fmla="*/ 240502 h 4902200"/>
                <a:gd name="connsiteX7" fmla="*/ 8483600 w 8483600"/>
                <a:gd name="connsiteY7" fmla="*/ 2864087 h 4902200"/>
                <a:gd name="connsiteX8" fmla="*/ 8370316 w 8483600"/>
                <a:gd name="connsiteY8" fmla="*/ 2890519 h 4902200"/>
                <a:gd name="connsiteX9" fmla="*/ 8370316 w 8483600"/>
                <a:gd name="connsiteY9" fmla="*/ 3660141 h 4902200"/>
                <a:gd name="connsiteX10" fmla="*/ 8483600 w 8483600"/>
                <a:gd name="connsiteY10" fmla="*/ 3686574 h 4902200"/>
                <a:gd name="connsiteX11" fmla="*/ 8483600 w 8483600"/>
                <a:gd name="connsiteY11" fmla="*/ 4902200 h 4902200"/>
                <a:gd name="connsiteX12" fmla="*/ 5032306 w 8483600"/>
                <a:gd name="connsiteY12" fmla="*/ 4902200 h 4902200"/>
                <a:gd name="connsiteX13" fmla="*/ 4789076 w 8483600"/>
                <a:gd name="connsiteY13" fmla="*/ 4658970 h 4902200"/>
                <a:gd name="connsiteX14" fmla="*/ 3694527 w 8483600"/>
                <a:gd name="connsiteY14" fmla="*/ 4658970 h 4902200"/>
                <a:gd name="connsiteX15" fmla="*/ 3451297 w 8483600"/>
                <a:gd name="connsiteY15" fmla="*/ 4902200 h 4902200"/>
                <a:gd name="connsiteX16" fmla="*/ 0 w 8483600"/>
                <a:gd name="connsiteY16" fmla="*/ 4902200 h 4902200"/>
                <a:gd name="connsiteX17" fmla="*/ 0 w 8483600"/>
                <a:gd name="connsiteY17" fmla="*/ 2147334 h 4902200"/>
                <a:gd name="connsiteX18" fmla="*/ 113284 w 8483600"/>
                <a:gd name="connsiteY18" fmla="*/ 2120901 h 4902200"/>
                <a:gd name="connsiteX19" fmla="*/ 113284 w 8483600"/>
                <a:gd name="connsiteY19" fmla="*/ 1351279 h 4902200"/>
                <a:gd name="connsiteX20" fmla="*/ 0 w 8483600"/>
                <a:gd name="connsiteY20" fmla="*/ 1324847 h 4902200"/>
                <a:gd name="connsiteX21" fmla="*/ 0 w 8483600"/>
                <a:gd name="connsiteY21" fmla="*/ 240502 h 490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483600" h="4902200">
                  <a:moveTo>
                    <a:pt x="240502" y="0"/>
                  </a:moveTo>
                  <a:lnTo>
                    <a:pt x="3708375" y="0"/>
                  </a:lnTo>
                  <a:lnTo>
                    <a:pt x="3759729" y="56516"/>
                  </a:lnTo>
                  <a:lnTo>
                    <a:pt x="4723873" y="56516"/>
                  </a:lnTo>
                  <a:lnTo>
                    <a:pt x="4775228" y="0"/>
                  </a:lnTo>
                  <a:lnTo>
                    <a:pt x="8243098" y="0"/>
                  </a:lnTo>
                  <a:lnTo>
                    <a:pt x="8483600" y="240502"/>
                  </a:lnTo>
                  <a:lnTo>
                    <a:pt x="8483600" y="2864087"/>
                  </a:lnTo>
                  <a:lnTo>
                    <a:pt x="8370316" y="2890519"/>
                  </a:lnTo>
                  <a:lnTo>
                    <a:pt x="8370316" y="3660141"/>
                  </a:lnTo>
                  <a:lnTo>
                    <a:pt x="8483600" y="3686574"/>
                  </a:lnTo>
                  <a:lnTo>
                    <a:pt x="8483600" y="4902200"/>
                  </a:lnTo>
                  <a:lnTo>
                    <a:pt x="5032306" y="4902200"/>
                  </a:lnTo>
                  <a:lnTo>
                    <a:pt x="4789076" y="4658970"/>
                  </a:lnTo>
                  <a:lnTo>
                    <a:pt x="3694527" y="4658970"/>
                  </a:lnTo>
                  <a:lnTo>
                    <a:pt x="3451297" y="4902200"/>
                  </a:lnTo>
                  <a:lnTo>
                    <a:pt x="0" y="4902200"/>
                  </a:lnTo>
                  <a:lnTo>
                    <a:pt x="0" y="2147334"/>
                  </a:lnTo>
                  <a:lnTo>
                    <a:pt x="113284" y="2120901"/>
                  </a:lnTo>
                  <a:lnTo>
                    <a:pt x="113284" y="1351279"/>
                  </a:lnTo>
                  <a:lnTo>
                    <a:pt x="0" y="1324847"/>
                  </a:lnTo>
                  <a:lnTo>
                    <a:pt x="0" y="24050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6FFFF">
                    <a:alpha val="50000"/>
                  </a:srgbClr>
                </a:gs>
                <a:gs pos="48000">
                  <a:srgbClr val="FFFFFF">
                    <a:alpha val="10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31" name="直角三角形 30">
              <a:extLst>
                <a:ext uri="{FF2B5EF4-FFF2-40B4-BE49-F238E27FC236}">
                  <a16:creationId xmlns:a16="http://schemas.microsoft.com/office/drawing/2014/main" id="{FBCA1A12-8F7C-68E1-B4F7-10BD7CC8709A}"/>
                </a:ext>
              </a:extLst>
            </p:cNvPr>
            <p:cNvSpPr/>
            <p:nvPr/>
          </p:nvSpPr>
          <p:spPr>
            <a:xfrm rot="16200000" flipH="1">
              <a:off x="10193020" y="977900"/>
              <a:ext cx="144780" cy="144780"/>
            </a:xfrm>
            <a:prstGeom prst="rtTriangle">
              <a:avLst/>
            </a:prstGeom>
            <a:noFill/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32" name="梯形 31">
              <a:extLst>
                <a:ext uri="{FF2B5EF4-FFF2-40B4-BE49-F238E27FC236}">
                  <a16:creationId xmlns:a16="http://schemas.microsoft.com/office/drawing/2014/main" id="{05898D8B-4136-8B54-C1F1-6F52C0D4A438}"/>
                </a:ext>
              </a:extLst>
            </p:cNvPr>
            <p:cNvSpPr/>
            <p:nvPr/>
          </p:nvSpPr>
          <p:spPr>
            <a:xfrm rot="5400000">
              <a:off x="1533703" y="2652874"/>
              <a:ext cx="732790" cy="74891"/>
            </a:xfrm>
            <a:prstGeom prst="trapezoid">
              <a:avLst>
                <a:gd name="adj" fmla="val 23332"/>
              </a:avLst>
            </a:pr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35" name="梯形 34">
              <a:extLst>
                <a:ext uri="{FF2B5EF4-FFF2-40B4-BE49-F238E27FC236}">
                  <a16:creationId xmlns:a16="http://schemas.microsoft.com/office/drawing/2014/main" id="{24122554-B538-B73F-0F9D-A750A156DCF8}"/>
                </a:ext>
              </a:extLst>
            </p:cNvPr>
            <p:cNvSpPr/>
            <p:nvPr/>
          </p:nvSpPr>
          <p:spPr>
            <a:xfrm rot="16200000" flipH="1">
              <a:off x="9937435" y="4217548"/>
              <a:ext cx="732790" cy="67940"/>
            </a:xfrm>
            <a:prstGeom prst="trapezoid">
              <a:avLst>
                <a:gd name="adj" fmla="val 23332"/>
              </a:avLst>
            </a:pr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27362CC1-48AE-F513-7F1A-D31A85B8D9D9}"/>
                </a:ext>
              </a:extLst>
            </p:cNvPr>
            <p:cNvSpPr/>
            <p:nvPr/>
          </p:nvSpPr>
          <p:spPr>
            <a:xfrm>
              <a:off x="5374007" y="5680711"/>
              <a:ext cx="1443988" cy="199390"/>
            </a:xfrm>
            <a:custGeom>
              <a:avLst/>
              <a:gdLst>
                <a:gd name="connsiteX0" fmla="*/ 188346 w 1443988"/>
                <a:gd name="connsiteY0" fmla="*/ 0 h 199390"/>
                <a:gd name="connsiteX1" fmla="*/ 1255642 w 1443988"/>
                <a:gd name="connsiteY1" fmla="*/ 0 h 199390"/>
                <a:gd name="connsiteX2" fmla="*/ 1443988 w 1443988"/>
                <a:gd name="connsiteY2" fmla="*/ 199390 h 199390"/>
                <a:gd name="connsiteX3" fmla="*/ 1397375 w 1443988"/>
                <a:gd name="connsiteY3" fmla="*/ 199390 h 199390"/>
                <a:gd name="connsiteX4" fmla="*/ 1232782 w 1443988"/>
                <a:gd name="connsiteY4" fmla="*/ 25146 h 199390"/>
                <a:gd name="connsiteX5" fmla="*/ 211206 w 1443988"/>
                <a:gd name="connsiteY5" fmla="*/ 25146 h 199390"/>
                <a:gd name="connsiteX6" fmla="*/ 46613 w 1443988"/>
                <a:gd name="connsiteY6" fmla="*/ 199390 h 199390"/>
                <a:gd name="connsiteX7" fmla="*/ 0 w 1443988"/>
                <a:gd name="connsiteY7" fmla="*/ 199390 h 199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988" h="199390">
                  <a:moveTo>
                    <a:pt x="188346" y="0"/>
                  </a:moveTo>
                  <a:lnTo>
                    <a:pt x="1255642" y="0"/>
                  </a:lnTo>
                  <a:lnTo>
                    <a:pt x="1443988" y="199390"/>
                  </a:lnTo>
                  <a:lnTo>
                    <a:pt x="1397375" y="199390"/>
                  </a:lnTo>
                  <a:lnTo>
                    <a:pt x="1232782" y="25146"/>
                  </a:lnTo>
                  <a:lnTo>
                    <a:pt x="211206" y="25146"/>
                  </a:lnTo>
                  <a:lnTo>
                    <a:pt x="46613" y="199390"/>
                  </a:lnTo>
                  <a:lnTo>
                    <a:pt x="0" y="199390"/>
                  </a:lnTo>
                  <a:close/>
                </a:path>
              </a:pathLst>
            </a:cu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44" name="梯形 43">
              <a:extLst>
                <a:ext uri="{FF2B5EF4-FFF2-40B4-BE49-F238E27FC236}">
                  <a16:creationId xmlns:a16="http://schemas.microsoft.com/office/drawing/2014/main" id="{F16DAEC8-8FB4-4AEF-E456-4E2EC0077DCC}"/>
                </a:ext>
              </a:extLst>
            </p:cNvPr>
            <p:cNvSpPr/>
            <p:nvPr/>
          </p:nvSpPr>
          <p:spPr>
            <a:xfrm>
              <a:off x="5505452" y="5760720"/>
              <a:ext cx="1181098" cy="119379"/>
            </a:xfrm>
            <a:prstGeom prst="trapezoid">
              <a:avLst>
                <a:gd name="adj" fmla="val 90868"/>
              </a:avLst>
            </a:prstGeom>
            <a:noFill/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47" name="半闭框 46">
              <a:extLst>
                <a:ext uri="{FF2B5EF4-FFF2-40B4-BE49-F238E27FC236}">
                  <a16:creationId xmlns:a16="http://schemas.microsoft.com/office/drawing/2014/main" id="{08F1BE8A-CA0C-990E-6EB9-F0EFE6B1E98E}"/>
                </a:ext>
              </a:extLst>
            </p:cNvPr>
            <p:cNvSpPr/>
            <p:nvPr/>
          </p:nvSpPr>
          <p:spPr>
            <a:xfrm rot="16200000">
              <a:off x="1854200" y="5509261"/>
              <a:ext cx="370840" cy="370840"/>
            </a:xfrm>
            <a:prstGeom prst="halfFrame">
              <a:avLst>
                <a:gd name="adj1" fmla="val 12801"/>
                <a:gd name="adj2" fmla="val 12134"/>
              </a:avLst>
            </a:pr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50" name="半闭框 49">
              <a:extLst>
                <a:ext uri="{FF2B5EF4-FFF2-40B4-BE49-F238E27FC236}">
                  <a16:creationId xmlns:a16="http://schemas.microsoft.com/office/drawing/2014/main" id="{D76010E2-9CA4-DFA7-4157-B8639453B000}"/>
                </a:ext>
              </a:extLst>
            </p:cNvPr>
            <p:cNvSpPr/>
            <p:nvPr/>
          </p:nvSpPr>
          <p:spPr>
            <a:xfrm rot="5400000" flipH="1">
              <a:off x="9966960" y="5509261"/>
              <a:ext cx="370840" cy="370840"/>
            </a:xfrm>
            <a:prstGeom prst="halfFrame">
              <a:avLst>
                <a:gd name="adj1" fmla="val 12801"/>
                <a:gd name="adj2" fmla="val 12134"/>
              </a:avLst>
            </a:pr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</p:grpSp>
      <p:pic>
        <p:nvPicPr>
          <p:cNvPr id="70" name="图片 69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688DE545-4289-BB16-7616-38F05F8CA317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757" r="524"/>
          <a:stretch>
            <a:fillRect/>
          </a:stretch>
        </p:blipFill>
        <p:spPr>
          <a:xfrm>
            <a:off x="1778426" y="1937639"/>
            <a:ext cx="4757327" cy="4707675"/>
          </a:xfrm>
          <a:prstGeom prst="rect">
            <a:avLst/>
          </a:prstGeom>
        </p:spPr>
      </p:pic>
      <p:pic>
        <p:nvPicPr>
          <p:cNvPr id="72" name="图片 71" descr="图形用户界面&#10;&#10;AI 生成的内容可能不正确。">
            <a:extLst>
              <a:ext uri="{FF2B5EF4-FFF2-40B4-BE49-F238E27FC236}">
                <a16:creationId xmlns:a16="http://schemas.microsoft.com/office/drawing/2014/main" id="{20141641-95EE-A5E5-0F88-5A5102AAD4F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72808" y="1970816"/>
            <a:ext cx="4635374" cy="467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277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45847-C5D3-F4BB-961B-5FD741456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3">
            <a:extLst>
              <a:ext uri="{FF2B5EF4-FFF2-40B4-BE49-F238E27FC236}">
                <a16:creationId xmlns:a16="http://schemas.microsoft.com/office/drawing/2014/main" id="{D60CDBE6-A426-B551-F1BD-AC9DAFEA01C4}"/>
              </a:ext>
            </a:extLst>
          </p:cNvPr>
          <p:cNvSpPr/>
          <p:nvPr/>
        </p:nvSpPr>
        <p:spPr>
          <a:xfrm>
            <a:off x="-56322" y="-56152"/>
            <a:ext cx="12304644" cy="964096"/>
          </a:xfrm>
          <a:custGeom>
            <a:avLst/>
            <a:gdLst>
              <a:gd name="connsiteX0" fmla="*/ 77249 w 12304644"/>
              <a:gd name="connsiteY0" fmla="*/ 636105 h 964096"/>
              <a:gd name="connsiteX1" fmla="*/ 538633 w 12304644"/>
              <a:gd name="connsiteY1" fmla="*/ 636105 h 964096"/>
              <a:gd name="connsiteX2" fmla="*/ 618547 w 12304644"/>
              <a:gd name="connsiteY2" fmla="*/ 671456 h 964096"/>
              <a:gd name="connsiteX3" fmla="*/ 852445 w 12304644"/>
              <a:gd name="connsiteY3" fmla="*/ 928745 h 964096"/>
              <a:gd name="connsiteX4" fmla="*/ 932359 w 12304644"/>
              <a:gd name="connsiteY4" fmla="*/ 964096 h 964096"/>
              <a:gd name="connsiteX5" fmla="*/ 11336540 w 12304644"/>
              <a:gd name="connsiteY5" fmla="*/ 964096 h 964096"/>
              <a:gd name="connsiteX6" fmla="*/ 11411724 w 12304644"/>
              <a:gd name="connsiteY6" fmla="*/ 933629 h 964096"/>
              <a:gd name="connsiteX7" fmla="*/ 11676877 w 12304644"/>
              <a:gd name="connsiteY7" fmla="*/ 676511 h 964096"/>
              <a:gd name="connsiteX8" fmla="*/ 11752061 w 12304644"/>
              <a:gd name="connsiteY8" fmla="*/ 646044 h 964096"/>
              <a:gd name="connsiteX9" fmla="*/ 12196644 w 12304644"/>
              <a:gd name="connsiteY9" fmla="*/ 646044 h 964096"/>
              <a:gd name="connsiteX10" fmla="*/ 12304644 w 12304644"/>
              <a:gd name="connsiteY10" fmla="*/ 538044 h 964096"/>
              <a:gd name="connsiteX11" fmla="*/ 12304644 w 12304644"/>
              <a:gd name="connsiteY11" fmla="*/ 108000 h 964096"/>
              <a:gd name="connsiteX12" fmla="*/ 12196644 w 12304644"/>
              <a:gd name="connsiteY12" fmla="*/ 0 h 964096"/>
              <a:gd name="connsiteX13" fmla="*/ 108000 w 12304644"/>
              <a:gd name="connsiteY13" fmla="*/ 0 h 964096"/>
              <a:gd name="connsiteX14" fmla="*/ 0 w 12304644"/>
              <a:gd name="connsiteY14" fmla="*/ 108000 h 964096"/>
              <a:gd name="connsiteX15" fmla="*/ 0 w 12304644"/>
              <a:gd name="connsiteY15" fmla="*/ 532498 h 964096"/>
              <a:gd name="connsiteX16" fmla="*/ 92727 w 12304644"/>
              <a:gd name="connsiteY16" fmla="*/ 639412 h 964096"/>
              <a:gd name="connsiteX17" fmla="*/ 61976 w 12304644"/>
              <a:gd name="connsiteY17" fmla="*/ 635020 h 964096"/>
              <a:gd name="connsiteX18" fmla="*/ 77249 w 12304644"/>
              <a:gd name="connsiteY18" fmla="*/ 636105 h 96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304644" h="964096">
                <a:moveTo>
                  <a:pt x="77249" y="636105"/>
                </a:moveTo>
                <a:lnTo>
                  <a:pt x="538633" y="636105"/>
                </a:lnTo>
                <a:cubicBezTo>
                  <a:pt x="569066" y="636105"/>
                  <a:pt x="598075" y="648938"/>
                  <a:pt x="618547" y="671456"/>
                </a:cubicBezTo>
                <a:lnTo>
                  <a:pt x="852445" y="928745"/>
                </a:lnTo>
                <a:cubicBezTo>
                  <a:pt x="872917" y="951264"/>
                  <a:pt x="901926" y="964096"/>
                  <a:pt x="932359" y="964096"/>
                </a:cubicBezTo>
                <a:lnTo>
                  <a:pt x="11336540" y="964096"/>
                </a:lnTo>
                <a:cubicBezTo>
                  <a:pt x="11364594" y="964096"/>
                  <a:pt x="11391584" y="953158"/>
                  <a:pt x="11411724" y="933629"/>
                </a:cubicBezTo>
                <a:lnTo>
                  <a:pt x="11676877" y="676511"/>
                </a:lnTo>
                <a:cubicBezTo>
                  <a:pt x="11697017" y="656982"/>
                  <a:pt x="11724008" y="646044"/>
                  <a:pt x="11752061" y="646044"/>
                </a:cubicBezTo>
                <a:lnTo>
                  <a:pt x="12196644" y="646044"/>
                </a:lnTo>
                <a:cubicBezTo>
                  <a:pt x="12256260" y="646044"/>
                  <a:pt x="12304644" y="597660"/>
                  <a:pt x="12304644" y="538044"/>
                </a:cubicBezTo>
                <a:lnTo>
                  <a:pt x="12304644" y="108000"/>
                </a:lnTo>
                <a:cubicBezTo>
                  <a:pt x="12304644" y="48384"/>
                  <a:pt x="12256260" y="0"/>
                  <a:pt x="12196644" y="0"/>
                </a:cubicBezTo>
                <a:lnTo>
                  <a:pt x="108000" y="0"/>
                </a:lnTo>
                <a:cubicBezTo>
                  <a:pt x="48384" y="0"/>
                  <a:pt x="0" y="48384"/>
                  <a:pt x="0" y="108000"/>
                </a:cubicBezTo>
                <a:lnTo>
                  <a:pt x="0" y="532498"/>
                </a:lnTo>
                <a:cubicBezTo>
                  <a:pt x="0" y="586263"/>
                  <a:pt x="39502" y="631809"/>
                  <a:pt x="92727" y="639412"/>
                </a:cubicBezTo>
                <a:lnTo>
                  <a:pt x="61976" y="635020"/>
                </a:lnTo>
                <a:cubicBezTo>
                  <a:pt x="67036" y="635742"/>
                  <a:pt x="72138" y="636105"/>
                  <a:pt x="77249" y="636105"/>
                </a:cubicBezTo>
              </a:path>
            </a:pathLst>
          </a:custGeom>
          <a:solidFill>
            <a:srgbClr val="082C06"/>
          </a:solidFill>
          <a:ln w="6350">
            <a:gradFill>
              <a:gsLst>
                <a:gs pos="51300">
                  <a:schemeClr val="accent2">
                    <a:lumMod val="40000"/>
                    <a:lumOff val="60000"/>
                  </a:schemeClr>
                </a:gs>
                <a:gs pos="5000">
                  <a:schemeClr val="accent2">
                    <a:lumMod val="60000"/>
                    <a:lumOff val="40000"/>
                    <a:alpha val="10000"/>
                  </a:schemeClr>
                </a:gs>
                <a:gs pos="98000">
                  <a:schemeClr val="accent2">
                    <a:lumMod val="60000"/>
                    <a:lumOff val="40000"/>
                    <a:alpha val="10000"/>
                  </a:schemeClr>
                </a:gs>
              </a:gsLst>
              <a:lin ang="0" scaled="0"/>
            </a:gradFill>
          </a:ln>
          <a:effectLst>
            <a:glow rad="63500">
              <a:schemeClr val="accent2">
                <a:alpha val="2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 2.0 95 ExtraBold"/>
              <a:cs typeface="+mn-cs"/>
            </a:endParaRPr>
          </a:p>
        </p:txBody>
      </p:sp>
      <p:grpSp>
        <p:nvGrpSpPr>
          <p:cNvPr id="12" name="Group 451">
            <a:extLst>
              <a:ext uri="{FF2B5EF4-FFF2-40B4-BE49-F238E27FC236}">
                <a16:creationId xmlns:a16="http://schemas.microsoft.com/office/drawing/2014/main" id="{E4E63862-CD60-80C6-2F51-2D32F761B5C1}"/>
              </a:ext>
            </a:extLst>
          </p:cNvPr>
          <p:cNvGrpSpPr/>
          <p:nvPr/>
        </p:nvGrpSpPr>
        <p:grpSpPr>
          <a:xfrm>
            <a:off x="277775" y="435924"/>
            <a:ext cx="11812602" cy="611726"/>
            <a:chOff x="172697" y="150371"/>
            <a:chExt cx="11812602" cy="611726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BA1D3DC5-0139-D9A3-B293-C117D65A85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4222" y="570263"/>
              <a:ext cx="4823557" cy="191834"/>
            </a:xfrm>
            <a:prstGeom prst="rect">
              <a:avLst/>
            </a:prstGeom>
          </p:spPr>
        </p:pic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0893737-DE46-6E64-E0E9-4F43C54454F3}"/>
                </a:ext>
              </a:extLst>
            </p:cNvPr>
            <p:cNvGrpSpPr/>
            <p:nvPr/>
          </p:nvGrpSpPr>
          <p:grpSpPr>
            <a:xfrm>
              <a:off x="11000250" y="336549"/>
              <a:ext cx="522884" cy="268334"/>
              <a:chOff x="11000250" y="273049"/>
              <a:chExt cx="522884" cy="268334"/>
            </a:xfrm>
          </p:grpSpPr>
          <p:sp>
            <p:nvSpPr>
              <p:cNvPr id="56" name="平行四边形 55">
                <a:extLst>
                  <a:ext uri="{FF2B5EF4-FFF2-40B4-BE49-F238E27FC236}">
                    <a16:creationId xmlns:a16="http://schemas.microsoft.com/office/drawing/2014/main" id="{79411B99-D1EA-4667-325F-B1BE2ACBB30E}"/>
                  </a:ext>
                </a:extLst>
              </p:cNvPr>
              <p:cNvSpPr/>
              <p:nvPr/>
            </p:nvSpPr>
            <p:spPr>
              <a:xfrm>
                <a:off x="11160124" y="273050"/>
                <a:ext cx="363010" cy="268333"/>
              </a:xfrm>
              <a:prstGeom prst="parallelogram">
                <a:avLst>
                  <a:gd name="adj" fmla="val 97129"/>
                </a:avLst>
              </a:prstGeom>
              <a:solidFill>
                <a:srgbClr val="1DAA16">
                  <a:alpha val="8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57" name="平行四边形 56">
                <a:extLst>
                  <a:ext uri="{FF2B5EF4-FFF2-40B4-BE49-F238E27FC236}">
                    <a16:creationId xmlns:a16="http://schemas.microsoft.com/office/drawing/2014/main" id="{21918F67-7BAE-4C0B-70AE-708708766773}"/>
                  </a:ext>
                </a:extLst>
              </p:cNvPr>
              <p:cNvSpPr/>
              <p:nvPr/>
            </p:nvSpPr>
            <p:spPr>
              <a:xfrm>
                <a:off x="11000250" y="273049"/>
                <a:ext cx="363010" cy="268333"/>
              </a:xfrm>
              <a:prstGeom prst="parallelogram">
                <a:avLst>
                  <a:gd name="adj" fmla="val 97129"/>
                </a:avLst>
              </a:prstGeom>
              <a:solidFill>
                <a:srgbClr val="64DE50">
                  <a:alpha val="5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4388AC8B-A6F9-8436-A939-27BF06569016}"/>
                </a:ext>
              </a:extLst>
            </p:cNvPr>
            <p:cNvGrpSpPr/>
            <p:nvPr/>
          </p:nvGrpSpPr>
          <p:grpSpPr>
            <a:xfrm flipH="1">
              <a:off x="668866" y="336549"/>
              <a:ext cx="522884" cy="268334"/>
              <a:chOff x="11000250" y="273049"/>
              <a:chExt cx="522884" cy="268334"/>
            </a:xfrm>
          </p:grpSpPr>
          <p:sp>
            <p:nvSpPr>
              <p:cNvPr id="54" name="平行四边形 53">
                <a:extLst>
                  <a:ext uri="{FF2B5EF4-FFF2-40B4-BE49-F238E27FC236}">
                    <a16:creationId xmlns:a16="http://schemas.microsoft.com/office/drawing/2014/main" id="{625A686D-2892-F264-D784-0CF3F11654F1}"/>
                  </a:ext>
                </a:extLst>
              </p:cNvPr>
              <p:cNvSpPr/>
              <p:nvPr/>
            </p:nvSpPr>
            <p:spPr>
              <a:xfrm>
                <a:off x="11160124" y="273050"/>
                <a:ext cx="363010" cy="268333"/>
              </a:xfrm>
              <a:prstGeom prst="parallelogram">
                <a:avLst>
                  <a:gd name="adj" fmla="val 97129"/>
                </a:avLst>
              </a:prstGeom>
              <a:solidFill>
                <a:srgbClr val="1DAA16">
                  <a:alpha val="8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55" name="平行四边形 54">
                <a:extLst>
                  <a:ext uri="{FF2B5EF4-FFF2-40B4-BE49-F238E27FC236}">
                    <a16:creationId xmlns:a16="http://schemas.microsoft.com/office/drawing/2014/main" id="{20FA6329-B83C-7A79-9776-B6FAA5C18965}"/>
                  </a:ext>
                </a:extLst>
              </p:cNvPr>
              <p:cNvSpPr/>
              <p:nvPr/>
            </p:nvSpPr>
            <p:spPr>
              <a:xfrm>
                <a:off x="11000250" y="273049"/>
                <a:ext cx="363010" cy="268333"/>
              </a:xfrm>
              <a:prstGeom prst="parallelogram">
                <a:avLst>
                  <a:gd name="adj" fmla="val 97129"/>
                </a:avLst>
              </a:prstGeom>
              <a:solidFill>
                <a:srgbClr val="64DE50">
                  <a:alpha val="50000"/>
                </a:srgb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F3831B95-F2C0-DE6A-1928-575BFE692C26}"/>
                </a:ext>
              </a:extLst>
            </p:cNvPr>
            <p:cNvGrpSpPr/>
            <p:nvPr/>
          </p:nvGrpSpPr>
          <p:grpSpPr>
            <a:xfrm>
              <a:off x="1295532" y="177758"/>
              <a:ext cx="1569635" cy="400110"/>
              <a:chOff x="1163180" y="165726"/>
              <a:chExt cx="1569635" cy="400110"/>
            </a:xfrm>
          </p:grpSpPr>
          <p:sp>
            <p:nvSpPr>
              <p:cNvPr id="52" name="文本框 13">
                <a:extLst>
                  <a:ext uri="{FF2B5EF4-FFF2-40B4-BE49-F238E27FC236}">
                    <a16:creationId xmlns:a16="http://schemas.microsoft.com/office/drawing/2014/main" id="{355ECE85-6517-F1E3-D2C5-D0A5F616A9AC}"/>
                  </a:ext>
                </a:extLst>
              </p:cNvPr>
              <p:cNvSpPr txBox="1"/>
              <p:nvPr/>
            </p:nvSpPr>
            <p:spPr>
              <a:xfrm>
                <a:off x="1386614" y="165726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项目背景</a:t>
                </a:r>
              </a:p>
            </p:txBody>
          </p:sp>
          <p:sp>
            <p:nvSpPr>
              <p:cNvPr id="53" name="iconfont-10050-4705900">
                <a:extLst>
                  <a:ext uri="{FF2B5EF4-FFF2-40B4-BE49-F238E27FC236}">
                    <a16:creationId xmlns:a16="http://schemas.microsoft.com/office/drawing/2014/main" id="{4D9FB510-8421-354E-09FE-F8426F08DB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163180" y="290085"/>
                <a:ext cx="194268" cy="194300"/>
              </a:xfrm>
              <a:custGeom>
                <a:avLst/>
                <a:gdLst>
                  <a:gd name="T0" fmla="*/ 12774 w 12774"/>
                  <a:gd name="T1" fmla="*/ 3193 h 12774"/>
                  <a:gd name="T2" fmla="*/ 9581 w 12774"/>
                  <a:gd name="T3" fmla="*/ 0 h 12774"/>
                  <a:gd name="T4" fmla="*/ 6387 w 12774"/>
                  <a:gd name="T5" fmla="*/ 3193 h 12774"/>
                  <a:gd name="T6" fmla="*/ 3193 w 12774"/>
                  <a:gd name="T7" fmla="*/ 0 h 12774"/>
                  <a:gd name="T8" fmla="*/ 0 w 12774"/>
                  <a:gd name="T9" fmla="*/ 3193 h 12774"/>
                  <a:gd name="T10" fmla="*/ 3193 w 12774"/>
                  <a:gd name="T11" fmla="*/ 6387 h 12774"/>
                  <a:gd name="T12" fmla="*/ 0 w 12774"/>
                  <a:gd name="T13" fmla="*/ 9581 h 12774"/>
                  <a:gd name="T14" fmla="*/ 0 w 12774"/>
                  <a:gd name="T15" fmla="*/ 12774 h 12774"/>
                  <a:gd name="T16" fmla="*/ 3193 w 12774"/>
                  <a:gd name="T17" fmla="*/ 12774 h 12774"/>
                  <a:gd name="T18" fmla="*/ 6387 w 12774"/>
                  <a:gd name="T19" fmla="*/ 9581 h 12774"/>
                  <a:gd name="T20" fmla="*/ 9581 w 12774"/>
                  <a:gd name="T21" fmla="*/ 12774 h 12774"/>
                  <a:gd name="T22" fmla="*/ 12774 w 12774"/>
                  <a:gd name="T23" fmla="*/ 9581 h 12774"/>
                  <a:gd name="T24" fmla="*/ 9581 w 12774"/>
                  <a:gd name="T25" fmla="*/ 6387 h 12774"/>
                  <a:gd name="T26" fmla="*/ 12774 w 12774"/>
                  <a:gd name="T27" fmla="*/ 3193 h 12774"/>
                  <a:gd name="T28" fmla="*/ 3273 w 12774"/>
                  <a:gd name="T29" fmla="*/ 5349 h 12774"/>
                  <a:gd name="T30" fmla="*/ 4630 w 12774"/>
                  <a:gd name="T31" fmla="*/ 3992 h 12774"/>
                  <a:gd name="T32" fmla="*/ 4072 w 12774"/>
                  <a:gd name="T33" fmla="*/ 3433 h 12774"/>
                  <a:gd name="T34" fmla="*/ 2714 w 12774"/>
                  <a:gd name="T35" fmla="*/ 4790 h 12774"/>
                  <a:gd name="T36" fmla="*/ 2235 w 12774"/>
                  <a:gd name="T37" fmla="*/ 4311 h 12774"/>
                  <a:gd name="T38" fmla="*/ 3673 w 12774"/>
                  <a:gd name="T39" fmla="*/ 2875 h 12774"/>
                  <a:gd name="T40" fmla="*/ 3033 w 12774"/>
                  <a:gd name="T41" fmla="*/ 2315 h 12774"/>
                  <a:gd name="T42" fmla="*/ 1677 w 12774"/>
                  <a:gd name="T43" fmla="*/ 3753 h 12774"/>
                  <a:gd name="T44" fmla="*/ 1117 w 12774"/>
                  <a:gd name="T45" fmla="*/ 3194 h 12774"/>
                  <a:gd name="T46" fmla="*/ 3193 w 12774"/>
                  <a:gd name="T47" fmla="*/ 1118 h 12774"/>
                  <a:gd name="T48" fmla="*/ 5827 w 12774"/>
                  <a:gd name="T49" fmla="*/ 3752 h 12774"/>
                  <a:gd name="T50" fmla="*/ 3752 w 12774"/>
                  <a:gd name="T51" fmla="*/ 5828 h 12774"/>
                  <a:gd name="T52" fmla="*/ 3273 w 12774"/>
                  <a:gd name="T53" fmla="*/ 5349 h 12774"/>
                  <a:gd name="T54" fmla="*/ 798 w 12774"/>
                  <a:gd name="T55" fmla="*/ 11976 h 12774"/>
                  <a:gd name="T56" fmla="*/ 798 w 12774"/>
                  <a:gd name="T57" fmla="*/ 10379 h 12774"/>
                  <a:gd name="T58" fmla="*/ 2395 w 12774"/>
                  <a:gd name="T59" fmla="*/ 11976 h 12774"/>
                  <a:gd name="T60" fmla="*/ 798 w 12774"/>
                  <a:gd name="T61" fmla="*/ 11976 h 12774"/>
                  <a:gd name="T62" fmla="*/ 3193 w 12774"/>
                  <a:gd name="T63" fmla="*/ 11657 h 12774"/>
                  <a:gd name="T64" fmla="*/ 1117 w 12774"/>
                  <a:gd name="T65" fmla="*/ 9581 h 12774"/>
                  <a:gd name="T66" fmla="*/ 9581 w 12774"/>
                  <a:gd name="T67" fmla="*/ 1117 h 12774"/>
                  <a:gd name="T68" fmla="*/ 11657 w 12774"/>
                  <a:gd name="T69" fmla="*/ 3193 h 12774"/>
                  <a:gd name="T70" fmla="*/ 3193 w 12774"/>
                  <a:gd name="T71" fmla="*/ 11657 h 12774"/>
                  <a:gd name="T72" fmla="*/ 11657 w 12774"/>
                  <a:gd name="T73" fmla="*/ 9581 h 12774"/>
                  <a:gd name="T74" fmla="*/ 9581 w 12774"/>
                  <a:gd name="T75" fmla="*/ 11657 h 12774"/>
                  <a:gd name="T76" fmla="*/ 9022 w 12774"/>
                  <a:gd name="T77" fmla="*/ 11097 h 12774"/>
                  <a:gd name="T78" fmla="*/ 10459 w 12774"/>
                  <a:gd name="T79" fmla="*/ 9661 h 12774"/>
                  <a:gd name="T80" fmla="*/ 9900 w 12774"/>
                  <a:gd name="T81" fmla="*/ 9101 h 12774"/>
                  <a:gd name="T82" fmla="*/ 8463 w 12774"/>
                  <a:gd name="T83" fmla="*/ 10539 h 12774"/>
                  <a:gd name="T84" fmla="*/ 7984 w 12774"/>
                  <a:gd name="T85" fmla="*/ 10060 h 12774"/>
                  <a:gd name="T86" fmla="*/ 9421 w 12774"/>
                  <a:gd name="T87" fmla="*/ 8623 h 12774"/>
                  <a:gd name="T88" fmla="*/ 8782 w 12774"/>
                  <a:gd name="T89" fmla="*/ 8063 h 12774"/>
                  <a:gd name="T90" fmla="*/ 7345 w 12774"/>
                  <a:gd name="T91" fmla="*/ 9501 h 12774"/>
                  <a:gd name="T92" fmla="*/ 6865 w 12774"/>
                  <a:gd name="T93" fmla="*/ 9022 h 12774"/>
                  <a:gd name="T94" fmla="*/ 8942 w 12774"/>
                  <a:gd name="T95" fmla="*/ 6946 h 12774"/>
                  <a:gd name="T96" fmla="*/ 11657 w 12774"/>
                  <a:gd name="T97" fmla="*/ 9581 h 127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774" h="12774">
                    <a:moveTo>
                      <a:pt x="12774" y="3193"/>
                    </a:moveTo>
                    <a:lnTo>
                      <a:pt x="9581" y="0"/>
                    </a:lnTo>
                    <a:lnTo>
                      <a:pt x="6387" y="3193"/>
                    </a:lnTo>
                    <a:lnTo>
                      <a:pt x="3193" y="0"/>
                    </a:lnTo>
                    <a:lnTo>
                      <a:pt x="0" y="3193"/>
                    </a:lnTo>
                    <a:lnTo>
                      <a:pt x="3193" y="6387"/>
                    </a:lnTo>
                    <a:lnTo>
                      <a:pt x="0" y="9581"/>
                    </a:lnTo>
                    <a:lnTo>
                      <a:pt x="0" y="12774"/>
                    </a:lnTo>
                    <a:lnTo>
                      <a:pt x="3193" y="12774"/>
                    </a:lnTo>
                    <a:lnTo>
                      <a:pt x="6387" y="9581"/>
                    </a:lnTo>
                    <a:lnTo>
                      <a:pt x="9581" y="12774"/>
                    </a:lnTo>
                    <a:lnTo>
                      <a:pt x="12774" y="9581"/>
                    </a:lnTo>
                    <a:lnTo>
                      <a:pt x="9581" y="6387"/>
                    </a:lnTo>
                    <a:lnTo>
                      <a:pt x="12774" y="3193"/>
                    </a:lnTo>
                    <a:close/>
                    <a:moveTo>
                      <a:pt x="3273" y="5349"/>
                    </a:moveTo>
                    <a:lnTo>
                      <a:pt x="4630" y="3992"/>
                    </a:lnTo>
                    <a:lnTo>
                      <a:pt x="4072" y="3433"/>
                    </a:lnTo>
                    <a:lnTo>
                      <a:pt x="2714" y="4790"/>
                    </a:lnTo>
                    <a:lnTo>
                      <a:pt x="2235" y="4311"/>
                    </a:lnTo>
                    <a:lnTo>
                      <a:pt x="3673" y="2875"/>
                    </a:lnTo>
                    <a:lnTo>
                      <a:pt x="3033" y="2315"/>
                    </a:lnTo>
                    <a:lnTo>
                      <a:pt x="1677" y="3753"/>
                    </a:lnTo>
                    <a:lnTo>
                      <a:pt x="1117" y="3194"/>
                    </a:lnTo>
                    <a:lnTo>
                      <a:pt x="3193" y="1118"/>
                    </a:lnTo>
                    <a:lnTo>
                      <a:pt x="5827" y="3752"/>
                    </a:lnTo>
                    <a:lnTo>
                      <a:pt x="3752" y="5828"/>
                    </a:lnTo>
                    <a:lnTo>
                      <a:pt x="3273" y="5349"/>
                    </a:lnTo>
                    <a:close/>
                    <a:moveTo>
                      <a:pt x="798" y="11976"/>
                    </a:moveTo>
                    <a:lnTo>
                      <a:pt x="798" y="10379"/>
                    </a:lnTo>
                    <a:lnTo>
                      <a:pt x="2395" y="11976"/>
                    </a:lnTo>
                    <a:lnTo>
                      <a:pt x="798" y="11976"/>
                    </a:lnTo>
                    <a:close/>
                    <a:moveTo>
                      <a:pt x="3193" y="11657"/>
                    </a:moveTo>
                    <a:lnTo>
                      <a:pt x="1117" y="9581"/>
                    </a:lnTo>
                    <a:lnTo>
                      <a:pt x="9581" y="1117"/>
                    </a:lnTo>
                    <a:lnTo>
                      <a:pt x="11657" y="3193"/>
                    </a:lnTo>
                    <a:lnTo>
                      <a:pt x="3193" y="11657"/>
                    </a:lnTo>
                    <a:close/>
                    <a:moveTo>
                      <a:pt x="11657" y="9581"/>
                    </a:moveTo>
                    <a:lnTo>
                      <a:pt x="9581" y="11657"/>
                    </a:lnTo>
                    <a:lnTo>
                      <a:pt x="9022" y="11097"/>
                    </a:lnTo>
                    <a:lnTo>
                      <a:pt x="10459" y="9661"/>
                    </a:lnTo>
                    <a:lnTo>
                      <a:pt x="9900" y="9101"/>
                    </a:lnTo>
                    <a:lnTo>
                      <a:pt x="8463" y="10539"/>
                    </a:lnTo>
                    <a:lnTo>
                      <a:pt x="7984" y="10060"/>
                    </a:lnTo>
                    <a:lnTo>
                      <a:pt x="9421" y="8623"/>
                    </a:lnTo>
                    <a:lnTo>
                      <a:pt x="8782" y="8063"/>
                    </a:lnTo>
                    <a:lnTo>
                      <a:pt x="7345" y="9501"/>
                    </a:lnTo>
                    <a:lnTo>
                      <a:pt x="6865" y="9022"/>
                    </a:lnTo>
                    <a:lnTo>
                      <a:pt x="8942" y="6946"/>
                    </a:lnTo>
                    <a:lnTo>
                      <a:pt x="11657" y="9581"/>
                    </a:lnTo>
                    <a:close/>
                  </a:path>
                </a:pathLst>
              </a:cu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F1508041-D958-C03F-74A9-712E1C8D43DE}"/>
                </a:ext>
              </a:extLst>
            </p:cNvPr>
            <p:cNvGrpSpPr/>
            <p:nvPr/>
          </p:nvGrpSpPr>
          <p:grpSpPr>
            <a:xfrm>
              <a:off x="2931777" y="159232"/>
              <a:ext cx="5225647" cy="400110"/>
              <a:chOff x="2695782" y="147200"/>
              <a:chExt cx="5225647" cy="400110"/>
            </a:xfrm>
          </p:grpSpPr>
          <p:sp>
            <p:nvSpPr>
              <p:cNvPr id="48" name="文本框 14">
                <a:extLst>
                  <a:ext uri="{FF2B5EF4-FFF2-40B4-BE49-F238E27FC236}">
                    <a16:creationId xmlns:a16="http://schemas.microsoft.com/office/drawing/2014/main" id="{5A2B8C10-BCD1-F923-FA96-83EDF171958A}"/>
                  </a:ext>
                </a:extLst>
              </p:cNvPr>
              <p:cNvSpPr txBox="1"/>
              <p:nvPr/>
            </p:nvSpPr>
            <p:spPr>
              <a:xfrm>
                <a:off x="2982378" y="147200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项目介绍</a:t>
                </a:r>
              </a:p>
            </p:txBody>
          </p:sp>
          <p:sp>
            <p:nvSpPr>
              <p:cNvPr id="49" name="iconfont-11607-6172721">
                <a:extLst>
                  <a:ext uri="{FF2B5EF4-FFF2-40B4-BE49-F238E27FC236}">
                    <a16:creationId xmlns:a16="http://schemas.microsoft.com/office/drawing/2014/main" id="{376C32C8-F5D0-6866-FFE8-7902944291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695782" y="267035"/>
                <a:ext cx="213298" cy="191648"/>
              </a:xfrm>
              <a:custGeom>
                <a:avLst/>
                <a:gdLst>
                  <a:gd name="connsiteX0" fmla="*/ 171888 w 607639"/>
                  <a:gd name="connsiteY0" fmla="*/ 486408 h 545965"/>
                  <a:gd name="connsiteX1" fmla="*/ 171977 w 607639"/>
                  <a:gd name="connsiteY1" fmla="*/ 486408 h 545965"/>
                  <a:gd name="connsiteX2" fmla="*/ 181494 w 607639"/>
                  <a:gd name="connsiteY2" fmla="*/ 495899 h 545965"/>
                  <a:gd name="connsiteX3" fmla="*/ 171977 w 607639"/>
                  <a:gd name="connsiteY3" fmla="*/ 505390 h 545965"/>
                  <a:gd name="connsiteX4" fmla="*/ 162371 w 607639"/>
                  <a:gd name="connsiteY4" fmla="*/ 495899 h 545965"/>
                  <a:gd name="connsiteX5" fmla="*/ 171888 w 607639"/>
                  <a:gd name="connsiteY5" fmla="*/ 486408 h 545965"/>
                  <a:gd name="connsiteX6" fmla="*/ 121136 w 607639"/>
                  <a:gd name="connsiteY6" fmla="*/ 464910 h 545965"/>
                  <a:gd name="connsiteX7" fmla="*/ 120513 w 607639"/>
                  <a:gd name="connsiteY7" fmla="*/ 465532 h 545965"/>
                  <a:gd name="connsiteX8" fmla="*/ 120513 w 607639"/>
                  <a:gd name="connsiteY8" fmla="*/ 526323 h 545965"/>
                  <a:gd name="connsiteX9" fmla="*/ 121136 w 607639"/>
                  <a:gd name="connsiteY9" fmla="*/ 526946 h 545965"/>
                  <a:gd name="connsiteX10" fmla="*/ 222602 w 607639"/>
                  <a:gd name="connsiteY10" fmla="*/ 526946 h 545965"/>
                  <a:gd name="connsiteX11" fmla="*/ 223225 w 607639"/>
                  <a:gd name="connsiteY11" fmla="*/ 526323 h 545965"/>
                  <a:gd name="connsiteX12" fmla="*/ 223225 w 607639"/>
                  <a:gd name="connsiteY12" fmla="*/ 465532 h 545965"/>
                  <a:gd name="connsiteX13" fmla="*/ 222602 w 607639"/>
                  <a:gd name="connsiteY13" fmla="*/ 464910 h 545965"/>
                  <a:gd name="connsiteX14" fmla="*/ 171869 w 607639"/>
                  <a:gd name="connsiteY14" fmla="*/ 464910 h 545965"/>
                  <a:gd name="connsiteX15" fmla="*/ 212990 w 607639"/>
                  <a:gd name="connsiteY15" fmla="*/ 397987 h 545965"/>
                  <a:gd name="connsiteX16" fmla="*/ 181393 w 607639"/>
                  <a:gd name="connsiteY16" fmla="*/ 413451 h 545965"/>
                  <a:gd name="connsiteX17" fmla="*/ 181393 w 607639"/>
                  <a:gd name="connsiteY17" fmla="*/ 445891 h 545965"/>
                  <a:gd name="connsiteX18" fmla="*/ 222602 w 607639"/>
                  <a:gd name="connsiteY18" fmla="*/ 445891 h 545965"/>
                  <a:gd name="connsiteX19" fmla="*/ 242272 w 607639"/>
                  <a:gd name="connsiteY19" fmla="*/ 465532 h 545965"/>
                  <a:gd name="connsiteX20" fmla="*/ 242272 w 607639"/>
                  <a:gd name="connsiteY20" fmla="*/ 526323 h 545965"/>
                  <a:gd name="connsiteX21" fmla="*/ 242272 w 607639"/>
                  <a:gd name="connsiteY21" fmla="*/ 526946 h 545965"/>
                  <a:gd name="connsiteX22" fmla="*/ 253665 w 607639"/>
                  <a:gd name="connsiteY22" fmla="*/ 526946 h 545965"/>
                  <a:gd name="connsiteX23" fmla="*/ 253665 w 607639"/>
                  <a:gd name="connsiteY23" fmla="*/ 419317 h 545965"/>
                  <a:gd name="connsiteX24" fmla="*/ 246278 w 607639"/>
                  <a:gd name="connsiteY24" fmla="*/ 409096 h 545965"/>
                  <a:gd name="connsiteX25" fmla="*/ 213168 w 607639"/>
                  <a:gd name="connsiteY25" fmla="*/ 398075 h 545965"/>
                  <a:gd name="connsiteX26" fmla="*/ 212990 w 607639"/>
                  <a:gd name="connsiteY26" fmla="*/ 397987 h 545965"/>
                  <a:gd name="connsiteX27" fmla="*/ 130749 w 607639"/>
                  <a:gd name="connsiteY27" fmla="*/ 397987 h 545965"/>
                  <a:gd name="connsiteX28" fmla="*/ 130571 w 607639"/>
                  <a:gd name="connsiteY28" fmla="*/ 398075 h 545965"/>
                  <a:gd name="connsiteX29" fmla="*/ 97372 w 607639"/>
                  <a:gd name="connsiteY29" fmla="*/ 409096 h 545965"/>
                  <a:gd name="connsiteX30" fmla="*/ 90073 w 607639"/>
                  <a:gd name="connsiteY30" fmla="*/ 419317 h 545965"/>
                  <a:gd name="connsiteX31" fmla="*/ 90073 w 607639"/>
                  <a:gd name="connsiteY31" fmla="*/ 526946 h 545965"/>
                  <a:gd name="connsiteX32" fmla="*/ 101555 w 607639"/>
                  <a:gd name="connsiteY32" fmla="*/ 526946 h 545965"/>
                  <a:gd name="connsiteX33" fmla="*/ 101466 w 607639"/>
                  <a:gd name="connsiteY33" fmla="*/ 526323 h 545965"/>
                  <a:gd name="connsiteX34" fmla="*/ 101466 w 607639"/>
                  <a:gd name="connsiteY34" fmla="*/ 465532 h 545965"/>
                  <a:gd name="connsiteX35" fmla="*/ 121136 w 607639"/>
                  <a:gd name="connsiteY35" fmla="*/ 445891 h 545965"/>
                  <a:gd name="connsiteX36" fmla="*/ 162346 w 607639"/>
                  <a:gd name="connsiteY36" fmla="*/ 445891 h 545965"/>
                  <a:gd name="connsiteX37" fmla="*/ 162346 w 607639"/>
                  <a:gd name="connsiteY37" fmla="*/ 413451 h 545965"/>
                  <a:gd name="connsiteX38" fmla="*/ 130749 w 607639"/>
                  <a:gd name="connsiteY38" fmla="*/ 397987 h 545965"/>
                  <a:gd name="connsiteX39" fmla="*/ 150953 w 607639"/>
                  <a:gd name="connsiteY39" fmla="*/ 364303 h 545965"/>
                  <a:gd name="connsiteX40" fmla="*/ 150953 w 607639"/>
                  <a:gd name="connsiteY40" fmla="*/ 369813 h 545965"/>
                  <a:gd name="connsiteX41" fmla="*/ 146058 w 607639"/>
                  <a:gd name="connsiteY41" fmla="*/ 386077 h 545965"/>
                  <a:gd name="connsiteX42" fmla="*/ 171869 w 607639"/>
                  <a:gd name="connsiteY42" fmla="*/ 395231 h 545965"/>
                  <a:gd name="connsiteX43" fmla="*/ 197681 w 607639"/>
                  <a:gd name="connsiteY43" fmla="*/ 386077 h 545965"/>
                  <a:gd name="connsiteX44" fmla="*/ 192785 w 607639"/>
                  <a:gd name="connsiteY44" fmla="*/ 369813 h 545965"/>
                  <a:gd name="connsiteX45" fmla="*/ 192785 w 607639"/>
                  <a:gd name="connsiteY45" fmla="*/ 364303 h 545965"/>
                  <a:gd name="connsiteX46" fmla="*/ 171869 w 607639"/>
                  <a:gd name="connsiteY46" fmla="*/ 368835 h 545965"/>
                  <a:gd name="connsiteX47" fmla="*/ 150953 w 607639"/>
                  <a:gd name="connsiteY47" fmla="*/ 364303 h 545965"/>
                  <a:gd name="connsiteX48" fmla="*/ 201597 w 607639"/>
                  <a:gd name="connsiteY48" fmla="*/ 245564 h 545965"/>
                  <a:gd name="connsiteX49" fmla="*/ 112859 w 607639"/>
                  <a:gd name="connsiteY49" fmla="*/ 271960 h 545965"/>
                  <a:gd name="connsiteX50" fmla="*/ 119089 w 607639"/>
                  <a:gd name="connsiteY50" fmla="*/ 321820 h 545965"/>
                  <a:gd name="connsiteX51" fmla="*/ 124963 w 607639"/>
                  <a:gd name="connsiteY51" fmla="*/ 330085 h 545965"/>
                  <a:gd name="connsiteX52" fmla="*/ 157984 w 607639"/>
                  <a:gd name="connsiteY52" fmla="*/ 346616 h 545965"/>
                  <a:gd name="connsiteX53" fmla="*/ 185754 w 607639"/>
                  <a:gd name="connsiteY53" fmla="*/ 346616 h 545965"/>
                  <a:gd name="connsiteX54" fmla="*/ 218775 w 607639"/>
                  <a:gd name="connsiteY54" fmla="*/ 330085 h 545965"/>
                  <a:gd name="connsiteX55" fmla="*/ 224649 w 607639"/>
                  <a:gd name="connsiteY55" fmla="*/ 321820 h 545965"/>
                  <a:gd name="connsiteX56" fmla="*/ 230346 w 607639"/>
                  <a:gd name="connsiteY56" fmla="*/ 276226 h 545965"/>
                  <a:gd name="connsiteX57" fmla="*/ 234262 w 607639"/>
                  <a:gd name="connsiteY57" fmla="*/ 224501 h 545965"/>
                  <a:gd name="connsiteX58" fmla="*/ 213435 w 607639"/>
                  <a:gd name="connsiteY58" fmla="*/ 230455 h 545965"/>
                  <a:gd name="connsiteX59" fmla="*/ 243251 w 607639"/>
                  <a:gd name="connsiteY59" fmla="*/ 262184 h 545965"/>
                  <a:gd name="connsiteX60" fmla="*/ 243518 w 607639"/>
                  <a:gd name="connsiteY60" fmla="*/ 256585 h 545965"/>
                  <a:gd name="connsiteX61" fmla="*/ 234262 w 607639"/>
                  <a:gd name="connsiteY61" fmla="*/ 224501 h 545965"/>
                  <a:gd name="connsiteX62" fmla="*/ 109387 w 607639"/>
                  <a:gd name="connsiteY62" fmla="*/ 224501 h 545965"/>
                  <a:gd name="connsiteX63" fmla="*/ 100309 w 607639"/>
                  <a:gd name="connsiteY63" fmla="*/ 253563 h 545965"/>
                  <a:gd name="connsiteX64" fmla="*/ 102089 w 607639"/>
                  <a:gd name="connsiteY64" fmla="*/ 253296 h 545965"/>
                  <a:gd name="connsiteX65" fmla="*/ 169377 w 607639"/>
                  <a:gd name="connsiteY65" fmla="*/ 241565 h 545965"/>
                  <a:gd name="connsiteX66" fmla="*/ 169288 w 607639"/>
                  <a:gd name="connsiteY66" fmla="*/ 241565 h 545965"/>
                  <a:gd name="connsiteX67" fmla="*/ 313299 w 607639"/>
                  <a:gd name="connsiteY67" fmla="*/ 221657 h 545965"/>
                  <a:gd name="connsiteX68" fmla="*/ 313299 w 607639"/>
                  <a:gd name="connsiteY68" fmla="*/ 304045 h 545965"/>
                  <a:gd name="connsiteX69" fmla="*/ 345074 w 607639"/>
                  <a:gd name="connsiteY69" fmla="*/ 304045 h 545965"/>
                  <a:gd name="connsiteX70" fmla="*/ 345074 w 607639"/>
                  <a:gd name="connsiteY70" fmla="*/ 221657 h 545965"/>
                  <a:gd name="connsiteX71" fmla="*/ 224827 w 607639"/>
                  <a:gd name="connsiteY71" fmla="*/ 187973 h 545965"/>
                  <a:gd name="connsiteX72" fmla="*/ 182461 w 607639"/>
                  <a:gd name="connsiteY72" fmla="*/ 199971 h 545965"/>
                  <a:gd name="connsiteX73" fmla="*/ 181393 w 607639"/>
                  <a:gd name="connsiteY73" fmla="*/ 200238 h 545965"/>
                  <a:gd name="connsiteX74" fmla="*/ 181393 w 607639"/>
                  <a:gd name="connsiteY74" fmla="*/ 219879 h 545965"/>
                  <a:gd name="connsiteX75" fmla="*/ 229990 w 607639"/>
                  <a:gd name="connsiteY75" fmla="*/ 205926 h 545965"/>
                  <a:gd name="connsiteX76" fmla="*/ 230524 w 607639"/>
                  <a:gd name="connsiteY76" fmla="*/ 205392 h 545965"/>
                  <a:gd name="connsiteX77" fmla="*/ 230524 w 607639"/>
                  <a:gd name="connsiteY77" fmla="*/ 205126 h 545965"/>
                  <a:gd name="connsiteX78" fmla="*/ 118911 w 607639"/>
                  <a:gd name="connsiteY78" fmla="*/ 187973 h 545965"/>
                  <a:gd name="connsiteX79" fmla="*/ 113215 w 607639"/>
                  <a:gd name="connsiteY79" fmla="*/ 205126 h 545965"/>
                  <a:gd name="connsiteX80" fmla="*/ 113215 w 607639"/>
                  <a:gd name="connsiteY80" fmla="*/ 205392 h 545965"/>
                  <a:gd name="connsiteX81" fmla="*/ 113749 w 607639"/>
                  <a:gd name="connsiteY81" fmla="*/ 206014 h 545965"/>
                  <a:gd name="connsiteX82" fmla="*/ 162346 w 607639"/>
                  <a:gd name="connsiteY82" fmla="*/ 219879 h 545965"/>
                  <a:gd name="connsiteX83" fmla="*/ 162346 w 607639"/>
                  <a:gd name="connsiteY83" fmla="*/ 200238 h 545965"/>
                  <a:gd name="connsiteX84" fmla="*/ 161277 w 607639"/>
                  <a:gd name="connsiteY84" fmla="*/ 199971 h 545965"/>
                  <a:gd name="connsiteX85" fmla="*/ 166440 w 607639"/>
                  <a:gd name="connsiteY85" fmla="*/ 141313 h 545965"/>
                  <a:gd name="connsiteX86" fmla="*/ 95147 w 607639"/>
                  <a:gd name="connsiteY86" fmla="*/ 161488 h 545965"/>
                  <a:gd name="connsiteX87" fmla="*/ 166440 w 607639"/>
                  <a:gd name="connsiteY87" fmla="*/ 181662 h 545965"/>
                  <a:gd name="connsiteX88" fmla="*/ 177299 w 607639"/>
                  <a:gd name="connsiteY88" fmla="*/ 181662 h 545965"/>
                  <a:gd name="connsiteX89" fmla="*/ 248592 w 607639"/>
                  <a:gd name="connsiteY89" fmla="*/ 161488 h 545965"/>
                  <a:gd name="connsiteX90" fmla="*/ 177299 w 607639"/>
                  <a:gd name="connsiteY90" fmla="*/ 141313 h 545965"/>
                  <a:gd name="connsiteX91" fmla="*/ 166440 w 607639"/>
                  <a:gd name="connsiteY91" fmla="*/ 141313 h 545965"/>
                  <a:gd name="connsiteX92" fmla="*/ 404618 w 607639"/>
                  <a:gd name="connsiteY92" fmla="*/ 140602 h 545965"/>
                  <a:gd name="connsiteX93" fmla="*/ 404618 w 607639"/>
                  <a:gd name="connsiteY93" fmla="*/ 304045 h 545965"/>
                  <a:gd name="connsiteX94" fmla="*/ 436393 w 607639"/>
                  <a:gd name="connsiteY94" fmla="*/ 304045 h 545965"/>
                  <a:gd name="connsiteX95" fmla="*/ 436393 w 607639"/>
                  <a:gd name="connsiteY95" fmla="*/ 140602 h 545965"/>
                  <a:gd name="connsiteX96" fmla="*/ 495937 w 607639"/>
                  <a:gd name="connsiteY96" fmla="*/ 59547 h 545965"/>
                  <a:gd name="connsiteX97" fmla="*/ 495937 w 607639"/>
                  <a:gd name="connsiteY97" fmla="*/ 304045 h 545965"/>
                  <a:gd name="connsiteX98" fmla="*/ 527712 w 607639"/>
                  <a:gd name="connsiteY98" fmla="*/ 304045 h 545965"/>
                  <a:gd name="connsiteX99" fmla="*/ 527712 w 607639"/>
                  <a:gd name="connsiteY99" fmla="*/ 59547 h 545965"/>
                  <a:gd name="connsiteX100" fmla="*/ 192162 w 607639"/>
                  <a:gd name="connsiteY100" fmla="*/ 19019 h 545965"/>
                  <a:gd name="connsiteX101" fmla="*/ 181393 w 607639"/>
                  <a:gd name="connsiteY101" fmla="*/ 29773 h 545965"/>
                  <a:gd name="connsiteX102" fmla="*/ 181393 w 607639"/>
                  <a:gd name="connsiteY102" fmla="*/ 122827 h 545965"/>
                  <a:gd name="connsiteX103" fmla="*/ 182461 w 607639"/>
                  <a:gd name="connsiteY103" fmla="*/ 123093 h 545965"/>
                  <a:gd name="connsiteX104" fmla="*/ 273246 w 607639"/>
                  <a:gd name="connsiteY104" fmla="*/ 148689 h 545965"/>
                  <a:gd name="connsiteX105" fmla="*/ 282770 w 607639"/>
                  <a:gd name="connsiteY105" fmla="*/ 160421 h 545965"/>
                  <a:gd name="connsiteX106" fmla="*/ 282859 w 607639"/>
                  <a:gd name="connsiteY106" fmla="*/ 161488 h 545965"/>
                  <a:gd name="connsiteX107" fmla="*/ 282859 w 607639"/>
                  <a:gd name="connsiteY107" fmla="*/ 222279 h 545965"/>
                  <a:gd name="connsiteX108" fmla="*/ 273335 w 607639"/>
                  <a:gd name="connsiteY108" fmla="*/ 231789 h 545965"/>
                  <a:gd name="connsiteX109" fmla="*/ 263812 w 607639"/>
                  <a:gd name="connsiteY109" fmla="*/ 222279 h 545965"/>
                  <a:gd name="connsiteX110" fmla="*/ 263812 w 607639"/>
                  <a:gd name="connsiteY110" fmla="*/ 176952 h 545965"/>
                  <a:gd name="connsiteX111" fmla="*/ 243073 w 607639"/>
                  <a:gd name="connsiteY111" fmla="*/ 182818 h 545965"/>
                  <a:gd name="connsiteX112" fmla="*/ 248592 w 607639"/>
                  <a:gd name="connsiteY112" fmla="*/ 199082 h 545965"/>
                  <a:gd name="connsiteX113" fmla="*/ 248503 w 607639"/>
                  <a:gd name="connsiteY113" fmla="*/ 211525 h 545965"/>
                  <a:gd name="connsiteX114" fmla="*/ 262566 w 607639"/>
                  <a:gd name="connsiteY114" fmla="*/ 256585 h 545965"/>
                  <a:gd name="connsiteX115" fmla="*/ 246723 w 607639"/>
                  <a:gd name="connsiteY115" fmla="*/ 304045 h 545965"/>
                  <a:gd name="connsiteX116" fmla="*/ 294252 w 607639"/>
                  <a:gd name="connsiteY116" fmla="*/ 304045 h 545965"/>
                  <a:gd name="connsiteX117" fmla="*/ 294252 w 607639"/>
                  <a:gd name="connsiteY117" fmla="*/ 212147 h 545965"/>
                  <a:gd name="connsiteX118" fmla="*/ 303775 w 607639"/>
                  <a:gd name="connsiteY118" fmla="*/ 202637 h 545965"/>
                  <a:gd name="connsiteX119" fmla="*/ 354508 w 607639"/>
                  <a:gd name="connsiteY119" fmla="*/ 202637 h 545965"/>
                  <a:gd name="connsiteX120" fmla="*/ 364032 w 607639"/>
                  <a:gd name="connsiteY120" fmla="*/ 212147 h 545965"/>
                  <a:gd name="connsiteX121" fmla="*/ 364032 w 607639"/>
                  <a:gd name="connsiteY121" fmla="*/ 304045 h 545965"/>
                  <a:gd name="connsiteX122" fmla="*/ 385660 w 607639"/>
                  <a:gd name="connsiteY122" fmla="*/ 304045 h 545965"/>
                  <a:gd name="connsiteX123" fmla="*/ 385660 w 607639"/>
                  <a:gd name="connsiteY123" fmla="*/ 131092 h 545965"/>
                  <a:gd name="connsiteX124" fmla="*/ 395094 w 607639"/>
                  <a:gd name="connsiteY124" fmla="*/ 121582 h 545965"/>
                  <a:gd name="connsiteX125" fmla="*/ 445916 w 607639"/>
                  <a:gd name="connsiteY125" fmla="*/ 121582 h 545965"/>
                  <a:gd name="connsiteX126" fmla="*/ 455351 w 607639"/>
                  <a:gd name="connsiteY126" fmla="*/ 131092 h 545965"/>
                  <a:gd name="connsiteX127" fmla="*/ 455351 w 607639"/>
                  <a:gd name="connsiteY127" fmla="*/ 304045 h 545965"/>
                  <a:gd name="connsiteX128" fmla="*/ 476979 w 607639"/>
                  <a:gd name="connsiteY128" fmla="*/ 304045 h 545965"/>
                  <a:gd name="connsiteX129" fmla="*/ 476979 w 607639"/>
                  <a:gd name="connsiteY129" fmla="*/ 50037 h 545965"/>
                  <a:gd name="connsiteX130" fmla="*/ 486503 w 607639"/>
                  <a:gd name="connsiteY130" fmla="*/ 40527 h 545965"/>
                  <a:gd name="connsiteX131" fmla="*/ 537236 w 607639"/>
                  <a:gd name="connsiteY131" fmla="*/ 40527 h 545965"/>
                  <a:gd name="connsiteX132" fmla="*/ 546759 w 607639"/>
                  <a:gd name="connsiteY132" fmla="*/ 50037 h 545965"/>
                  <a:gd name="connsiteX133" fmla="*/ 546759 w 607639"/>
                  <a:gd name="connsiteY133" fmla="*/ 304045 h 545965"/>
                  <a:gd name="connsiteX134" fmla="*/ 557529 w 607639"/>
                  <a:gd name="connsiteY134" fmla="*/ 304045 h 545965"/>
                  <a:gd name="connsiteX135" fmla="*/ 567053 w 607639"/>
                  <a:gd name="connsiteY135" fmla="*/ 313465 h 545965"/>
                  <a:gd name="connsiteX136" fmla="*/ 557529 w 607639"/>
                  <a:gd name="connsiteY136" fmla="*/ 322975 h 545965"/>
                  <a:gd name="connsiteX137" fmla="*/ 243697 w 607639"/>
                  <a:gd name="connsiteY137" fmla="*/ 322975 h 545965"/>
                  <a:gd name="connsiteX138" fmla="*/ 243518 w 607639"/>
                  <a:gd name="connsiteY138" fmla="*/ 324219 h 545965"/>
                  <a:gd name="connsiteX139" fmla="*/ 231503 w 607639"/>
                  <a:gd name="connsiteY139" fmla="*/ 344572 h 545965"/>
                  <a:gd name="connsiteX140" fmla="*/ 577822 w 607639"/>
                  <a:gd name="connsiteY140" fmla="*/ 344572 h 545965"/>
                  <a:gd name="connsiteX141" fmla="*/ 588592 w 607639"/>
                  <a:gd name="connsiteY141" fmla="*/ 333729 h 545965"/>
                  <a:gd name="connsiteX142" fmla="*/ 588592 w 607639"/>
                  <a:gd name="connsiteY142" fmla="*/ 29773 h 545965"/>
                  <a:gd name="connsiteX143" fmla="*/ 577822 w 607639"/>
                  <a:gd name="connsiteY143" fmla="*/ 19019 h 545965"/>
                  <a:gd name="connsiteX144" fmla="*/ 192162 w 607639"/>
                  <a:gd name="connsiteY144" fmla="*/ 0 h 545965"/>
                  <a:gd name="connsiteX145" fmla="*/ 577822 w 607639"/>
                  <a:gd name="connsiteY145" fmla="*/ 0 h 545965"/>
                  <a:gd name="connsiteX146" fmla="*/ 607639 w 607639"/>
                  <a:gd name="connsiteY146" fmla="*/ 29773 h 545965"/>
                  <a:gd name="connsiteX147" fmla="*/ 607639 w 607639"/>
                  <a:gd name="connsiteY147" fmla="*/ 333729 h 545965"/>
                  <a:gd name="connsiteX148" fmla="*/ 577822 w 607639"/>
                  <a:gd name="connsiteY148" fmla="*/ 363503 h 545965"/>
                  <a:gd name="connsiteX149" fmla="*/ 211833 w 607639"/>
                  <a:gd name="connsiteY149" fmla="*/ 363503 h 545965"/>
                  <a:gd name="connsiteX150" fmla="*/ 211833 w 607639"/>
                  <a:gd name="connsiteY150" fmla="*/ 369813 h 545965"/>
                  <a:gd name="connsiteX151" fmla="*/ 219220 w 607639"/>
                  <a:gd name="connsiteY151" fmla="*/ 380034 h 545965"/>
                  <a:gd name="connsiteX152" fmla="*/ 252330 w 607639"/>
                  <a:gd name="connsiteY152" fmla="*/ 391054 h 545965"/>
                  <a:gd name="connsiteX153" fmla="*/ 272712 w 607639"/>
                  <a:gd name="connsiteY153" fmla="*/ 419317 h 545965"/>
                  <a:gd name="connsiteX154" fmla="*/ 272712 w 607639"/>
                  <a:gd name="connsiteY154" fmla="*/ 526946 h 545965"/>
                  <a:gd name="connsiteX155" fmla="*/ 334215 w 607639"/>
                  <a:gd name="connsiteY155" fmla="*/ 526946 h 545965"/>
                  <a:gd name="connsiteX156" fmla="*/ 343738 w 607639"/>
                  <a:gd name="connsiteY156" fmla="*/ 536455 h 545965"/>
                  <a:gd name="connsiteX157" fmla="*/ 334215 w 607639"/>
                  <a:gd name="connsiteY157" fmla="*/ 545965 h 545965"/>
                  <a:gd name="connsiteX158" fmla="*/ 9524 w 607639"/>
                  <a:gd name="connsiteY158" fmla="*/ 545965 h 545965"/>
                  <a:gd name="connsiteX159" fmla="*/ 0 w 607639"/>
                  <a:gd name="connsiteY159" fmla="*/ 536455 h 545965"/>
                  <a:gd name="connsiteX160" fmla="*/ 9524 w 607639"/>
                  <a:gd name="connsiteY160" fmla="*/ 526946 h 545965"/>
                  <a:gd name="connsiteX161" fmla="*/ 71026 w 607639"/>
                  <a:gd name="connsiteY161" fmla="*/ 526946 h 545965"/>
                  <a:gd name="connsiteX162" fmla="*/ 71026 w 607639"/>
                  <a:gd name="connsiteY162" fmla="*/ 419317 h 545965"/>
                  <a:gd name="connsiteX163" fmla="*/ 91408 w 607639"/>
                  <a:gd name="connsiteY163" fmla="*/ 391054 h 545965"/>
                  <a:gd name="connsiteX164" fmla="*/ 124518 w 607639"/>
                  <a:gd name="connsiteY164" fmla="*/ 380034 h 545965"/>
                  <a:gd name="connsiteX165" fmla="*/ 131906 w 607639"/>
                  <a:gd name="connsiteY165" fmla="*/ 369813 h 545965"/>
                  <a:gd name="connsiteX166" fmla="*/ 131906 w 607639"/>
                  <a:gd name="connsiteY166" fmla="*/ 354882 h 545965"/>
                  <a:gd name="connsiteX167" fmla="*/ 116419 w 607639"/>
                  <a:gd name="connsiteY167" fmla="*/ 347149 h 545965"/>
                  <a:gd name="connsiteX168" fmla="*/ 100220 w 607639"/>
                  <a:gd name="connsiteY168" fmla="*/ 324219 h 545965"/>
                  <a:gd name="connsiteX169" fmla="*/ 97817 w 607639"/>
                  <a:gd name="connsiteY169" fmla="*/ 305111 h 545965"/>
                  <a:gd name="connsiteX170" fmla="*/ 81173 w 607639"/>
                  <a:gd name="connsiteY170" fmla="*/ 256585 h 545965"/>
                  <a:gd name="connsiteX171" fmla="*/ 95147 w 607639"/>
                  <a:gd name="connsiteY171" fmla="*/ 211525 h 545965"/>
                  <a:gd name="connsiteX172" fmla="*/ 95147 w 607639"/>
                  <a:gd name="connsiteY172" fmla="*/ 199082 h 545965"/>
                  <a:gd name="connsiteX173" fmla="*/ 100576 w 607639"/>
                  <a:gd name="connsiteY173" fmla="*/ 182818 h 545965"/>
                  <a:gd name="connsiteX174" fmla="*/ 70492 w 607639"/>
                  <a:gd name="connsiteY174" fmla="*/ 174286 h 545965"/>
                  <a:gd name="connsiteX175" fmla="*/ 60880 w 607639"/>
                  <a:gd name="connsiteY175" fmla="*/ 161488 h 545965"/>
                  <a:gd name="connsiteX176" fmla="*/ 70492 w 607639"/>
                  <a:gd name="connsiteY176" fmla="*/ 148689 h 545965"/>
                  <a:gd name="connsiteX177" fmla="*/ 161277 w 607639"/>
                  <a:gd name="connsiteY177" fmla="*/ 123093 h 545965"/>
                  <a:gd name="connsiteX178" fmla="*/ 162346 w 607639"/>
                  <a:gd name="connsiteY178" fmla="*/ 122827 h 545965"/>
                  <a:gd name="connsiteX179" fmla="*/ 162346 w 607639"/>
                  <a:gd name="connsiteY179" fmla="*/ 29773 h 545965"/>
                  <a:gd name="connsiteX180" fmla="*/ 192162 w 607639"/>
                  <a:gd name="connsiteY180" fmla="*/ 0 h 545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</a:cxnLst>
                <a:rect l="l" t="t" r="r" b="b"/>
                <a:pathLst>
                  <a:path w="607639" h="545965">
                    <a:moveTo>
                      <a:pt x="171888" y="486408"/>
                    </a:moveTo>
                    <a:lnTo>
                      <a:pt x="171977" y="486408"/>
                    </a:lnTo>
                    <a:cubicBezTo>
                      <a:pt x="177225" y="486408"/>
                      <a:pt x="181494" y="490666"/>
                      <a:pt x="181494" y="495899"/>
                    </a:cubicBezTo>
                    <a:cubicBezTo>
                      <a:pt x="181494" y="501132"/>
                      <a:pt x="177225" y="505390"/>
                      <a:pt x="171977" y="505390"/>
                    </a:cubicBezTo>
                    <a:cubicBezTo>
                      <a:pt x="166729" y="505390"/>
                      <a:pt x="162371" y="501132"/>
                      <a:pt x="162371" y="495899"/>
                    </a:cubicBezTo>
                    <a:cubicBezTo>
                      <a:pt x="162371" y="490666"/>
                      <a:pt x="166640" y="486408"/>
                      <a:pt x="171888" y="486408"/>
                    </a:cubicBezTo>
                    <a:close/>
                    <a:moveTo>
                      <a:pt x="121136" y="464910"/>
                    </a:moveTo>
                    <a:cubicBezTo>
                      <a:pt x="120780" y="464910"/>
                      <a:pt x="120513" y="465177"/>
                      <a:pt x="120513" y="465532"/>
                    </a:cubicBezTo>
                    <a:lnTo>
                      <a:pt x="120513" y="526323"/>
                    </a:lnTo>
                    <a:cubicBezTo>
                      <a:pt x="120513" y="526679"/>
                      <a:pt x="120780" y="526946"/>
                      <a:pt x="121136" y="526946"/>
                    </a:cubicBezTo>
                    <a:lnTo>
                      <a:pt x="222602" y="526946"/>
                    </a:lnTo>
                    <a:cubicBezTo>
                      <a:pt x="222958" y="526946"/>
                      <a:pt x="223225" y="526679"/>
                      <a:pt x="223225" y="526323"/>
                    </a:cubicBezTo>
                    <a:lnTo>
                      <a:pt x="223225" y="465532"/>
                    </a:lnTo>
                    <a:cubicBezTo>
                      <a:pt x="223225" y="465177"/>
                      <a:pt x="222958" y="464910"/>
                      <a:pt x="222602" y="464910"/>
                    </a:cubicBezTo>
                    <a:lnTo>
                      <a:pt x="171869" y="464910"/>
                    </a:lnTo>
                    <a:close/>
                    <a:moveTo>
                      <a:pt x="212990" y="397987"/>
                    </a:moveTo>
                    <a:cubicBezTo>
                      <a:pt x="204178" y="406163"/>
                      <a:pt x="193231" y="411585"/>
                      <a:pt x="181393" y="413451"/>
                    </a:cubicBezTo>
                    <a:lnTo>
                      <a:pt x="181393" y="445891"/>
                    </a:lnTo>
                    <a:lnTo>
                      <a:pt x="222602" y="445891"/>
                    </a:lnTo>
                    <a:cubicBezTo>
                      <a:pt x="233461" y="445891"/>
                      <a:pt x="242272" y="454689"/>
                      <a:pt x="242272" y="465532"/>
                    </a:cubicBezTo>
                    <a:lnTo>
                      <a:pt x="242272" y="526323"/>
                    </a:lnTo>
                    <a:cubicBezTo>
                      <a:pt x="242272" y="526501"/>
                      <a:pt x="242272" y="526679"/>
                      <a:pt x="242272" y="526946"/>
                    </a:cubicBezTo>
                    <a:lnTo>
                      <a:pt x="253665" y="526946"/>
                    </a:lnTo>
                    <a:lnTo>
                      <a:pt x="253665" y="419317"/>
                    </a:lnTo>
                    <a:cubicBezTo>
                      <a:pt x="253665" y="414695"/>
                      <a:pt x="250728" y="410518"/>
                      <a:pt x="246278" y="409096"/>
                    </a:cubicBezTo>
                    <a:lnTo>
                      <a:pt x="213168" y="398075"/>
                    </a:lnTo>
                    <a:cubicBezTo>
                      <a:pt x="213079" y="398075"/>
                      <a:pt x="213079" y="397987"/>
                      <a:pt x="212990" y="397987"/>
                    </a:cubicBezTo>
                    <a:close/>
                    <a:moveTo>
                      <a:pt x="130749" y="397987"/>
                    </a:moveTo>
                    <a:cubicBezTo>
                      <a:pt x="130660" y="397987"/>
                      <a:pt x="130571" y="398075"/>
                      <a:pt x="130571" y="398075"/>
                    </a:cubicBezTo>
                    <a:lnTo>
                      <a:pt x="97372" y="409096"/>
                    </a:lnTo>
                    <a:cubicBezTo>
                      <a:pt x="93010" y="410518"/>
                      <a:pt x="90073" y="414695"/>
                      <a:pt x="90073" y="419317"/>
                    </a:cubicBezTo>
                    <a:lnTo>
                      <a:pt x="90073" y="526946"/>
                    </a:lnTo>
                    <a:lnTo>
                      <a:pt x="101555" y="526946"/>
                    </a:lnTo>
                    <a:cubicBezTo>
                      <a:pt x="101466" y="526679"/>
                      <a:pt x="101466" y="526501"/>
                      <a:pt x="101466" y="526323"/>
                    </a:cubicBezTo>
                    <a:lnTo>
                      <a:pt x="101466" y="465532"/>
                    </a:lnTo>
                    <a:cubicBezTo>
                      <a:pt x="101466" y="454689"/>
                      <a:pt x="110277" y="445891"/>
                      <a:pt x="121136" y="445891"/>
                    </a:cubicBezTo>
                    <a:lnTo>
                      <a:pt x="162346" y="445891"/>
                    </a:lnTo>
                    <a:lnTo>
                      <a:pt x="162346" y="413451"/>
                    </a:lnTo>
                    <a:cubicBezTo>
                      <a:pt x="150508" y="411585"/>
                      <a:pt x="139560" y="406163"/>
                      <a:pt x="130749" y="397987"/>
                    </a:cubicBezTo>
                    <a:close/>
                    <a:moveTo>
                      <a:pt x="150953" y="364303"/>
                    </a:moveTo>
                    <a:lnTo>
                      <a:pt x="150953" y="369813"/>
                    </a:lnTo>
                    <a:cubicBezTo>
                      <a:pt x="150953" y="375768"/>
                      <a:pt x="149173" y="381367"/>
                      <a:pt x="146058" y="386077"/>
                    </a:cubicBezTo>
                    <a:cubicBezTo>
                      <a:pt x="153356" y="391943"/>
                      <a:pt x="162435" y="395231"/>
                      <a:pt x="171869" y="395231"/>
                    </a:cubicBezTo>
                    <a:cubicBezTo>
                      <a:pt x="181304" y="395231"/>
                      <a:pt x="190382" y="391943"/>
                      <a:pt x="197681" y="386077"/>
                    </a:cubicBezTo>
                    <a:cubicBezTo>
                      <a:pt x="194566" y="381367"/>
                      <a:pt x="192785" y="375768"/>
                      <a:pt x="192785" y="369813"/>
                    </a:cubicBezTo>
                    <a:lnTo>
                      <a:pt x="192785" y="364303"/>
                    </a:lnTo>
                    <a:cubicBezTo>
                      <a:pt x="186199" y="367324"/>
                      <a:pt x="178990" y="368835"/>
                      <a:pt x="171869" y="368835"/>
                    </a:cubicBezTo>
                    <a:cubicBezTo>
                      <a:pt x="164660" y="368835"/>
                      <a:pt x="157539" y="367324"/>
                      <a:pt x="150953" y="364303"/>
                    </a:cubicBezTo>
                    <a:close/>
                    <a:moveTo>
                      <a:pt x="201597" y="245564"/>
                    </a:moveTo>
                    <a:cubicBezTo>
                      <a:pt x="174806" y="265739"/>
                      <a:pt x="132529" y="270716"/>
                      <a:pt x="112859" y="271960"/>
                    </a:cubicBezTo>
                    <a:lnTo>
                      <a:pt x="119089" y="321820"/>
                    </a:lnTo>
                    <a:cubicBezTo>
                      <a:pt x="119534" y="325375"/>
                      <a:pt x="121670" y="328486"/>
                      <a:pt x="124963" y="330085"/>
                    </a:cubicBezTo>
                    <a:lnTo>
                      <a:pt x="157984" y="346616"/>
                    </a:lnTo>
                    <a:cubicBezTo>
                      <a:pt x="166707" y="350971"/>
                      <a:pt x="177032" y="350971"/>
                      <a:pt x="185754" y="346616"/>
                    </a:cubicBezTo>
                    <a:lnTo>
                      <a:pt x="218775" y="330085"/>
                    </a:lnTo>
                    <a:cubicBezTo>
                      <a:pt x="221979" y="328486"/>
                      <a:pt x="224204" y="325375"/>
                      <a:pt x="224649" y="321820"/>
                    </a:cubicBezTo>
                    <a:lnTo>
                      <a:pt x="230346" y="276226"/>
                    </a:lnTo>
                    <a:close/>
                    <a:moveTo>
                      <a:pt x="234262" y="224501"/>
                    </a:moveTo>
                    <a:lnTo>
                      <a:pt x="213435" y="230455"/>
                    </a:lnTo>
                    <a:lnTo>
                      <a:pt x="243251" y="262184"/>
                    </a:lnTo>
                    <a:cubicBezTo>
                      <a:pt x="243429" y="260318"/>
                      <a:pt x="243518" y="258451"/>
                      <a:pt x="243518" y="256585"/>
                    </a:cubicBezTo>
                    <a:cubicBezTo>
                      <a:pt x="243518" y="245209"/>
                      <a:pt x="240314" y="234277"/>
                      <a:pt x="234262" y="224501"/>
                    </a:cubicBezTo>
                    <a:close/>
                    <a:moveTo>
                      <a:pt x="109387" y="224501"/>
                    </a:moveTo>
                    <a:cubicBezTo>
                      <a:pt x="103869" y="233388"/>
                      <a:pt x="100754" y="243253"/>
                      <a:pt x="100309" y="253563"/>
                    </a:cubicBezTo>
                    <a:cubicBezTo>
                      <a:pt x="100843" y="253385"/>
                      <a:pt x="101466" y="253296"/>
                      <a:pt x="102089" y="253296"/>
                    </a:cubicBezTo>
                    <a:cubicBezTo>
                      <a:pt x="102623" y="253296"/>
                      <a:pt x="139382" y="253119"/>
                      <a:pt x="169377" y="241565"/>
                    </a:cubicBezTo>
                    <a:cubicBezTo>
                      <a:pt x="169288" y="241565"/>
                      <a:pt x="169288" y="241565"/>
                      <a:pt x="169288" y="241565"/>
                    </a:cubicBezTo>
                    <a:close/>
                    <a:moveTo>
                      <a:pt x="313299" y="221657"/>
                    </a:moveTo>
                    <a:lnTo>
                      <a:pt x="313299" y="304045"/>
                    </a:lnTo>
                    <a:lnTo>
                      <a:pt x="345074" y="304045"/>
                    </a:lnTo>
                    <a:lnTo>
                      <a:pt x="345074" y="221657"/>
                    </a:lnTo>
                    <a:close/>
                    <a:moveTo>
                      <a:pt x="224827" y="187973"/>
                    </a:moveTo>
                    <a:lnTo>
                      <a:pt x="182461" y="199971"/>
                    </a:lnTo>
                    <a:cubicBezTo>
                      <a:pt x="182105" y="200060"/>
                      <a:pt x="181749" y="200149"/>
                      <a:pt x="181393" y="200238"/>
                    </a:cubicBezTo>
                    <a:lnTo>
                      <a:pt x="181393" y="219879"/>
                    </a:lnTo>
                    <a:lnTo>
                      <a:pt x="229990" y="205926"/>
                    </a:lnTo>
                    <a:cubicBezTo>
                      <a:pt x="230168" y="205748"/>
                      <a:pt x="230346" y="205570"/>
                      <a:pt x="230524" y="205392"/>
                    </a:cubicBezTo>
                    <a:cubicBezTo>
                      <a:pt x="230524" y="205303"/>
                      <a:pt x="230524" y="205215"/>
                      <a:pt x="230524" y="205126"/>
                    </a:cubicBezTo>
                    <a:close/>
                    <a:moveTo>
                      <a:pt x="118911" y="187973"/>
                    </a:moveTo>
                    <a:lnTo>
                      <a:pt x="113215" y="205126"/>
                    </a:lnTo>
                    <a:cubicBezTo>
                      <a:pt x="113215" y="205215"/>
                      <a:pt x="113215" y="205303"/>
                      <a:pt x="113215" y="205392"/>
                    </a:cubicBezTo>
                    <a:cubicBezTo>
                      <a:pt x="113393" y="205570"/>
                      <a:pt x="113571" y="205748"/>
                      <a:pt x="113749" y="206014"/>
                    </a:cubicBezTo>
                    <a:lnTo>
                      <a:pt x="162346" y="219879"/>
                    </a:lnTo>
                    <a:lnTo>
                      <a:pt x="162346" y="200238"/>
                    </a:lnTo>
                    <a:cubicBezTo>
                      <a:pt x="161990" y="200149"/>
                      <a:pt x="161634" y="200060"/>
                      <a:pt x="161277" y="199971"/>
                    </a:cubicBezTo>
                    <a:close/>
                    <a:moveTo>
                      <a:pt x="166440" y="141313"/>
                    </a:moveTo>
                    <a:lnTo>
                      <a:pt x="95147" y="161488"/>
                    </a:lnTo>
                    <a:lnTo>
                      <a:pt x="166440" y="181662"/>
                    </a:lnTo>
                    <a:cubicBezTo>
                      <a:pt x="170000" y="182640"/>
                      <a:pt x="173738" y="182640"/>
                      <a:pt x="177299" y="181662"/>
                    </a:cubicBezTo>
                    <a:lnTo>
                      <a:pt x="248592" y="161488"/>
                    </a:lnTo>
                    <a:lnTo>
                      <a:pt x="177299" y="141313"/>
                    </a:lnTo>
                    <a:cubicBezTo>
                      <a:pt x="173738" y="140335"/>
                      <a:pt x="170000" y="140335"/>
                      <a:pt x="166440" y="141313"/>
                    </a:cubicBezTo>
                    <a:close/>
                    <a:moveTo>
                      <a:pt x="404618" y="140602"/>
                    </a:moveTo>
                    <a:lnTo>
                      <a:pt x="404618" y="304045"/>
                    </a:lnTo>
                    <a:lnTo>
                      <a:pt x="436393" y="304045"/>
                    </a:lnTo>
                    <a:lnTo>
                      <a:pt x="436393" y="140602"/>
                    </a:lnTo>
                    <a:close/>
                    <a:moveTo>
                      <a:pt x="495937" y="59547"/>
                    </a:moveTo>
                    <a:lnTo>
                      <a:pt x="495937" y="304045"/>
                    </a:lnTo>
                    <a:lnTo>
                      <a:pt x="527712" y="304045"/>
                    </a:lnTo>
                    <a:lnTo>
                      <a:pt x="527712" y="59547"/>
                    </a:lnTo>
                    <a:close/>
                    <a:moveTo>
                      <a:pt x="192162" y="19019"/>
                    </a:moveTo>
                    <a:cubicBezTo>
                      <a:pt x="186199" y="19019"/>
                      <a:pt x="181393" y="23819"/>
                      <a:pt x="181393" y="29773"/>
                    </a:cubicBezTo>
                    <a:lnTo>
                      <a:pt x="181393" y="122827"/>
                    </a:lnTo>
                    <a:cubicBezTo>
                      <a:pt x="181749" y="122915"/>
                      <a:pt x="182105" y="123004"/>
                      <a:pt x="182461" y="123093"/>
                    </a:cubicBezTo>
                    <a:lnTo>
                      <a:pt x="273246" y="148689"/>
                    </a:lnTo>
                    <a:cubicBezTo>
                      <a:pt x="278676" y="150289"/>
                      <a:pt x="282325" y="154911"/>
                      <a:pt x="282770" y="160421"/>
                    </a:cubicBezTo>
                    <a:cubicBezTo>
                      <a:pt x="282859" y="160777"/>
                      <a:pt x="282859" y="161132"/>
                      <a:pt x="282859" y="161488"/>
                    </a:cubicBezTo>
                    <a:lnTo>
                      <a:pt x="282859" y="222279"/>
                    </a:lnTo>
                    <a:cubicBezTo>
                      <a:pt x="282859" y="227522"/>
                      <a:pt x="278587" y="231789"/>
                      <a:pt x="273335" y="231789"/>
                    </a:cubicBezTo>
                    <a:cubicBezTo>
                      <a:pt x="268084" y="231789"/>
                      <a:pt x="263812" y="227522"/>
                      <a:pt x="263812" y="222279"/>
                    </a:cubicBezTo>
                    <a:lnTo>
                      <a:pt x="263812" y="176952"/>
                    </a:lnTo>
                    <a:lnTo>
                      <a:pt x="243073" y="182818"/>
                    </a:lnTo>
                    <a:lnTo>
                      <a:pt x="248592" y="199082"/>
                    </a:lnTo>
                    <a:cubicBezTo>
                      <a:pt x="249927" y="203170"/>
                      <a:pt x="249838" y="207525"/>
                      <a:pt x="248503" y="211525"/>
                    </a:cubicBezTo>
                    <a:cubicBezTo>
                      <a:pt x="257759" y="224945"/>
                      <a:pt x="262566" y="240409"/>
                      <a:pt x="262566" y="256585"/>
                    </a:cubicBezTo>
                    <a:cubicBezTo>
                      <a:pt x="262566" y="273649"/>
                      <a:pt x="257136" y="290002"/>
                      <a:pt x="246723" y="304045"/>
                    </a:cubicBezTo>
                    <a:lnTo>
                      <a:pt x="294252" y="304045"/>
                    </a:lnTo>
                    <a:lnTo>
                      <a:pt x="294252" y="212147"/>
                    </a:lnTo>
                    <a:cubicBezTo>
                      <a:pt x="294252" y="206903"/>
                      <a:pt x="298524" y="202637"/>
                      <a:pt x="303775" y="202637"/>
                    </a:cubicBezTo>
                    <a:lnTo>
                      <a:pt x="354508" y="202637"/>
                    </a:lnTo>
                    <a:cubicBezTo>
                      <a:pt x="359759" y="202637"/>
                      <a:pt x="364032" y="206903"/>
                      <a:pt x="364032" y="212147"/>
                    </a:cubicBezTo>
                    <a:lnTo>
                      <a:pt x="364032" y="304045"/>
                    </a:lnTo>
                    <a:lnTo>
                      <a:pt x="385660" y="304045"/>
                    </a:lnTo>
                    <a:lnTo>
                      <a:pt x="385660" y="131092"/>
                    </a:lnTo>
                    <a:cubicBezTo>
                      <a:pt x="385660" y="125848"/>
                      <a:pt x="389843" y="121582"/>
                      <a:pt x="395094" y="121582"/>
                    </a:cubicBezTo>
                    <a:lnTo>
                      <a:pt x="445916" y="121582"/>
                    </a:lnTo>
                    <a:cubicBezTo>
                      <a:pt x="451168" y="121582"/>
                      <a:pt x="455351" y="125848"/>
                      <a:pt x="455351" y="131092"/>
                    </a:cubicBezTo>
                    <a:lnTo>
                      <a:pt x="455351" y="304045"/>
                    </a:lnTo>
                    <a:lnTo>
                      <a:pt x="476979" y="304045"/>
                    </a:lnTo>
                    <a:lnTo>
                      <a:pt x="476979" y="50037"/>
                    </a:lnTo>
                    <a:cubicBezTo>
                      <a:pt x="476979" y="44793"/>
                      <a:pt x="481252" y="40527"/>
                      <a:pt x="486503" y="40527"/>
                    </a:cubicBezTo>
                    <a:lnTo>
                      <a:pt x="537236" y="40527"/>
                    </a:lnTo>
                    <a:cubicBezTo>
                      <a:pt x="542487" y="40527"/>
                      <a:pt x="546759" y="44793"/>
                      <a:pt x="546759" y="50037"/>
                    </a:cubicBezTo>
                    <a:lnTo>
                      <a:pt x="546759" y="304045"/>
                    </a:lnTo>
                    <a:lnTo>
                      <a:pt x="557529" y="304045"/>
                    </a:lnTo>
                    <a:cubicBezTo>
                      <a:pt x="562780" y="304045"/>
                      <a:pt x="567053" y="308222"/>
                      <a:pt x="567053" y="313465"/>
                    </a:cubicBezTo>
                    <a:cubicBezTo>
                      <a:pt x="567053" y="318709"/>
                      <a:pt x="562780" y="322975"/>
                      <a:pt x="557529" y="322975"/>
                    </a:cubicBezTo>
                    <a:lnTo>
                      <a:pt x="243697" y="322975"/>
                    </a:lnTo>
                    <a:lnTo>
                      <a:pt x="243518" y="324219"/>
                    </a:lnTo>
                    <a:cubicBezTo>
                      <a:pt x="242539" y="332396"/>
                      <a:pt x="238089" y="339773"/>
                      <a:pt x="231503" y="344572"/>
                    </a:cubicBezTo>
                    <a:lnTo>
                      <a:pt x="577822" y="344572"/>
                    </a:lnTo>
                    <a:cubicBezTo>
                      <a:pt x="583786" y="344572"/>
                      <a:pt x="588592" y="339684"/>
                      <a:pt x="588592" y="333729"/>
                    </a:cubicBezTo>
                    <a:lnTo>
                      <a:pt x="588592" y="29773"/>
                    </a:lnTo>
                    <a:cubicBezTo>
                      <a:pt x="588592" y="23819"/>
                      <a:pt x="583786" y="19019"/>
                      <a:pt x="577822" y="19019"/>
                    </a:cubicBezTo>
                    <a:close/>
                    <a:moveTo>
                      <a:pt x="192162" y="0"/>
                    </a:moveTo>
                    <a:lnTo>
                      <a:pt x="577822" y="0"/>
                    </a:lnTo>
                    <a:cubicBezTo>
                      <a:pt x="594199" y="0"/>
                      <a:pt x="607639" y="13331"/>
                      <a:pt x="607639" y="29773"/>
                    </a:cubicBezTo>
                    <a:lnTo>
                      <a:pt x="607639" y="333729"/>
                    </a:lnTo>
                    <a:cubicBezTo>
                      <a:pt x="607639" y="350171"/>
                      <a:pt x="594199" y="363503"/>
                      <a:pt x="577822" y="363503"/>
                    </a:cubicBezTo>
                    <a:lnTo>
                      <a:pt x="211833" y="363503"/>
                    </a:lnTo>
                    <a:lnTo>
                      <a:pt x="211833" y="369813"/>
                    </a:lnTo>
                    <a:cubicBezTo>
                      <a:pt x="211833" y="374434"/>
                      <a:pt x="214770" y="378612"/>
                      <a:pt x="219220" y="380034"/>
                    </a:cubicBezTo>
                    <a:lnTo>
                      <a:pt x="252330" y="391054"/>
                    </a:lnTo>
                    <a:cubicBezTo>
                      <a:pt x="264524" y="395143"/>
                      <a:pt x="272712" y="406519"/>
                      <a:pt x="272712" y="419317"/>
                    </a:cubicBezTo>
                    <a:lnTo>
                      <a:pt x="272712" y="526946"/>
                    </a:lnTo>
                    <a:lnTo>
                      <a:pt x="334215" y="526946"/>
                    </a:lnTo>
                    <a:cubicBezTo>
                      <a:pt x="339466" y="526946"/>
                      <a:pt x="343738" y="531212"/>
                      <a:pt x="343738" y="536455"/>
                    </a:cubicBezTo>
                    <a:cubicBezTo>
                      <a:pt x="343738" y="541699"/>
                      <a:pt x="339466" y="545965"/>
                      <a:pt x="334215" y="545965"/>
                    </a:cubicBezTo>
                    <a:lnTo>
                      <a:pt x="9524" y="545965"/>
                    </a:lnTo>
                    <a:cubicBezTo>
                      <a:pt x="4272" y="545965"/>
                      <a:pt x="0" y="541699"/>
                      <a:pt x="0" y="536455"/>
                    </a:cubicBezTo>
                    <a:cubicBezTo>
                      <a:pt x="0" y="531212"/>
                      <a:pt x="4272" y="526946"/>
                      <a:pt x="9524" y="526946"/>
                    </a:cubicBezTo>
                    <a:lnTo>
                      <a:pt x="71026" y="526946"/>
                    </a:lnTo>
                    <a:lnTo>
                      <a:pt x="71026" y="419317"/>
                    </a:lnTo>
                    <a:cubicBezTo>
                      <a:pt x="71026" y="406430"/>
                      <a:pt x="79215" y="395143"/>
                      <a:pt x="91408" y="391054"/>
                    </a:cubicBezTo>
                    <a:lnTo>
                      <a:pt x="124518" y="380034"/>
                    </a:lnTo>
                    <a:cubicBezTo>
                      <a:pt x="128969" y="378612"/>
                      <a:pt x="131906" y="374434"/>
                      <a:pt x="131906" y="369813"/>
                    </a:cubicBezTo>
                    <a:lnTo>
                      <a:pt x="131906" y="354882"/>
                    </a:lnTo>
                    <a:lnTo>
                      <a:pt x="116419" y="347149"/>
                    </a:lnTo>
                    <a:cubicBezTo>
                      <a:pt x="107518" y="342617"/>
                      <a:pt x="101466" y="334085"/>
                      <a:pt x="100220" y="324219"/>
                    </a:cubicBezTo>
                    <a:lnTo>
                      <a:pt x="97817" y="305111"/>
                    </a:lnTo>
                    <a:cubicBezTo>
                      <a:pt x="86869" y="290891"/>
                      <a:pt x="81173" y="274093"/>
                      <a:pt x="81173" y="256585"/>
                    </a:cubicBezTo>
                    <a:cubicBezTo>
                      <a:pt x="81173" y="240409"/>
                      <a:pt x="85979" y="224945"/>
                      <a:pt x="95147" y="211525"/>
                    </a:cubicBezTo>
                    <a:cubicBezTo>
                      <a:pt x="93811" y="207525"/>
                      <a:pt x="93811" y="203170"/>
                      <a:pt x="95147" y="199082"/>
                    </a:cubicBezTo>
                    <a:lnTo>
                      <a:pt x="100576" y="182818"/>
                    </a:lnTo>
                    <a:lnTo>
                      <a:pt x="70492" y="174286"/>
                    </a:lnTo>
                    <a:cubicBezTo>
                      <a:pt x="64707" y="172686"/>
                      <a:pt x="60880" y="167531"/>
                      <a:pt x="60880" y="161488"/>
                    </a:cubicBezTo>
                    <a:cubicBezTo>
                      <a:pt x="60880" y="155444"/>
                      <a:pt x="64707" y="150378"/>
                      <a:pt x="70492" y="148689"/>
                    </a:cubicBezTo>
                    <a:lnTo>
                      <a:pt x="161277" y="123093"/>
                    </a:lnTo>
                    <a:cubicBezTo>
                      <a:pt x="161634" y="123004"/>
                      <a:pt x="161990" y="122915"/>
                      <a:pt x="162346" y="122827"/>
                    </a:cubicBezTo>
                    <a:lnTo>
                      <a:pt x="162346" y="29773"/>
                    </a:lnTo>
                    <a:cubicBezTo>
                      <a:pt x="162346" y="13331"/>
                      <a:pt x="175696" y="0"/>
                      <a:pt x="192162" y="0"/>
                    </a:cubicBezTo>
                    <a:close/>
                  </a:path>
                </a:pathLst>
              </a:cu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alpha val="70000"/>
                    </a:prstClr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51" name="iconfont-11607-6172721">
                <a:extLst>
                  <a:ext uri="{FF2B5EF4-FFF2-40B4-BE49-F238E27FC236}">
                    <a16:creationId xmlns:a16="http://schemas.microsoft.com/office/drawing/2014/main" id="{528E5991-6BD2-1E3B-1156-F57EFA3C52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708131" y="279672"/>
                <a:ext cx="213298" cy="191648"/>
              </a:xfrm>
              <a:custGeom>
                <a:avLst/>
                <a:gdLst>
                  <a:gd name="connsiteX0" fmla="*/ 171888 w 607639"/>
                  <a:gd name="connsiteY0" fmla="*/ 486408 h 545965"/>
                  <a:gd name="connsiteX1" fmla="*/ 171977 w 607639"/>
                  <a:gd name="connsiteY1" fmla="*/ 486408 h 545965"/>
                  <a:gd name="connsiteX2" fmla="*/ 181494 w 607639"/>
                  <a:gd name="connsiteY2" fmla="*/ 495899 h 545965"/>
                  <a:gd name="connsiteX3" fmla="*/ 171977 w 607639"/>
                  <a:gd name="connsiteY3" fmla="*/ 505390 h 545965"/>
                  <a:gd name="connsiteX4" fmla="*/ 162371 w 607639"/>
                  <a:gd name="connsiteY4" fmla="*/ 495899 h 545965"/>
                  <a:gd name="connsiteX5" fmla="*/ 171888 w 607639"/>
                  <a:gd name="connsiteY5" fmla="*/ 486408 h 545965"/>
                  <a:gd name="connsiteX6" fmla="*/ 121136 w 607639"/>
                  <a:gd name="connsiteY6" fmla="*/ 464910 h 545965"/>
                  <a:gd name="connsiteX7" fmla="*/ 120513 w 607639"/>
                  <a:gd name="connsiteY7" fmla="*/ 465532 h 545965"/>
                  <a:gd name="connsiteX8" fmla="*/ 120513 w 607639"/>
                  <a:gd name="connsiteY8" fmla="*/ 526323 h 545965"/>
                  <a:gd name="connsiteX9" fmla="*/ 121136 w 607639"/>
                  <a:gd name="connsiteY9" fmla="*/ 526946 h 545965"/>
                  <a:gd name="connsiteX10" fmla="*/ 222602 w 607639"/>
                  <a:gd name="connsiteY10" fmla="*/ 526946 h 545965"/>
                  <a:gd name="connsiteX11" fmla="*/ 223225 w 607639"/>
                  <a:gd name="connsiteY11" fmla="*/ 526323 h 545965"/>
                  <a:gd name="connsiteX12" fmla="*/ 223225 w 607639"/>
                  <a:gd name="connsiteY12" fmla="*/ 465532 h 545965"/>
                  <a:gd name="connsiteX13" fmla="*/ 222602 w 607639"/>
                  <a:gd name="connsiteY13" fmla="*/ 464910 h 545965"/>
                  <a:gd name="connsiteX14" fmla="*/ 171869 w 607639"/>
                  <a:gd name="connsiteY14" fmla="*/ 464910 h 545965"/>
                  <a:gd name="connsiteX15" fmla="*/ 212990 w 607639"/>
                  <a:gd name="connsiteY15" fmla="*/ 397987 h 545965"/>
                  <a:gd name="connsiteX16" fmla="*/ 181393 w 607639"/>
                  <a:gd name="connsiteY16" fmla="*/ 413451 h 545965"/>
                  <a:gd name="connsiteX17" fmla="*/ 181393 w 607639"/>
                  <a:gd name="connsiteY17" fmla="*/ 445891 h 545965"/>
                  <a:gd name="connsiteX18" fmla="*/ 222602 w 607639"/>
                  <a:gd name="connsiteY18" fmla="*/ 445891 h 545965"/>
                  <a:gd name="connsiteX19" fmla="*/ 242272 w 607639"/>
                  <a:gd name="connsiteY19" fmla="*/ 465532 h 545965"/>
                  <a:gd name="connsiteX20" fmla="*/ 242272 w 607639"/>
                  <a:gd name="connsiteY20" fmla="*/ 526323 h 545965"/>
                  <a:gd name="connsiteX21" fmla="*/ 242272 w 607639"/>
                  <a:gd name="connsiteY21" fmla="*/ 526946 h 545965"/>
                  <a:gd name="connsiteX22" fmla="*/ 253665 w 607639"/>
                  <a:gd name="connsiteY22" fmla="*/ 526946 h 545965"/>
                  <a:gd name="connsiteX23" fmla="*/ 253665 w 607639"/>
                  <a:gd name="connsiteY23" fmla="*/ 419317 h 545965"/>
                  <a:gd name="connsiteX24" fmla="*/ 246278 w 607639"/>
                  <a:gd name="connsiteY24" fmla="*/ 409096 h 545965"/>
                  <a:gd name="connsiteX25" fmla="*/ 213168 w 607639"/>
                  <a:gd name="connsiteY25" fmla="*/ 398075 h 545965"/>
                  <a:gd name="connsiteX26" fmla="*/ 212990 w 607639"/>
                  <a:gd name="connsiteY26" fmla="*/ 397987 h 545965"/>
                  <a:gd name="connsiteX27" fmla="*/ 130749 w 607639"/>
                  <a:gd name="connsiteY27" fmla="*/ 397987 h 545965"/>
                  <a:gd name="connsiteX28" fmla="*/ 130571 w 607639"/>
                  <a:gd name="connsiteY28" fmla="*/ 398075 h 545965"/>
                  <a:gd name="connsiteX29" fmla="*/ 97372 w 607639"/>
                  <a:gd name="connsiteY29" fmla="*/ 409096 h 545965"/>
                  <a:gd name="connsiteX30" fmla="*/ 90073 w 607639"/>
                  <a:gd name="connsiteY30" fmla="*/ 419317 h 545965"/>
                  <a:gd name="connsiteX31" fmla="*/ 90073 w 607639"/>
                  <a:gd name="connsiteY31" fmla="*/ 526946 h 545965"/>
                  <a:gd name="connsiteX32" fmla="*/ 101555 w 607639"/>
                  <a:gd name="connsiteY32" fmla="*/ 526946 h 545965"/>
                  <a:gd name="connsiteX33" fmla="*/ 101466 w 607639"/>
                  <a:gd name="connsiteY33" fmla="*/ 526323 h 545965"/>
                  <a:gd name="connsiteX34" fmla="*/ 101466 w 607639"/>
                  <a:gd name="connsiteY34" fmla="*/ 465532 h 545965"/>
                  <a:gd name="connsiteX35" fmla="*/ 121136 w 607639"/>
                  <a:gd name="connsiteY35" fmla="*/ 445891 h 545965"/>
                  <a:gd name="connsiteX36" fmla="*/ 162346 w 607639"/>
                  <a:gd name="connsiteY36" fmla="*/ 445891 h 545965"/>
                  <a:gd name="connsiteX37" fmla="*/ 162346 w 607639"/>
                  <a:gd name="connsiteY37" fmla="*/ 413451 h 545965"/>
                  <a:gd name="connsiteX38" fmla="*/ 130749 w 607639"/>
                  <a:gd name="connsiteY38" fmla="*/ 397987 h 545965"/>
                  <a:gd name="connsiteX39" fmla="*/ 150953 w 607639"/>
                  <a:gd name="connsiteY39" fmla="*/ 364303 h 545965"/>
                  <a:gd name="connsiteX40" fmla="*/ 150953 w 607639"/>
                  <a:gd name="connsiteY40" fmla="*/ 369813 h 545965"/>
                  <a:gd name="connsiteX41" fmla="*/ 146058 w 607639"/>
                  <a:gd name="connsiteY41" fmla="*/ 386077 h 545965"/>
                  <a:gd name="connsiteX42" fmla="*/ 171869 w 607639"/>
                  <a:gd name="connsiteY42" fmla="*/ 395231 h 545965"/>
                  <a:gd name="connsiteX43" fmla="*/ 197681 w 607639"/>
                  <a:gd name="connsiteY43" fmla="*/ 386077 h 545965"/>
                  <a:gd name="connsiteX44" fmla="*/ 192785 w 607639"/>
                  <a:gd name="connsiteY44" fmla="*/ 369813 h 545965"/>
                  <a:gd name="connsiteX45" fmla="*/ 192785 w 607639"/>
                  <a:gd name="connsiteY45" fmla="*/ 364303 h 545965"/>
                  <a:gd name="connsiteX46" fmla="*/ 171869 w 607639"/>
                  <a:gd name="connsiteY46" fmla="*/ 368835 h 545965"/>
                  <a:gd name="connsiteX47" fmla="*/ 150953 w 607639"/>
                  <a:gd name="connsiteY47" fmla="*/ 364303 h 545965"/>
                  <a:gd name="connsiteX48" fmla="*/ 201597 w 607639"/>
                  <a:gd name="connsiteY48" fmla="*/ 245564 h 545965"/>
                  <a:gd name="connsiteX49" fmla="*/ 112859 w 607639"/>
                  <a:gd name="connsiteY49" fmla="*/ 271960 h 545965"/>
                  <a:gd name="connsiteX50" fmla="*/ 119089 w 607639"/>
                  <a:gd name="connsiteY50" fmla="*/ 321820 h 545965"/>
                  <a:gd name="connsiteX51" fmla="*/ 124963 w 607639"/>
                  <a:gd name="connsiteY51" fmla="*/ 330085 h 545965"/>
                  <a:gd name="connsiteX52" fmla="*/ 157984 w 607639"/>
                  <a:gd name="connsiteY52" fmla="*/ 346616 h 545965"/>
                  <a:gd name="connsiteX53" fmla="*/ 185754 w 607639"/>
                  <a:gd name="connsiteY53" fmla="*/ 346616 h 545965"/>
                  <a:gd name="connsiteX54" fmla="*/ 218775 w 607639"/>
                  <a:gd name="connsiteY54" fmla="*/ 330085 h 545965"/>
                  <a:gd name="connsiteX55" fmla="*/ 224649 w 607639"/>
                  <a:gd name="connsiteY55" fmla="*/ 321820 h 545965"/>
                  <a:gd name="connsiteX56" fmla="*/ 230346 w 607639"/>
                  <a:gd name="connsiteY56" fmla="*/ 276226 h 545965"/>
                  <a:gd name="connsiteX57" fmla="*/ 234262 w 607639"/>
                  <a:gd name="connsiteY57" fmla="*/ 224501 h 545965"/>
                  <a:gd name="connsiteX58" fmla="*/ 213435 w 607639"/>
                  <a:gd name="connsiteY58" fmla="*/ 230455 h 545965"/>
                  <a:gd name="connsiteX59" fmla="*/ 243251 w 607639"/>
                  <a:gd name="connsiteY59" fmla="*/ 262184 h 545965"/>
                  <a:gd name="connsiteX60" fmla="*/ 243518 w 607639"/>
                  <a:gd name="connsiteY60" fmla="*/ 256585 h 545965"/>
                  <a:gd name="connsiteX61" fmla="*/ 234262 w 607639"/>
                  <a:gd name="connsiteY61" fmla="*/ 224501 h 545965"/>
                  <a:gd name="connsiteX62" fmla="*/ 109387 w 607639"/>
                  <a:gd name="connsiteY62" fmla="*/ 224501 h 545965"/>
                  <a:gd name="connsiteX63" fmla="*/ 100309 w 607639"/>
                  <a:gd name="connsiteY63" fmla="*/ 253563 h 545965"/>
                  <a:gd name="connsiteX64" fmla="*/ 102089 w 607639"/>
                  <a:gd name="connsiteY64" fmla="*/ 253296 h 545965"/>
                  <a:gd name="connsiteX65" fmla="*/ 169377 w 607639"/>
                  <a:gd name="connsiteY65" fmla="*/ 241565 h 545965"/>
                  <a:gd name="connsiteX66" fmla="*/ 169288 w 607639"/>
                  <a:gd name="connsiteY66" fmla="*/ 241565 h 545965"/>
                  <a:gd name="connsiteX67" fmla="*/ 313299 w 607639"/>
                  <a:gd name="connsiteY67" fmla="*/ 221657 h 545965"/>
                  <a:gd name="connsiteX68" fmla="*/ 313299 w 607639"/>
                  <a:gd name="connsiteY68" fmla="*/ 304045 h 545965"/>
                  <a:gd name="connsiteX69" fmla="*/ 345074 w 607639"/>
                  <a:gd name="connsiteY69" fmla="*/ 304045 h 545965"/>
                  <a:gd name="connsiteX70" fmla="*/ 345074 w 607639"/>
                  <a:gd name="connsiteY70" fmla="*/ 221657 h 545965"/>
                  <a:gd name="connsiteX71" fmla="*/ 224827 w 607639"/>
                  <a:gd name="connsiteY71" fmla="*/ 187973 h 545965"/>
                  <a:gd name="connsiteX72" fmla="*/ 182461 w 607639"/>
                  <a:gd name="connsiteY72" fmla="*/ 199971 h 545965"/>
                  <a:gd name="connsiteX73" fmla="*/ 181393 w 607639"/>
                  <a:gd name="connsiteY73" fmla="*/ 200238 h 545965"/>
                  <a:gd name="connsiteX74" fmla="*/ 181393 w 607639"/>
                  <a:gd name="connsiteY74" fmla="*/ 219879 h 545965"/>
                  <a:gd name="connsiteX75" fmla="*/ 229990 w 607639"/>
                  <a:gd name="connsiteY75" fmla="*/ 205926 h 545965"/>
                  <a:gd name="connsiteX76" fmla="*/ 230524 w 607639"/>
                  <a:gd name="connsiteY76" fmla="*/ 205392 h 545965"/>
                  <a:gd name="connsiteX77" fmla="*/ 230524 w 607639"/>
                  <a:gd name="connsiteY77" fmla="*/ 205126 h 545965"/>
                  <a:gd name="connsiteX78" fmla="*/ 118911 w 607639"/>
                  <a:gd name="connsiteY78" fmla="*/ 187973 h 545965"/>
                  <a:gd name="connsiteX79" fmla="*/ 113215 w 607639"/>
                  <a:gd name="connsiteY79" fmla="*/ 205126 h 545965"/>
                  <a:gd name="connsiteX80" fmla="*/ 113215 w 607639"/>
                  <a:gd name="connsiteY80" fmla="*/ 205392 h 545965"/>
                  <a:gd name="connsiteX81" fmla="*/ 113749 w 607639"/>
                  <a:gd name="connsiteY81" fmla="*/ 206014 h 545965"/>
                  <a:gd name="connsiteX82" fmla="*/ 162346 w 607639"/>
                  <a:gd name="connsiteY82" fmla="*/ 219879 h 545965"/>
                  <a:gd name="connsiteX83" fmla="*/ 162346 w 607639"/>
                  <a:gd name="connsiteY83" fmla="*/ 200238 h 545965"/>
                  <a:gd name="connsiteX84" fmla="*/ 161277 w 607639"/>
                  <a:gd name="connsiteY84" fmla="*/ 199971 h 545965"/>
                  <a:gd name="connsiteX85" fmla="*/ 166440 w 607639"/>
                  <a:gd name="connsiteY85" fmla="*/ 141313 h 545965"/>
                  <a:gd name="connsiteX86" fmla="*/ 95147 w 607639"/>
                  <a:gd name="connsiteY86" fmla="*/ 161488 h 545965"/>
                  <a:gd name="connsiteX87" fmla="*/ 166440 w 607639"/>
                  <a:gd name="connsiteY87" fmla="*/ 181662 h 545965"/>
                  <a:gd name="connsiteX88" fmla="*/ 177299 w 607639"/>
                  <a:gd name="connsiteY88" fmla="*/ 181662 h 545965"/>
                  <a:gd name="connsiteX89" fmla="*/ 248592 w 607639"/>
                  <a:gd name="connsiteY89" fmla="*/ 161488 h 545965"/>
                  <a:gd name="connsiteX90" fmla="*/ 177299 w 607639"/>
                  <a:gd name="connsiteY90" fmla="*/ 141313 h 545965"/>
                  <a:gd name="connsiteX91" fmla="*/ 166440 w 607639"/>
                  <a:gd name="connsiteY91" fmla="*/ 141313 h 545965"/>
                  <a:gd name="connsiteX92" fmla="*/ 404618 w 607639"/>
                  <a:gd name="connsiteY92" fmla="*/ 140602 h 545965"/>
                  <a:gd name="connsiteX93" fmla="*/ 404618 w 607639"/>
                  <a:gd name="connsiteY93" fmla="*/ 304045 h 545965"/>
                  <a:gd name="connsiteX94" fmla="*/ 436393 w 607639"/>
                  <a:gd name="connsiteY94" fmla="*/ 304045 h 545965"/>
                  <a:gd name="connsiteX95" fmla="*/ 436393 w 607639"/>
                  <a:gd name="connsiteY95" fmla="*/ 140602 h 545965"/>
                  <a:gd name="connsiteX96" fmla="*/ 495937 w 607639"/>
                  <a:gd name="connsiteY96" fmla="*/ 59547 h 545965"/>
                  <a:gd name="connsiteX97" fmla="*/ 495937 w 607639"/>
                  <a:gd name="connsiteY97" fmla="*/ 304045 h 545965"/>
                  <a:gd name="connsiteX98" fmla="*/ 527712 w 607639"/>
                  <a:gd name="connsiteY98" fmla="*/ 304045 h 545965"/>
                  <a:gd name="connsiteX99" fmla="*/ 527712 w 607639"/>
                  <a:gd name="connsiteY99" fmla="*/ 59547 h 545965"/>
                  <a:gd name="connsiteX100" fmla="*/ 192162 w 607639"/>
                  <a:gd name="connsiteY100" fmla="*/ 19019 h 545965"/>
                  <a:gd name="connsiteX101" fmla="*/ 181393 w 607639"/>
                  <a:gd name="connsiteY101" fmla="*/ 29773 h 545965"/>
                  <a:gd name="connsiteX102" fmla="*/ 181393 w 607639"/>
                  <a:gd name="connsiteY102" fmla="*/ 122827 h 545965"/>
                  <a:gd name="connsiteX103" fmla="*/ 182461 w 607639"/>
                  <a:gd name="connsiteY103" fmla="*/ 123093 h 545965"/>
                  <a:gd name="connsiteX104" fmla="*/ 273246 w 607639"/>
                  <a:gd name="connsiteY104" fmla="*/ 148689 h 545965"/>
                  <a:gd name="connsiteX105" fmla="*/ 282770 w 607639"/>
                  <a:gd name="connsiteY105" fmla="*/ 160421 h 545965"/>
                  <a:gd name="connsiteX106" fmla="*/ 282859 w 607639"/>
                  <a:gd name="connsiteY106" fmla="*/ 161488 h 545965"/>
                  <a:gd name="connsiteX107" fmla="*/ 282859 w 607639"/>
                  <a:gd name="connsiteY107" fmla="*/ 222279 h 545965"/>
                  <a:gd name="connsiteX108" fmla="*/ 273335 w 607639"/>
                  <a:gd name="connsiteY108" fmla="*/ 231789 h 545965"/>
                  <a:gd name="connsiteX109" fmla="*/ 263812 w 607639"/>
                  <a:gd name="connsiteY109" fmla="*/ 222279 h 545965"/>
                  <a:gd name="connsiteX110" fmla="*/ 263812 w 607639"/>
                  <a:gd name="connsiteY110" fmla="*/ 176952 h 545965"/>
                  <a:gd name="connsiteX111" fmla="*/ 243073 w 607639"/>
                  <a:gd name="connsiteY111" fmla="*/ 182818 h 545965"/>
                  <a:gd name="connsiteX112" fmla="*/ 248592 w 607639"/>
                  <a:gd name="connsiteY112" fmla="*/ 199082 h 545965"/>
                  <a:gd name="connsiteX113" fmla="*/ 248503 w 607639"/>
                  <a:gd name="connsiteY113" fmla="*/ 211525 h 545965"/>
                  <a:gd name="connsiteX114" fmla="*/ 262566 w 607639"/>
                  <a:gd name="connsiteY114" fmla="*/ 256585 h 545965"/>
                  <a:gd name="connsiteX115" fmla="*/ 246723 w 607639"/>
                  <a:gd name="connsiteY115" fmla="*/ 304045 h 545965"/>
                  <a:gd name="connsiteX116" fmla="*/ 294252 w 607639"/>
                  <a:gd name="connsiteY116" fmla="*/ 304045 h 545965"/>
                  <a:gd name="connsiteX117" fmla="*/ 294252 w 607639"/>
                  <a:gd name="connsiteY117" fmla="*/ 212147 h 545965"/>
                  <a:gd name="connsiteX118" fmla="*/ 303775 w 607639"/>
                  <a:gd name="connsiteY118" fmla="*/ 202637 h 545965"/>
                  <a:gd name="connsiteX119" fmla="*/ 354508 w 607639"/>
                  <a:gd name="connsiteY119" fmla="*/ 202637 h 545965"/>
                  <a:gd name="connsiteX120" fmla="*/ 364032 w 607639"/>
                  <a:gd name="connsiteY120" fmla="*/ 212147 h 545965"/>
                  <a:gd name="connsiteX121" fmla="*/ 364032 w 607639"/>
                  <a:gd name="connsiteY121" fmla="*/ 304045 h 545965"/>
                  <a:gd name="connsiteX122" fmla="*/ 385660 w 607639"/>
                  <a:gd name="connsiteY122" fmla="*/ 304045 h 545965"/>
                  <a:gd name="connsiteX123" fmla="*/ 385660 w 607639"/>
                  <a:gd name="connsiteY123" fmla="*/ 131092 h 545965"/>
                  <a:gd name="connsiteX124" fmla="*/ 395094 w 607639"/>
                  <a:gd name="connsiteY124" fmla="*/ 121582 h 545965"/>
                  <a:gd name="connsiteX125" fmla="*/ 445916 w 607639"/>
                  <a:gd name="connsiteY125" fmla="*/ 121582 h 545965"/>
                  <a:gd name="connsiteX126" fmla="*/ 455351 w 607639"/>
                  <a:gd name="connsiteY126" fmla="*/ 131092 h 545965"/>
                  <a:gd name="connsiteX127" fmla="*/ 455351 w 607639"/>
                  <a:gd name="connsiteY127" fmla="*/ 304045 h 545965"/>
                  <a:gd name="connsiteX128" fmla="*/ 476979 w 607639"/>
                  <a:gd name="connsiteY128" fmla="*/ 304045 h 545965"/>
                  <a:gd name="connsiteX129" fmla="*/ 476979 w 607639"/>
                  <a:gd name="connsiteY129" fmla="*/ 50037 h 545965"/>
                  <a:gd name="connsiteX130" fmla="*/ 486503 w 607639"/>
                  <a:gd name="connsiteY130" fmla="*/ 40527 h 545965"/>
                  <a:gd name="connsiteX131" fmla="*/ 537236 w 607639"/>
                  <a:gd name="connsiteY131" fmla="*/ 40527 h 545965"/>
                  <a:gd name="connsiteX132" fmla="*/ 546759 w 607639"/>
                  <a:gd name="connsiteY132" fmla="*/ 50037 h 545965"/>
                  <a:gd name="connsiteX133" fmla="*/ 546759 w 607639"/>
                  <a:gd name="connsiteY133" fmla="*/ 304045 h 545965"/>
                  <a:gd name="connsiteX134" fmla="*/ 557529 w 607639"/>
                  <a:gd name="connsiteY134" fmla="*/ 304045 h 545965"/>
                  <a:gd name="connsiteX135" fmla="*/ 567053 w 607639"/>
                  <a:gd name="connsiteY135" fmla="*/ 313465 h 545965"/>
                  <a:gd name="connsiteX136" fmla="*/ 557529 w 607639"/>
                  <a:gd name="connsiteY136" fmla="*/ 322975 h 545965"/>
                  <a:gd name="connsiteX137" fmla="*/ 243697 w 607639"/>
                  <a:gd name="connsiteY137" fmla="*/ 322975 h 545965"/>
                  <a:gd name="connsiteX138" fmla="*/ 243518 w 607639"/>
                  <a:gd name="connsiteY138" fmla="*/ 324219 h 545965"/>
                  <a:gd name="connsiteX139" fmla="*/ 231503 w 607639"/>
                  <a:gd name="connsiteY139" fmla="*/ 344572 h 545965"/>
                  <a:gd name="connsiteX140" fmla="*/ 577822 w 607639"/>
                  <a:gd name="connsiteY140" fmla="*/ 344572 h 545965"/>
                  <a:gd name="connsiteX141" fmla="*/ 588592 w 607639"/>
                  <a:gd name="connsiteY141" fmla="*/ 333729 h 545965"/>
                  <a:gd name="connsiteX142" fmla="*/ 588592 w 607639"/>
                  <a:gd name="connsiteY142" fmla="*/ 29773 h 545965"/>
                  <a:gd name="connsiteX143" fmla="*/ 577822 w 607639"/>
                  <a:gd name="connsiteY143" fmla="*/ 19019 h 545965"/>
                  <a:gd name="connsiteX144" fmla="*/ 192162 w 607639"/>
                  <a:gd name="connsiteY144" fmla="*/ 0 h 545965"/>
                  <a:gd name="connsiteX145" fmla="*/ 577822 w 607639"/>
                  <a:gd name="connsiteY145" fmla="*/ 0 h 545965"/>
                  <a:gd name="connsiteX146" fmla="*/ 607639 w 607639"/>
                  <a:gd name="connsiteY146" fmla="*/ 29773 h 545965"/>
                  <a:gd name="connsiteX147" fmla="*/ 607639 w 607639"/>
                  <a:gd name="connsiteY147" fmla="*/ 333729 h 545965"/>
                  <a:gd name="connsiteX148" fmla="*/ 577822 w 607639"/>
                  <a:gd name="connsiteY148" fmla="*/ 363503 h 545965"/>
                  <a:gd name="connsiteX149" fmla="*/ 211833 w 607639"/>
                  <a:gd name="connsiteY149" fmla="*/ 363503 h 545965"/>
                  <a:gd name="connsiteX150" fmla="*/ 211833 w 607639"/>
                  <a:gd name="connsiteY150" fmla="*/ 369813 h 545965"/>
                  <a:gd name="connsiteX151" fmla="*/ 219220 w 607639"/>
                  <a:gd name="connsiteY151" fmla="*/ 380034 h 545965"/>
                  <a:gd name="connsiteX152" fmla="*/ 252330 w 607639"/>
                  <a:gd name="connsiteY152" fmla="*/ 391054 h 545965"/>
                  <a:gd name="connsiteX153" fmla="*/ 272712 w 607639"/>
                  <a:gd name="connsiteY153" fmla="*/ 419317 h 545965"/>
                  <a:gd name="connsiteX154" fmla="*/ 272712 w 607639"/>
                  <a:gd name="connsiteY154" fmla="*/ 526946 h 545965"/>
                  <a:gd name="connsiteX155" fmla="*/ 334215 w 607639"/>
                  <a:gd name="connsiteY155" fmla="*/ 526946 h 545965"/>
                  <a:gd name="connsiteX156" fmla="*/ 343738 w 607639"/>
                  <a:gd name="connsiteY156" fmla="*/ 536455 h 545965"/>
                  <a:gd name="connsiteX157" fmla="*/ 334215 w 607639"/>
                  <a:gd name="connsiteY157" fmla="*/ 545965 h 545965"/>
                  <a:gd name="connsiteX158" fmla="*/ 9524 w 607639"/>
                  <a:gd name="connsiteY158" fmla="*/ 545965 h 545965"/>
                  <a:gd name="connsiteX159" fmla="*/ 0 w 607639"/>
                  <a:gd name="connsiteY159" fmla="*/ 536455 h 545965"/>
                  <a:gd name="connsiteX160" fmla="*/ 9524 w 607639"/>
                  <a:gd name="connsiteY160" fmla="*/ 526946 h 545965"/>
                  <a:gd name="connsiteX161" fmla="*/ 71026 w 607639"/>
                  <a:gd name="connsiteY161" fmla="*/ 526946 h 545965"/>
                  <a:gd name="connsiteX162" fmla="*/ 71026 w 607639"/>
                  <a:gd name="connsiteY162" fmla="*/ 419317 h 545965"/>
                  <a:gd name="connsiteX163" fmla="*/ 91408 w 607639"/>
                  <a:gd name="connsiteY163" fmla="*/ 391054 h 545965"/>
                  <a:gd name="connsiteX164" fmla="*/ 124518 w 607639"/>
                  <a:gd name="connsiteY164" fmla="*/ 380034 h 545965"/>
                  <a:gd name="connsiteX165" fmla="*/ 131906 w 607639"/>
                  <a:gd name="connsiteY165" fmla="*/ 369813 h 545965"/>
                  <a:gd name="connsiteX166" fmla="*/ 131906 w 607639"/>
                  <a:gd name="connsiteY166" fmla="*/ 354882 h 545965"/>
                  <a:gd name="connsiteX167" fmla="*/ 116419 w 607639"/>
                  <a:gd name="connsiteY167" fmla="*/ 347149 h 545965"/>
                  <a:gd name="connsiteX168" fmla="*/ 100220 w 607639"/>
                  <a:gd name="connsiteY168" fmla="*/ 324219 h 545965"/>
                  <a:gd name="connsiteX169" fmla="*/ 97817 w 607639"/>
                  <a:gd name="connsiteY169" fmla="*/ 305111 h 545965"/>
                  <a:gd name="connsiteX170" fmla="*/ 81173 w 607639"/>
                  <a:gd name="connsiteY170" fmla="*/ 256585 h 545965"/>
                  <a:gd name="connsiteX171" fmla="*/ 95147 w 607639"/>
                  <a:gd name="connsiteY171" fmla="*/ 211525 h 545965"/>
                  <a:gd name="connsiteX172" fmla="*/ 95147 w 607639"/>
                  <a:gd name="connsiteY172" fmla="*/ 199082 h 545965"/>
                  <a:gd name="connsiteX173" fmla="*/ 100576 w 607639"/>
                  <a:gd name="connsiteY173" fmla="*/ 182818 h 545965"/>
                  <a:gd name="connsiteX174" fmla="*/ 70492 w 607639"/>
                  <a:gd name="connsiteY174" fmla="*/ 174286 h 545965"/>
                  <a:gd name="connsiteX175" fmla="*/ 60880 w 607639"/>
                  <a:gd name="connsiteY175" fmla="*/ 161488 h 545965"/>
                  <a:gd name="connsiteX176" fmla="*/ 70492 w 607639"/>
                  <a:gd name="connsiteY176" fmla="*/ 148689 h 545965"/>
                  <a:gd name="connsiteX177" fmla="*/ 161277 w 607639"/>
                  <a:gd name="connsiteY177" fmla="*/ 123093 h 545965"/>
                  <a:gd name="connsiteX178" fmla="*/ 162346 w 607639"/>
                  <a:gd name="connsiteY178" fmla="*/ 122827 h 545965"/>
                  <a:gd name="connsiteX179" fmla="*/ 162346 w 607639"/>
                  <a:gd name="connsiteY179" fmla="*/ 29773 h 545965"/>
                  <a:gd name="connsiteX180" fmla="*/ 192162 w 607639"/>
                  <a:gd name="connsiteY180" fmla="*/ 0 h 545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</a:cxnLst>
                <a:rect l="l" t="t" r="r" b="b"/>
                <a:pathLst>
                  <a:path w="607639" h="545965">
                    <a:moveTo>
                      <a:pt x="171888" y="486408"/>
                    </a:moveTo>
                    <a:lnTo>
                      <a:pt x="171977" y="486408"/>
                    </a:lnTo>
                    <a:cubicBezTo>
                      <a:pt x="177225" y="486408"/>
                      <a:pt x="181494" y="490666"/>
                      <a:pt x="181494" y="495899"/>
                    </a:cubicBezTo>
                    <a:cubicBezTo>
                      <a:pt x="181494" y="501132"/>
                      <a:pt x="177225" y="505390"/>
                      <a:pt x="171977" y="505390"/>
                    </a:cubicBezTo>
                    <a:cubicBezTo>
                      <a:pt x="166729" y="505390"/>
                      <a:pt x="162371" y="501132"/>
                      <a:pt x="162371" y="495899"/>
                    </a:cubicBezTo>
                    <a:cubicBezTo>
                      <a:pt x="162371" y="490666"/>
                      <a:pt x="166640" y="486408"/>
                      <a:pt x="171888" y="486408"/>
                    </a:cubicBezTo>
                    <a:close/>
                    <a:moveTo>
                      <a:pt x="121136" y="464910"/>
                    </a:moveTo>
                    <a:cubicBezTo>
                      <a:pt x="120780" y="464910"/>
                      <a:pt x="120513" y="465177"/>
                      <a:pt x="120513" y="465532"/>
                    </a:cubicBezTo>
                    <a:lnTo>
                      <a:pt x="120513" y="526323"/>
                    </a:lnTo>
                    <a:cubicBezTo>
                      <a:pt x="120513" y="526679"/>
                      <a:pt x="120780" y="526946"/>
                      <a:pt x="121136" y="526946"/>
                    </a:cubicBezTo>
                    <a:lnTo>
                      <a:pt x="222602" y="526946"/>
                    </a:lnTo>
                    <a:cubicBezTo>
                      <a:pt x="222958" y="526946"/>
                      <a:pt x="223225" y="526679"/>
                      <a:pt x="223225" y="526323"/>
                    </a:cubicBezTo>
                    <a:lnTo>
                      <a:pt x="223225" y="465532"/>
                    </a:lnTo>
                    <a:cubicBezTo>
                      <a:pt x="223225" y="465177"/>
                      <a:pt x="222958" y="464910"/>
                      <a:pt x="222602" y="464910"/>
                    </a:cubicBezTo>
                    <a:lnTo>
                      <a:pt x="171869" y="464910"/>
                    </a:lnTo>
                    <a:close/>
                    <a:moveTo>
                      <a:pt x="212990" y="397987"/>
                    </a:moveTo>
                    <a:cubicBezTo>
                      <a:pt x="204178" y="406163"/>
                      <a:pt x="193231" y="411585"/>
                      <a:pt x="181393" y="413451"/>
                    </a:cubicBezTo>
                    <a:lnTo>
                      <a:pt x="181393" y="445891"/>
                    </a:lnTo>
                    <a:lnTo>
                      <a:pt x="222602" y="445891"/>
                    </a:lnTo>
                    <a:cubicBezTo>
                      <a:pt x="233461" y="445891"/>
                      <a:pt x="242272" y="454689"/>
                      <a:pt x="242272" y="465532"/>
                    </a:cubicBezTo>
                    <a:lnTo>
                      <a:pt x="242272" y="526323"/>
                    </a:lnTo>
                    <a:cubicBezTo>
                      <a:pt x="242272" y="526501"/>
                      <a:pt x="242272" y="526679"/>
                      <a:pt x="242272" y="526946"/>
                    </a:cubicBezTo>
                    <a:lnTo>
                      <a:pt x="253665" y="526946"/>
                    </a:lnTo>
                    <a:lnTo>
                      <a:pt x="253665" y="419317"/>
                    </a:lnTo>
                    <a:cubicBezTo>
                      <a:pt x="253665" y="414695"/>
                      <a:pt x="250728" y="410518"/>
                      <a:pt x="246278" y="409096"/>
                    </a:cubicBezTo>
                    <a:lnTo>
                      <a:pt x="213168" y="398075"/>
                    </a:lnTo>
                    <a:cubicBezTo>
                      <a:pt x="213079" y="398075"/>
                      <a:pt x="213079" y="397987"/>
                      <a:pt x="212990" y="397987"/>
                    </a:cubicBezTo>
                    <a:close/>
                    <a:moveTo>
                      <a:pt x="130749" y="397987"/>
                    </a:moveTo>
                    <a:cubicBezTo>
                      <a:pt x="130660" y="397987"/>
                      <a:pt x="130571" y="398075"/>
                      <a:pt x="130571" y="398075"/>
                    </a:cubicBezTo>
                    <a:lnTo>
                      <a:pt x="97372" y="409096"/>
                    </a:lnTo>
                    <a:cubicBezTo>
                      <a:pt x="93010" y="410518"/>
                      <a:pt x="90073" y="414695"/>
                      <a:pt x="90073" y="419317"/>
                    </a:cubicBezTo>
                    <a:lnTo>
                      <a:pt x="90073" y="526946"/>
                    </a:lnTo>
                    <a:lnTo>
                      <a:pt x="101555" y="526946"/>
                    </a:lnTo>
                    <a:cubicBezTo>
                      <a:pt x="101466" y="526679"/>
                      <a:pt x="101466" y="526501"/>
                      <a:pt x="101466" y="526323"/>
                    </a:cubicBezTo>
                    <a:lnTo>
                      <a:pt x="101466" y="465532"/>
                    </a:lnTo>
                    <a:cubicBezTo>
                      <a:pt x="101466" y="454689"/>
                      <a:pt x="110277" y="445891"/>
                      <a:pt x="121136" y="445891"/>
                    </a:cubicBezTo>
                    <a:lnTo>
                      <a:pt x="162346" y="445891"/>
                    </a:lnTo>
                    <a:lnTo>
                      <a:pt x="162346" y="413451"/>
                    </a:lnTo>
                    <a:cubicBezTo>
                      <a:pt x="150508" y="411585"/>
                      <a:pt x="139560" y="406163"/>
                      <a:pt x="130749" y="397987"/>
                    </a:cubicBezTo>
                    <a:close/>
                    <a:moveTo>
                      <a:pt x="150953" y="364303"/>
                    </a:moveTo>
                    <a:lnTo>
                      <a:pt x="150953" y="369813"/>
                    </a:lnTo>
                    <a:cubicBezTo>
                      <a:pt x="150953" y="375768"/>
                      <a:pt x="149173" y="381367"/>
                      <a:pt x="146058" y="386077"/>
                    </a:cubicBezTo>
                    <a:cubicBezTo>
                      <a:pt x="153356" y="391943"/>
                      <a:pt x="162435" y="395231"/>
                      <a:pt x="171869" y="395231"/>
                    </a:cubicBezTo>
                    <a:cubicBezTo>
                      <a:pt x="181304" y="395231"/>
                      <a:pt x="190382" y="391943"/>
                      <a:pt x="197681" y="386077"/>
                    </a:cubicBezTo>
                    <a:cubicBezTo>
                      <a:pt x="194566" y="381367"/>
                      <a:pt x="192785" y="375768"/>
                      <a:pt x="192785" y="369813"/>
                    </a:cubicBezTo>
                    <a:lnTo>
                      <a:pt x="192785" y="364303"/>
                    </a:lnTo>
                    <a:cubicBezTo>
                      <a:pt x="186199" y="367324"/>
                      <a:pt x="178990" y="368835"/>
                      <a:pt x="171869" y="368835"/>
                    </a:cubicBezTo>
                    <a:cubicBezTo>
                      <a:pt x="164660" y="368835"/>
                      <a:pt x="157539" y="367324"/>
                      <a:pt x="150953" y="364303"/>
                    </a:cubicBezTo>
                    <a:close/>
                    <a:moveTo>
                      <a:pt x="201597" y="245564"/>
                    </a:moveTo>
                    <a:cubicBezTo>
                      <a:pt x="174806" y="265739"/>
                      <a:pt x="132529" y="270716"/>
                      <a:pt x="112859" y="271960"/>
                    </a:cubicBezTo>
                    <a:lnTo>
                      <a:pt x="119089" y="321820"/>
                    </a:lnTo>
                    <a:cubicBezTo>
                      <a:pt x="119534" y="325375"/>
                      <a:pt x="121670" y="328486"/>
                      <a:pt x="124963" y="330085"/>
                    </a:cubicBezTo>
                    <a:lnTo>
                      <a:pt x="157984" y="346616"/>
                    </a:lnTo>
                    <a:cubicBezTo>
                      <a:pt x="166707" y="350971"/>
                      <a:pt x="177032" y="350971"/>
                      <a:pt x="185754" y="346616"/>
                    </a:cubicBezTo>
                    <a:lnTo>
                      <a:pt x="218775" y="330085"/>
                    </a:lnTo>
                    <a:cubicBezTo>
                      <a:pt x="221979" y="328486"/>
                      <a:pt x="224204" y="325375"/>
                      <a:pt x="224649" y="321820"/>
                    </a:cubicBezTo>
                    <a:lnTo>
                      <a:pt x="230346" y="276226"/>
                    </a:lnTo>
                    <a:close/>
                    <a:moveTo>
                      <a:pt x="234262" y="224501"/>
                    </a:moveTo>
                    <a:lnTo>
                      <a:pt x="213435" y="230455"/>
                    </a:lnTo>
                    <a:lnTo>
                      <a:pt x="243251" y="262184"/>
                    </a:lnTo>
                    <a:cubicBezTo>
                      <a:pt x="243429" y="260318"/>
                      <a:pt x="243518" y="258451"/>
                      <a:pt x="243518" y="256585"/>
                    </a:cubicBezTo>
                    <a:cubicBezTo>
                      <a:pt x="243518" y="245209"/>
                      <a:pt x="240314" y="234277"/>
                      <a:pt x="234262" y="224501"/>
                    </a:cubicBezTo>
                    <a:close/>
                    <a:moveTo>
                      <a:pt x="109387" y="224501"/>
                    </a:moveTo>
                    <a:cubicBezTo>
                      <a:pt x="103869" y="233388"/>
                      <a:pt x="100754" y="243253"/>
                      <a:pt x="100309" y="253563"/>
                    </a:cubicBezTo>
                    <a:cubicBezTo>
                      <a:pt x="100843" y="253385"/>
                      <a:pt x="101466" y="253296"/>
                      <a:pt x="102089" y="253296"/>
                    </a:cubicBezTo>
                    <a:cubicBezTo>
                      <a:pt x="102623" y="253296"/>
                      <a:pt x="139382" y="253119"/>
                      <a:pt x="169377" y="241565"/>
                    </a:cubicBezTo>
                    <a:cubicBezTo>
                      <a:pt x="169288" y="241565"/>
                      <a:pt x="169288" y="241565"/>
                      <a:pt x="169288" y="241565"/>
                    </a:cubicBezTo>
                    <a:close/>
                    <a:moveTo>
                      <a:pt x="313299" y="221657"/>
                    </a:moveTo>
                    <a:lnTo>
                      <a:pt x="313299" y="304045"/>
                    </a:lnTo>
                    <a:lnTo>
                      <a:pt x="345074" y="304045"/>
                    </a:lnTo>
                    <a:lnTo>
                      <a:pt x="345074" y="221657"/>
                    </a:lnTo>
                    <a:close/>
                    <a:moveTo>
                      <a:pt x="224827" y="187973"/>
                    </a:moveTo>
                    <a:lnTo>
                      <a:pt x="182461" y="199971"/>
                    </a:lnTo>
                    <a:cubicBezTo>
                      <a:pt x="182105" y="200060"/>
                      <a:pt x="181749" y="200149"/>
                      <a:pt x="181393" y="200238"/>
                    </a:cubicBezTo>
                    <a:lnTo>
                      <a:pt x="181393" y="219879"/>
                    </a:lnTo>
                    <a:lnTo>
                      <a:pt x="229990" y="205926"/>
                    </a:lnTo>
                    <a:cubicBezTo>
                      <a:pt x="230168" y="205748"/>
                      <a:pt x="230346" y="205570"/>
                      <a:pt x="230524" y="205392"/>
                    </a:cubicBezTo>
                    <a:cubicBezTo>
                      <a:pt x="230524" y="205303"/>
                      <a:pt x="230524" y="205215"/>
                      <a:pt x="230524" y="205126"/>
                    </a:cubicBezTo>
                    <a:close/>
                    <a:moveTo>
                      <a:pt x="118911" y="187973"/>
                    </a:moveTo>
                    <a:lnTo>
                      <a:pt x="113215" y="205126"/>
                    </a:lnTo>
                    <a:cubicBezTo>
                      <a:pt x="113215" y="205215"/>
                      <a:pt x="113215" y="205303"/>
                      <a:pt x="113215" y="205392"/>
                    </a:cubicBezTo>
                    <a:cubicBezTo>
                      <a:pt x="113393" y="205570"/>
                      <a:pt x="113571" y="205748"/>
                      <a:pt x="113749" y="206014"/>
                    </a:cubicBezTo>
                    <a:lnTo>
                      <a:pt x="162346" y="219879"/>
                    </a:lnTo>
                    <a:lnTo>
                      <a:pt x="162346" y="200238"/>
                    </a:lnTo>
                    <a:cubicBezTo>
                      <a:pt x="161990" y="200149"/>
                      <a:pt x="161634" y="200060"/>
                      <a:pt x="161277" y="199971"/>
                    </a:cubicBezTo>
                    <a:close/>
                    <a:moveTo>
                      <a:pt x="166440" y="141313"/>
                    </a:moveTo>
                    <a:lnTo>
                      <a:pt x="95147" y="161488"/>
                    </a:lnTo>
                    <a:lnTo>
                      <a:pt x="166440" y="181662"/>
                    </a:lnTo>
                    <a:cubicBezTo>
                      <a:pt x="170000" y="182640"/>
                      <a:pt x="173738" y="182640"/>
                      <a:pt x="177299" y="181662"/>
                    </a:cubicBezTo>
                    <a:lnTo>
                      <a:pt x="248592" y="161488"/>
                    </a:lnTo>
                    <a:lnTo>
                      <a:pt x="177299" y="141313"/>
                    </a:lnTo>
                    <a:cubicBezTo>
                      <a:pt x="173738" y="140335"/>
                      <a:pt x="170000" y="140335"/>
                      <a:pt x="166440" y="141313"/>
                    </a:cubicBezTo>
                    <a:close/>
                    <a:moveTo>
                      <a:pt x="404618" y="140602"/>
                    </a:moveTo>
                    <a:lnTo>
                      <a:pt x="404618" y="304045"/>
                    </a:lnTo>
                    <a:lnTo>
                      <a:pt x="436393" y="304045"/>
                    </a:lnTo>
                    <a:lnTo>
                      <a:pt x="436393" y="140602"/>
                    </a:lnTo>
                    <a:close/>
                    <a:moveTo>
                      <a:pt x="495937" y="59547"/>
                    </a:moveTo>
                    <a:lnTo>
                      <a:pt x="495937" y="304045"/>
                    </a:lnTo>
                    <a:lnTo>
                      <a:pt x="527712" y="304045"/>
                    </a:lnTo>
                    <a:lnTo>
                      <a:pt x="527712" y="59547"/>
                    </a:lnTo>
                    <a:close/>
                    <a:moveTo>
                      <a:pt x="192162" y="19019"/>
                    </a:moveTo>
                    <a:cubicBezTo>
                      <a:pt x="186199" y="19019"/>
                      <a:pt x="181393" y="23819"/>
                      <a:pt x="181393" y="29773"/>
                    </a:cubicBezTo>
                    <a:lnTo>
                      <a:pt x="181393" y="122827"/>
                    </a:lnTo>
                    <a:cubicBezTo>
                      <a:pt x="181749" y="122915"/>
                      <a:pt x="182105" y="123004"/>
                      <a:pt x="182461" y="123093"/>
                    </a:cubicBezTo>
                    <a:lnTo>
                      <a:pt x="273246" y="148689"/>
                    </a:lnTo>
                    <a:cubicBezTo>
                      <a:pt x="278676" y="150289"/>
                      <a:pt x="282325" y="154911"/>
                      <a:pt x="282770" y="160421"/>
                    </a:cubicBezTo>
                    <a:cubicBezTo>
                      <a:pt x="282859" y="160777"/>
                      <a:pt x="282859" y="161132"/>
                      <a:pt x="282859" y="161488"/>
                    </a:cubicBezTo>
                    <a:lnTo>
                      <a:pt x="282859" y="222279"/>
                    </a:lnTo>
                    <a:cubicBezTo>
                      <a:pt x="282859" y="227522"/>
                      <a:pt x="278587" y="231789"/>
                      <a:pt x="273335" y="231789"/>
                    </a:cubicBezTo>
                    <a:cubicBezTo>
                      <a:pt x="268084" y="231789"/>
                      <a:pt x="263812" y="227522"/>
                      <a:pt x="263812" y="222279"/>
                    </a:cubicBezTo>
                    <a:lnTo>
                      <a:pt x="263812" y="176952"/>
                    </a:lnTo>
                    <a:lnTo>
                      <a:pt x="243073" y="182818"/>
                    </a:lnTo>
                    <a:lnTo>
                      <a:pt x="248592" y="199082"/>
                    </a:lnTo>
                    <a:cubicBezTo>
                      <a:pt x="249927" y="203170"/>
                      <a:pt x="249838" y="207525"/>
                      <a:pt x="248503" y="211525"/>
                    </a:cubicBezTo>
                    <a:cubicBezTo>
                      <a:pt x="257759" y="224945"/>
                      <a:pt x="262566" y="240409"/>
                      <a:pt x="262566" y="256585"/>
                    </a:cubicBezTo>
                    <a:cubicBezTo>
                      <a:pt x="262566" y="273649"/>
                      <a:pt x="257136" y="290002"/>
                      <a:pt x="246723" y="304045"/>
                    </a:cubicBezTo>
                    <a:lnTo>
                      <a:pt x="294252" y="304045"/>
                    </a:lnTo>
                    <a:lnTo>
                      <a:pt x="294252" y="212147"/>
                    </a:lnTo>
                    <a:cubicBezTo>
                      <a:pt x="294252" y="206903"/>
                      <a:pt x="298524" y="202637"/>
                      <a:pt x="303775" y="202637"/>
                    </a:cubicBezTo>
                    <a:lnTo>
                      <a:pt x="354508" y="202637"/>
                    </a:lnTo>
                    <a:cubicBezTo>
                      <a:pt x="359759" y="202637"/>
                      <a:pt x="364032" y="206903"/>
                      <a:pt x="364032" y="212147"/>
                    </a:cubicBezTo>
                    <a:lnTo>
                      <a:pt x="364032" y="304045"/>
                    </a:lnTo>
                    <a:lnTo>
                      <a:pt x="385660" y="304045"/>
                    </a:lnTo>
                    <a:lnTo>
                      <a:pt x="385660" y="131092"/>
                    </a:lnTo>
                    <a:cubicBezTo>
                      <a:pt x="385660" y="125848"/>
                      <a:pt x="389843" y="121582"/>
                      <a:pt x="395094" y="121582"/>
                    </a:cubicBezTo>
                    <a:lnTo>
                      <a:pt x="445916" y="121582"/>
                    </a:lnTo>
                    <a:cubicBezTo>
                      <a:pt x="451168" y="121582"/>
                      <a:pt x="455351" y="125848"/>
                      <a:pt x="455351" y="131092"/>
                    </a:cubicBezTo>
                    <a:lnTo>
                      <a:pt x="455351" y="304045"/>
                    </a:lnTo>
                    <a:lnTo>
                      <a:pt x="476979" y="304045"/>
                    </a:lnTo>
                    <a:lnTo>
                      <a:pt x="476979" y="50037"/>
                    </a:lnTo>
                    <a:cubicBezTo>
                      <a:pt x="476979" y="44793"/>
                      <a:pt x="481252" y="40527"/>
                      <a:pt x="486503" y="40527"/>
                    </a:cubicBezTo>
                    <a:lnTo>
                      <a:pt x="537236" y="40527"/>
                    </a:lnTo>
                    <a:cubicBezTo>
                      <a:pt x="542487" y="40527"/>
                      <a:pt x="546759" y="44793"/>
                      <a:pt x="546759" y="50037"/>
                    </a:cubicBezTo>
                    <a:lnTo>
                      <a:pt x="546759" y="304045"/>
                    </a:lnTo>
                    <a:lnTo>
                      <a:pt x="557529" y="304045"/>
                    </a:lnTo>
                    <a:cubicBezTo>
                      <a:pt x="562780" y="304045"/>
                      <a:pt x="567053" y="308222"/>
                      <a:pt x="567053" y="313465"/>
                    </a:cubicBezTo>
                    <a:cubicBezTo>
                      <a:pt x="567053" y="318709"/>
                      <a:pt x="562780" y="322975"/>
                      <a:pt x="557529" y="322975"/>
                    </a:cubicBezTo>
                    <a:lnTo>
                      <a:pt x="243697" y="322975"/>
                    </a:lnTo>
                    <a:lnTo>
                      <a:pt x="243518" y="324219"/>
                    </a:lnTo>
                    <a:cubicBezTo>
                      <a:pt x="242539" y="332396"/>
                      <a:pt x="238089" y="339773"/>
                      <a:pt x="231503" y="344572"/>
                    </a:cubicBezTo>
                    <a:lnTo>
                      <a:pt x="577822" y="344572"/>
                    </a:lnTo>
                    <a:cubicBezTo>
                      <a:pt x="583786" y="344572"/>
                      <a:pt x="588592" y="339684"/>
                      <a:pt x="588592" y="333729"/>
                    </a:cubicBezTo>
                    <a:lnTo>
                      <a:pt x="588592" y="29773"/>
                    </a:lnTo>
                    <a:cubicBezTo>
                      <a:pt x="588592" y="23819"/>
                      <a:pt x="583786" y="19019"/>
                      <a:pt x="577822" y="19019"/>
                    </a:cubicBezTo>
                    <a:close/>
                    <a:moveTo>
                      <a:pt x="192162" y="0"/>
                    </a:moveTo>
                    <a:lnTo>
                      <a:pt x="577822" y="0"/>
                    </a:lnTo>
                    <a:cubicBezTo>
                      <a:pt x="594199" y="0"/>
                      <a:pt x="607639" y="13331"/>
                      <a:pt x="607639" y="29773"/>
                    </a:cubicBezTo>
                    <a:lnTo>
                      <a:pt x="607639" y="333729"/>
                    </a:lnTo>
                    <a:cubicBezTo>
                      <a:pt x="607639" y="350171"/>
                      <a:pt x="594199" y="363503"/>
                      <a:pt x="577822" y="363503"/>
                    </a:cubicBezTo>
                    <a:lnTo>
                      <a:pt x="211833" y="363503"/>
                    </a:lnTo>
                    <a:lnTo>
                      <a:pt x="211833" y="369813"/>
                    </a:lnTo>
                    <a:cubicBezTo>
                      <a:pt x="211833" y="374434"/>
                      <a:pt x="214770" y="378612"/>
                      <a:pt x="219220" y="380034"/>
                    </a:cubicBezTo>
                    <a:lnTo>
                      <a:pt x="252330" y="391054"/>
                    </a:lnTo>
                    <a:cubicBezTo>
                      <a:pt x="264524" y="395143"/>
                      <a:pt x="272712" y="406519"/>
                      <a:pt x="272712" y="419317"/>
                    </a:cubicBezTo>
                    <a:lnTo>
                      <a:pt x="272712" y="526946"/>
                    </a:lnTo>
                    <a:lnTo>
                      <a:pt x="334215" y="526946"/>
                    </a:lnTo>
                    <a:cubicBezTo>
                      <a:pt x="339466" y="526946"/>
                      <a:pt x="343738" y="531212"/>
                      <a:pt x="343738" y="536455"/>
                    </a:cubicBezTo>
                    <a:cubicBezTo>
                      <a:pt x="343738" y="541699"/>
                      <a:pt x="339466" y="545965"/>
                      <a:pt x="334215" y="545965"/>
                    </a:cubicBezTo>
                    <a:lnTo>
                      <a:pt x="9524" y="545965"/>
                    </a:lnTo>
                    <a:cubicBezTo>
                      <a:pt x="4272" y="545965"/>
                      <a:pt x="0" y="541699"/>
                      <a:pt x="0" y="536455"/>
                    </a:cubicBezTo>
                    <a:cubicBezTo>
                      <a:pt x="0" y="531212"/>
                      <a:pt x="4272" y="526946"/>
                      <a:pt x="9524" y="526946"/>
                    </a:cubicBezTo>
                    <a:lnTo>
                      <a:pt x="71026" y="526946"/>
                    </a:lnTo>
                    <a:lnTo>
                      <a:pt x="71026" y="419317"/>
                    </a:lnTo>
                    <a:cubicBezTo>
                      <a:pt x="71026" y="406430"/>
                      <a:pt x="79215" y="395143"/>
                      <a:pt x="91408" y="391054"/>
                    </a:cubicBezTo>
                    <a:lnTo>
                      <a:pt x="124518" y="380034"/>
                    </a:lnTo>
                    <a:cubicBezTo>
                      <a:pt x="128969" y="378612"/>
                      <a:pt x="131906" y="374434"/>
                      <a:pt x="131906" y="369813"/>
                    </a:cubicBezTo>
                    <a:lnTo>
                      <a:pt x="131906" y="354882"/>
                    </a:lnTo>
                    <a:lnTo>
                      <a:pt x="116419" y="347149"/>
                    </a:lnTo>
                    <a:cubicBezTo>
                      <a:pt x="107518" y="342617"/>
                      <a:pt x="101466" y="334085"/>
                      <a:pt x="100220" y="324219"/>
                    </a:cubicBezTo>
                    <a:lnTo>
                      <a:pt x="97817" y="305111"/>
                    </a:lnTo>
                    <a:cubicBezTo>
                      <a:pt x="86869" y="290891"/>
                      <a:pt x="81173" y="274093"/>
                      <a:pt x="81173" y="256585"/>
                    </a:cubicBezTo>
                    <a:cubicBezTo>
                      <a:pt x="81173" y="240409"/>
                      <a:pt x="85979" y="224945"/>
                      <a:pt x="95147" y="211525"/>
                    </a:cubicBezTo>
                    <a:cubicBezTo>
                      <a:pt x="93811" y="207525"/>
                      <a:pt x="93811" y="203170"/>
                      <a:pt x="95147" y="199082"/>
                    </a:cubicBezTo>
                    <a:lnTo>
                      <a:pt x="100576" y="182818"/>
                    </a:lnTo>
                    <a:lnTo>
                      <a:pt x="70492" y="174286"/>
                    </a:lnTo>
                    <a:cubicBezTo>
                      <a:pt x="64707" y="172686"/>
                      <a:pt x="60880" y="167531"/>
                      <a:pt x="60880" y="161488"/>
                    </a:cubicBezTo>
                    <a:cubicBezTo>
                      <a:pt x="60880" y="155444"/>
                      <a:pt x="64707" y="150378"/>
                      <a:pt x="70492" y="148689"/>
                    </a:cubicBezTo>
                    <a:lnTo>
                      <a:pt x="161277" y="123093"/>
                    </a:lnTo>
                    <a:cubicBezTo>
                      <a:pt x="161634" y="123004"/>
                      <a:pt x="161990" y="122915"/>
                      <a:pt x="162346" y="122827"/>
                    </a:cubicBezTo>
                    <a:lnTo>
                      <a:pt x="162346" y="29773"/>
                    </a:lnTo>
                    <a:cubicBezTo>
                      <a:pt x="162346" y="13331"/>
                      <a:pt x="175696" y="0"/>
                      <a:pt x="192162" y="0"/>
                    </a:cubicBezTo>
                    <a:close/>
                  </a:path>
                </a:pathLst>
              </a:cu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alpha val="70000"/>
                    </a:prstClr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5617031-EC1F-9ADC-CFF2-58070E07AE95}"/>
                </a:ext>
              </a:extLst>
            </p:cNvPr>
            <p:cNvGrpSpPr/>
            <p:nvPr/>
          </p:nvGrpSpPr>
          <p:grpSpPr>
            <a:xfrm>
              <a:off x="4639504" y="152734"/>
              <a:ext cx="6440683" cy="413844"/>
              <a:chOff x="4278242" y="140702"/>
              <a:chExt cx="6440683" cy="413844"/>
            </a:xfrm>
          </p:grpSpPr>
          <p:sp>
            <p:nvSpPr>
              <p:cNvPr id="41" name="文本框 15">
                <a:extLst>
                  <a:ext uri="{FF2B5EF4-FFF2-40B4-BE49-F238E27FC236}">
                    <a16:creationId xmlns:a16="http://schemas.microsoft.com/office/drawing/2014/main" id="{FA8F9C02-4A90-9F5C-8D01-62F9235F3527}"/>
                  </a:ext>
                </a:extLst>
              </p:cNvPr>
              <p:cNvSpPr txBox="1"/>
              <p:nvPr/>
            </p:nvSpPr>
            <p:spPr>
              <a:xfrm>
                <a:off x="4587634" y="152661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项目实施</a:t>
                </a:r>
              </a:p>
            </p:txBody>
          </p:sp>
          <p:sp>
            <p:nvSpPr>
              <p:cNvPr id="42" name="stars_273718">
                <a:extLst>
                  <a:ext uri="{FF2B5EF4-FFF2-40B4-BE49-F238E27FC236}">
                    <a16:creationId xmlns:a16="http://schemas.microsoft.com/office/drawing/2014/main" id="{0B4D6515-E814-29DC-8EF7-DCEDAC805D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78242" y="246249"/>
                <a:ext cx="216505" cy="216000"/>
              </a:xfrm>
              <a:custGeom>
                <a:avLst/>
                <a:gdLst>
                  <a:gd name="connsiteX0" fmla="*/ 435684 w 607336"/>
                  <a:gd name="connsiteY0" fmla="*/ 463990 h 605919"/>
                  <a:gd name="connsiteX1" fmla="*/ 421104 w 607336"/>
                  <a:gd name="connsiteY1" fmla="*/ 493187 h 605919"/>
                  <a:gd name="connsiteX2" fmla="*/ 409311 w 607336"/>
                  <a:gd name="connsiteY2" fmla="*/ 500417 h 605919"/>
                  <a:gd name="connsiteX3" fmla="*/ 388325 w 607336"/>
                  <a:gd name="connsiteY3" fmla="*/ 500417 h 605919"/>
                  <a:gd name="connsiteX4" fmla="*/ 405411 w 607336"/>
                  <a:gd name="connsiteY4" fmla="*/ 517472 h 605919"/>
                  <a:gd name="connsiteX5" fmla="*/ 409033 w 607336"/>
                  <a:gd name="connsiteY5" fmla="*/ 529429 h 605919"/>
                  <a:gd name="connsiteX6" fmla="*/ 402625 w 607336"/>
                  <a:gd name="connsiteY6" fmla="*/ 561499 h 605919"/>
                  <a:gd name="connsiteX7" fmla="*/ 427790 w 607336"/>
                  <a:gd name="connsiteY7" fmla="*/ 542591 h 605919"/>
                  <a:gd name="connsiteX8" fmla="*/ 435684 w 607336"/>
                  <a:gd name="connsiteY8" fmla="*/ 539995 h 605919"/>
                  <a:gd name="connsiteX9" fmla="*/ 443670 w 607336"/>
                  <a:gd name="connsiteY9" fmla="*/ 542591 h 605919"/>
                  <a:gd name="connsiteX10" fmla="*/ 468835 w 607336"/>
                  <a:gd name="connsiteY10" fmla="*/ 561499 h 605919"/>
                  <a:gd name="connsiteX11" fmla="*/ 462427 w 607336"/>
                  <a:gd name="connsiteY11" fmla="*/ 529429 h 605919"/>
                  <a:gd name="connsiteX12" fmla="*/ 466049 w 607336"/>
                  <a:gd name="connsiteY12" fmla="*/ 517472 h 605919"/>
                  <a:gd name="connsiteX13" fmla="*/ 483042 w 607336"/>
                  <a:gd name="connsiteY13" fmla="*/ 500417 h 605919"/>
                  <a:gd name="connsiteX14" fmla="*/ 462149 w 607336"/>
                  <a:gd name="connsiteY14" fmla="*/ 500417 h 605919"/>
                  <a:gd name="connsiteX15" fmla="*/ 450356 w 607336"/>
                  <a:gd name="connsiteY15" fmla="*/ 493187 h 605919"/>
                  <a:gd name="connsiteX16" fmla="*/ 171614 w 607336"/>
                  <a:gd name="connsiteY16" fmla="*/ 463990 h 605919"/>
                  <a:gd name="connsiteX17" fmla="*/ 157040 w 607336"/>
                  <a:gd name="connsiteY17" fmla="*/ 493187 h 605919"/>
                  <a:gd name="connsiteX18" fmla="*/ 145252 w 607336"/>
                  <a:gd name="connsiteY18" fmla="*/ 500417 h 605919"/>
                  <a:gd name="connsiteX19" fmla="*/ 124273 w 607336"/>
                  <a:gd name="connsiteY19" fmla="*/ 500417 h 605919"/>
                  <a:gd name="connsiteX20" fmla="*/ 141353 w 607336"/>
                  <a:gd name="connsiteY20" fmla="*/ 517472 h 605919"/>
                  <a:gd name="connsiteX21" fmla="*/ 144973 w 607336"/>
                  <a:gd name="connsiteY21" fmla="*/ 529429 h 605919"/>
                  <a:gd name="connsiteX22" fmla="*/ 138568 w 607336"/>
                  <a:gd name="connsiteY22" fmla="*/ 561499 h 605919"/>
                  <a:gd name="connsiteX23" fmla="*/ 163724 w 607336"/>
                  <a:gd name="connsiteY23" fmla="*/ 542591 h 605919"/>
                  <a:gd name="connsiteX24" fmla="*/ 171614 w 607336"/>
                  <a:gd name="connsiteY24" fmla="*/ 539995 h 605919"/>
                  <a:gd name="connsiteX25" fmla="*/ 179504 w 607336"/>
                  <a:gd name="connsiteY25" fmla="*/ 542591 h 605919"/>
                  <a:gd name="connsiteX26" fmla="*/ 204660 w 607336"/>
                  <a:gd name="connsiteY26" fmla="*/ 561499 h 605919"/>
                  <a:gd name="connsiteX27" fmla="*/ 198255 w 607336"/>
                  <a:gd name="connsiteY27" fmla="*/ 529429 h 605919"/>
                  <a:gd name="connsiteX28" fmla="*/ 201875 w 607336"/>
                  <a:gd name="connsiteY28" fmla="*/ 517472 h 605919"/>
                  <a:gd name="connsiteX29" fmla="*/ 218955 w 607336"/>
                  <a:gd name="connsiteY29" fmla="*/ 500417 h 605919"/>
                  <a:gd name="connsiteX30" fmla="*/ 197976 w 607336"/>
                  <a:gd name="connsiteY30" fmla="*/ 500417 h 605919"/>
                  <a:gd name="connsiteX31" fmla="*/ 186187 w 607336"/>
                  <a:gd name="connsiteY31" fmla="*/ 493187 h 605919"/>
                  <a:gd name="connsiteX32" fmla="*/ 435695 w 607336"/>
                  <a:gd name="connsiteY32" fmla="*/ 421910 h 605919"/>
                  <a:gd name="connsiteX33" fmla="*/ 447570 w 607336"/>
                  <a:gd name="connsiteY33" fmla="*/ 428583 h 605919"/>
                  <a:gd name="connsiteX34" fmla="*/ 470321 w 607336"/>
                  <a:gd name="connsiteY34" fmla="*/ 474094 h 605919"/>
                  <a:gd name="connsiteX35" fmla="*/ 514986 w 607336"/>
                  <a:gd name="connsiteY35" fmla="*/ 474094 h 605919"/>
                  <a:gd name="connsiteX36" fmla="*/ 527151 w 607336"/>
                  <a:gd name="connsiteY36" fmla="*/ 482250 h 605919"/>
                  <a:gd name="connsiteX37" fmla="*/ 524272 w 607336"/>
                  <a:gd name="connsiteY37" fmla="*/ 496617 h 605919"/>
                  <a:gd name="connsiteX38" fmla="*/ 489635 w 607336"/>
                  <a:gd name="connsiteY38" fmla="*/ 531190 h 605919"/>
                  <a:gd name="connsiteX39" fmla="*/ 501429 w 607336"/>
                  <a:gd name="connsiteY39" fmla="*/ 590140 h 605919"/>
                  <a:gd name="connsiteX40" fmla="*/ 495579 w 607336"/>
                  <a:gd name="connsiteY40" fmla="*/ 603858 h 605919"/>
                  <a:gd name="connsiteX41" fmla="*/ 488521 w 607336"/>
                  <a:gd name="connsiteY41" fmla="*/ 605897 h 605919"/>
                  <a:gd name="connsiteX42" fmla="*/ 480628 w 607336"/>
                  <a:gd name="connsiteY42" fmla="*/ 603302 h 605919"/>
                  <a:gd name="connsiteX43" fmla="*/ 435684 w 607336"/>
                  <a:gd name="connsiteY43" fmla="*/ 569656 h 605919"/>
                  <a:gd name="connsiteX44" fmla="*/ 390832 w 607336"/>
                  <a:gd name="connsiteY44" fmla="*/ 603302 h 605919"/>
                  <a:gd name="connsiteX45" fmla="*/ 375881 w 607336"/>
                  <a:gd name="connsiteY45" fmla="*/ 603858 h 605919"/>
                  <a:gd name="connsiteX46" fmla="*/ 369938 w 607336"/>
                  <a:gd name="connsiteY46" fmla="*/ 590140 h 605919"/>
                  <a:gd name="connsiteX47" fmla="*/ 381732 w 607336"/>
                  <a:gd name="connsiteY47" fmla="*/ 531190 h 605919"/>
                  <a:gd name="connsiteX48" fmla="*/ 347095 w 607336"/>
                  <a:gd name="connsiteY48" fmla="*/ 496617 h 605919"/>
                  <a:gd name="connsiteX49" fmla="*/ 344309 w 607336"/>
                  <a:gd name="connsiteY49" fmla="*/ 482250 h 605919"/>
                  <a:gd name="connsiteX50" fmla="*/ 356474 w 607336"/>
                  <a:gd name="connsiteY50" fmla="*/ 474094 h 605919"/>
                  <a:gd name="connsiteX51" fmla="*/ 401139 w 607336"/>
                  <a:gd name="connsiteY51" fmla="*/ 474094 h 605919"/>
                  <a:gd name="connsiteX52" fmla="*/ 423890 w 607336"/>
                  <a:gd name="connsiteY52" fmla="*/ 428583 h 605919"/>
                  <a:gd name="connsiteX53" fmla="*/ 435695 w 607336"/>
                  <a:gd name="connsiteY53" fmla="*/ 421910 h 605919"/>
                  <a:gd name="connsiteX54" fmla="*/ 171614 w 607336"/>
                  <a:gd name="connsiteY54" fmla="*/ 421910 h 605919"/>
                  <a:gd name="connsiteX55" fmla="*/ 183403 w 607336"/>
                  <a:gd name="connsiteY55" fmla="*/ 428583 h 605919"/>
                  <a:gd name="connsiteX56" fmla="*/ 206145 w 607336"/>
                  <a:gd name="connsiteY56" fmla="*/ 474094 h 605919"/>
                  <a:gd name="connsiteX57" fmla="*/ 250794 w 607336"/>
                  <a:gd name="connsiteY57" fmla="*/ 474094 h 605919"/>
                  <a:gd name="connsiteX58" fmla="*/ 262954 w 607336"/>
                  <a:gd name="connsiteY58" fmla="*/ 482250 h 605919"/>
                  <a:gd name="connsiteX59" fmla="*/ 260169 w 607336"/>
                  <a:gd name="connsiteY59" fmla="*/ 496617 h 605919"/>
                  <a:gd name="connsiteX60" fmla="*/ 225545 w 607336"/>
                  <a:gd name="connsiteY60" fmla="*/ 531190 h 605919"/>
                  <a:gd name="connsiteX61" fmla="*/ 237334 w 607336"/>
                  <a:gd name="connsiteY61" fmla="*/ 590140 h 605919"/>
                  <a:gd name="connsiteX62" fmla="*/ 231393 w 607336"/>
                  <a:gd name="connsiteY62" fmla="*/ 603858 h 605919"/>
                  <a:gd name="connsiteX63" fmla="*/ 224431 w 607336"/>
                  <a:gd name="connsiteY63" fmla="*/ 605897 h 605919"/>
                  <a:gd name="connsiteX64" fmla="*/ 216541 w 607336"/>
                  <a:gd name="connsiteY64" fmla="*/ 603302 h 605919"/>
                  <a:gd name="connsiteX65" fmla="*/ 171614 w 607336"/>
                  <a:gd name="connsiteY65" fmla="*/ 569656 h 605919"/>
                  <a:gd name="connsiteX66" fmla="*/ 126687 w 607336"/>
                  <a:gd name="connsiteY66" fmla="*/ 603302 h 605919"/>
                  <a:gd name="connsiteX67" fmla="*/ 111742 w 607336"/>
                  <a:gd name="connsiteY67" fmla="*/ 603858 h 605919"/>
                  <a:gd name="connsiteX68" fmla="*/ 105894 w 607336"/>
                  <a:gd name="connsiteY68" fmla="*/ 590140 h 605919"/>
                  <a:gd name="connsiteX69" fmla="*/ 117683 w 607336"/>
                  <a:gd name="connsiteY69" fmla="*/ 531190 h 605919"/>
                  <a:gd name="connsiteX70" fmla="*/ 83059 w 607336"/>
                  <a:gd name="connsiteY70" fmla="*/ 496617 h 605919"/>
                  <a:gd name="connsiteX71" fmla="*/ 80181 w 607336"/>
                  <a:gd name="connsiteY71" fmla="*/ 482250 h 605919"/>
                  <a:gd name="connsiteX72" fmla="*/ 92434 w 607336"/>
                  <a:gd name="connsiteY72" fmla="*/ 474094 h 605919"/>
                  <a:gd name="connsiteX73" fmla="*/ 137083 w 607336"/>
                  <a:gd name="connsiteY73" fmla="*/ 474094 h 605919"/>
                  <a:gd name="connsiteX74" fmla="*/ 159825 w 607336"/>
                  <a:gd name="connsiteY74" fmla="*/ 428583 h 605919"/>
                  <a:gd name="connsiteX75" fmla="*/ 171614 w 607336"/>
                  <a:gd name="connsiteY75" fmla="*/ 421910 h 605919"/>
                  <a:gd name="connsiteX76" fmla="*/ 514950 w 607336"/>
                  <a:gd name="connsiteY76" fmla="*/ 226678 h 605919"/>
                  <a:gd name="connsiteX77" fmla="*/ 500278 w 607336"/>
                  <a:gd name="connsiteY77" fmla="*/ 255875 h 605919"/>
                  <a:gd name="connsiteX78" fmla="*/ 488485 w 607336"/>
                  <a:gd name="connsiteY78" fmla="*/ 263105 h 605919"/>
                  <a:gd name="connsiteX79" fmla="*/ 467592 w 607336"/>
                  <a:gd name="connsiteY79" fmla="*/ 263105 h 605919"/>
                  <a:gd name="connsiteX80" fmla="*/ 484678 w 607336"/>
                  <a:gd name="connsiteY80" fmla="*/ 280160 h 605919"/>
                  <a:gd name="connsiteX81" fmla="*/ 488207 w 607336"/>
                  <a:gd name="connsiteY81" fmla="*/ 292117 h 605919"/>
                  <a:gd name="connsiteX82" fmla="*/ 481799 w 607336"/>
                  <a:gd name="connsiteY82" fmla="*/ 324187 h 605919"/>
                  <a:gd name="connsiteX83" fmla="*/ 506964 w 607336"/>
                  <a:gd name="connsiteY83" fmla="*/ 305279 h 605919"/>
                  <a:gd name="connsiteX84" fmla="*/ 514950 w 607336"/>
                  <a:gd name="connsiteY84" fmla="*/ 302683 h 605919"/>
                  <a:gd name="connsiteX85" fmla="*/ 522844 w 607336"/>
                  <a:gd name="connsiteY85" fmla="*/ 305279 h 605919"/>
                  <a:gd name="connsiteX86" fmla="*/ 548009 w 607336"/>
                  <a:gd name="connsiteY86" fmla="*/ 324187 h 605919"/>
                  <a:gd name="connsiteX87" fmla="*/ 541601 w 607336"/>
                  <a:gd name="connsiteY87" fmla="*/ 292117 h 605919"/>
                  <a:gd name="connsiteX88" fmla="*/ 545223 w 607336"/>
                  <a:gd name="connsiteY88" fmla="*/ 280160 h 605919"/>
                  <a:gd name="connsiteX89" fmla="*/ 562309 w 607336"/>
                  <a:gd name="connsiteY89" fmla="*/ 263105 h 605919"/>
                  <a:gd name="connsiteX90" fmla="*/ 541323 w 607336"/>
                  <a:gd name="connsiteY90" fmla="*/ 263105 h 605919"/>
                  <a:gd name="connsiteX91" fmla="*/ 529530 w 607336"/>
                  <a:gd name="connsiteY91" fmla="*/ 255875 h 605919"/>
                  <a:gd name="connsiteX92" fmla="*/ 92440 w 607336"/>
                  <a:gd name="connsiteY92" fmla="*/ 226678 h 605919"/>
                  <a:gd name="connsiteX93" fmla="*/ 77774 w 607336"/>
                  <a:gd name="connsiteY93" fmla="*/ 255875 h 605919"/>
                  <a:gd name="connsiteX94" fmla="*/ 65985 w 607336"/>
                  <a:gd name="connsiteY94" fmla="*/ 263105 h 605919"/>
                  <a:gd name="connsiteX95" fmla="*/ 45099 w 607336"/>
                  <a:gd name="connsiteY95" fmla="*/ 263105 h 605919"/>
                  <a:gd name="connsiteX96" fmla="*/ 62086 w 607336"/>
                  <a:gd name="connsiteY96" fmla="*/ 280160 h 605919"/>
                  <a:gd name="connsiteX97" fmla="*/ 65706 w 607336"/>
                  <a:gd name="connsiteY97" fmla="*/ 292024 h 605919"/>
                  <a:gd name="connsiteX98" fmla="*/ 59301 w 607336"/>
                  <a:gd name="connsiteY98" fmla="*/ 324187 h 605919"/>
                  <a:gd name="connsiteX99" fmla="*/ 84457 w 607336"/>
                  <a:gd name="connsiteY99" fmla="*/ 305279 h 605919"/>
                  <a:gd name="connsiteX100" fmla="*/ 92440 w 607336"/>
                  <a:gd name="connsiteY100" fmla="*/ 302683 h 605919"/>
                  <a:gd name="connsiteX101" fmla="*/ 100330 w 607336"/>
                  <a:gd name="connsiteY101" fmla="*/ 305279 h 605919"/>
                  <a:gd name="connsiteX102" fmla="*/ 125486 w 607336"/>
                  <a:gd name="connsiteY102" fmla="*/ 324187 h 605919"/>
                  <a:gd name="connsiteX103" fmla="*/ 119081 w 607336"/>
                  <a:gd name="connsiteY103" fmla="*/ 292117 h 605919"/>
                  <a:gd name="connsiteX104" fmla="*/ 122701 w 607336"/>
                  <a:gd name="connsiteY104" fmla="*/ 280160 h 605919"/>
                  <a:gd name="connsiteX105" fmla="*/ 139781 w 607336"/>
                  <a:gd name="connsiteY105" fmla="*/ 263105 h 605919"/>
                  <a:gd name="connsiteX106" fmla="*/ 118802 w 607336"/>
                  <a:gd name="connsiteY106" fmla="*/ 263105 h 605919"/>
                  <a:gd name="connsiteX107" fmla="*/ 107013 w 607336"/>
                  <a:gd name="connsiteY107" fmla="*/ 255875 h 605919"/>
                  <a:gd name="connsiteX108" fmla="*/ 514938 w 607336"/>
                  <a:gd name="connsiteY108" fmla="*/ 184598 h 605919"/>
                  <a:gd name="connsiteX109" fmla="*/ 526744 w 607336"/>
                  <a:gd name="connsiteY109" fmla="*/ 191271 h 605919"/>
                  <a:gd name="connsiteX110" fmla="*/ 549495 w 607336"/>
                  <a:gd name="connsiteY110" fmla="*/ 236782 h 605919"/>
                  <a:gd name="connsiteX111" fmla="*/ 594160 w 607336"/>
                  <a:gd name="connsiteY111" fmla="*/ 236782 h 605919"/>
                  <a:gd name="connsiteX112" fmla="*/ 606325 w 607336"/>
                  <a:gd name="connsiteY112" fmla="*/ 244938 h 605919"/>
                  <a:gd name="connsiteX113" fmla="*/ 603539 w 607336"/>
                  <a:gd name="connsiteY113" fmla="*/ 259305 h 605919"/>
                  <a:gd name="connsiteX114" fmla="*/ 568902 w 607336"/>
                  <a:gd name="connsiteY114" fmla="*/ 293878 h 605919"/>
                  <a:gd name="connsiteX115" fmla="*/ 580696 w 607336"/>
                  <a:gd name="connsiteY115" fmla="*/ 352828 h 605919"/>
                  <a:gd name="connsiteX116" fmla="*/ 574753 w 607336"/>
                  <a:gd name="connsiteY116" fmla="*/ 366546 h 605919"/>
                  <a:gd name="connsiteX117" fmla="*/ 567788 w 607336"/>
                  <a:gd name="connsiteY117" fmla="*/ 368585 h 605919"/>
                  <a:gd name="connsiteX118" fmla="*/ 559802 w 607336"/>
                  <a:gd name="connsiteY118" fmla="*/ 365990 h 605919"/>
                  <a:gd name="connsiteX119" fmla="*/ 514950 w 607336"/>
                  <a:gd name="connsiteY119" fmla="*/ 332344 h 605919"/>
                  <a:gd name="connsiteX120" fmla="*/ 470006 w 607336"/>
                  <a:gd name="connsiteY120" fmla="*/ 365990 h 605919"/>
                  <a:gd name="connsiteX121" fmla="*/ 455055 w 607336"/>
                  <a:gd name="connsiteY121" fmla="*/ 366546 h 605919"/>
                  <a:gd name="connsiteX122" fmla="*/ 449205 w 607336"/>
                  <a:gd name="connsiteY122" fmla="*/ 352828 h 605919"/>
                  <a:gd name="connsiteX123" fmla="*/ 460999 w 607336"/>
                  <a:gd name="connsiteY123" fmla="*/ 293878 h 605919"/>
                  <a:gd name="connsiteX124" fmla="*/ 426362 w 607336"/>
                  <a:gd name="connsiteY124" fmla="*/ 259305 h 605919"/>
                  <a:gd name="connsiteX125" fmla="*/ 423483 w 607336"/>
                  <a:gd name="connsiteY125" fmla="*/ 244938 h 605919"/>
                  <a:gd name="connsiteX126" fmla="*/ 435648 w 607336"/>
                  <a:gd name="connsiteY126" fmla="*/ 236782 h 605919"/>
                  <a:gd name="connsiteX127" fmla="*/ 480313 w 607336"/>
                  <a:gd name="connsiteY127" fmla="*/ 236782 h 605919"/>
                  <a:gd name="connsiteX128" fmla="*/ 503064 w 607336"/>
                  <a:gd name="connsiteY128" fmla="*/ 191271 h 605919"/>
                  <a:gd name="connsiteX129" fmla="*/ 514938 w 607336"/>
                  <a:gd name="connsiteY129" fmla="*/ 184598 h 605919"/>
                  <a:gd name="connsiteX130" fmla="*/ 92394 w 607336"/>
                  <a:gd name="connsiteY130" fmla="*/ 184598 h 605919"/>
                  <a:gd name="connsiteX131" fmla="*/ 104229 w 607336"/>
                  <a:gd name="connsiteY131" fmla="*/ 191271 h 605919"/>
                  <a:gd name="connsiteX132" fmla="*/ 126971 w 607336"/>
                  <a:gd name="connsiteY132" fmla="*/ 236782 h 605919"/>
                  <a:gd name="connsiteX133" fmla="*/ 171620 w 607336"/>
                  <a:gd name="connsiteY133" fmla="*/ 236782 h 605919"/>
                  <a:gd name="connsiteX134" fmla="*/ 183780 w 607336"/>
                  <a:gd name="connsiteY134" fmla="*/ 244938 h 605919"/>
                  <a:gd name="connsiteX135" fmla="*/ 180902 w 607336"/>
                  <a:gd name="connsiteY135" fmla="*/ 259305 h 605919"/>
                  <a:gd name="connsiteX136" fmla="*/ 146371 w 607336"/>
                  <a:gd name="connsiteY136" fmla="*/ 293878 h 605919"/>
                  <a:gd name="connsiteX137" fmla="*/ 158160 w 607336"/>
                  <a:gd name="connsiteY137" fmla="*/ 352828 h 605919"/>
                  <a:gd name="connsiteX138" fmla="*/ 152219 w 607336"/>
                  <a:gd name="connsiteY138" fmla="*/ 366546 h 605919"/>
                  <a:gd name="connsiteX139" fmla="*/ 145257 w 607336"/>
                  <a:gd name="connsiteY139" fmla="*/ 368585 h 605919"/>
                  <a:gd name="connsiteX140" fmla="*/ 137274 w 607336"/>
                  <a:gd name="connsiteY140" fmla="*/ 365990 h 605919"/>
                  <a:gd name="connsiteX141" fmla="*/ 92440 w 607336"/>
                  <a:gd name="connsiteY141" fmla="*/ 332344 h 605919"/>
                  <a:gd name="connsiteX142" fmla="*/ 47513 w 607336"/>
                  <a:gd name="connsiteY142" fmla="*/ 365990 h 605919"/>
                  <a:gd name="connsiteX143" fmla="*/ 32568 w 607336"/>
                  <a:gd name="connsiteY143" fmla="*/ 366546 h 605919"/>
                  <a:gd name="connsiteX144" fmla="*/ 26627 w 607336"/>
                  <a:gd name="connsiteY144" fmla="*/ 352828 h 605919"/>
                  <a:gd name="connsiteX145" fmla="*/ 38509 w 607336"/>
                  <a:gd name="connsiteY145" fmla="*/ 293878 h 605919"/>
                  <a:gd name="connsiteX146" fmla="*/ 3885 w 607336"/>
                  <a:gd name="connsiteY146" fmla="*/ 259305 h 605919"/>
                  <a:gd name="connsiteX147" fmla="*/ 1007 w 607336"/>
                  <a:gd name="connsiteY147" fmla="*/ 244938 h 605919"/>
                  <a:gd name="connsiteX148" fmla="*/ 13167 w 607336"/>
                  <a:gd name="connsiteY148" fmla="*/ 236782 h 605919"/>
                  <a:gd name="connsiteX149" fmla="*/ 57816 w 607336"/>
                  <a:gd name="connsiteY149" fmla="*/ 236782 h 605919"/>
                  <a:gd name="connsiteX150" fmla="*/ 80558 w 607336"/>
                  <a:gd name="connsiteY150" fmla="*/ 191271 h 605919"/>
                  <a:gd name="connsiteX151" fmla="*/ 92394 w 607336"/>
                  <a:gd name="connsiteY151" fmla="*/ 184598 h 605919"/>
                  <a:gd name="connsiteX152" fmla="*/ 303666 w 607336"/>
                  <a:gd name="connsiteY152" fmla="*/ 42096 h 605919"/>
                  <a:gd name="connsiteX153" fmla="*/ 289089 w 607336"/>
                  <a:gd name="connsiteY153" fmla="*/ 71304 h 605919"/>
                  <a:gd name="connsiteX154" fmla="*/ 277297 w 607336"/>
                  <a:gd name="connsiteY154" fmla="*/ 78537 h 605919"/>
                  <a:gd name="connsiteX155" fmla="*/ 256313 w 607336"/>
                  <a:gd name="connsiteY155" fmla="*/ 78537 h 605919"/>
                  <a:gd name="connsiteX156" fmla="*/ 273397 w 607336"/>
                  <a:gd name="connsiteY156" fmla="*/ 95598 h 605919"/>
                  <a:gd name="connsiteX157" fmla="*/ 277018 w 607336"/>
                  <a:gd name="connsiteY157" fmla="*/ 107467 h 605919"/>
                  <a:gd name="connsiteX158" fmla="*/ 270612 w 607336"/>
                  <a:gd name="connsiteY158" fmla="*/ 139642 h 605919"/>
                  <a:gd name="connsiteX159" fmla="*/ 295774 w 607336"/>
                  <a:gd name="connsiteY159" fmla="*/ 120726 h 605919"/>
                  <a:gd name="connsiteX160" fmla="*/ 303666 w 607336"/>
                  <a:gd name="connsiteY160" fmla="*/ 118130 h 605919"/>
                  <a:gd name="connsiteX161" fmla="*/ 311651 w 607336"/>
                  <a:gd name="connsiteY161" fmla="*/ 120726 h 605919"/>
                  <a:gd name="connsiteX162" fmla="*/ 336813 w 607336"/>
                  <a:gd name="connsiteY162" fmla="*/ 139642 h 605919"/>
                  <a:gd name="connsiteX163" fmla="*/ 330407 w 607336"/>
                  <a:gd name="connsiteY163" fmla="*/ 107467 h 605919"/>
                  <a:gd name="connsiteX164" fmla="*/ 333935 w 607336"/>
                  <a:gd name="connsiteY164" fmla="*/ 95598 h 605919"/>
                  <a:gd name="connsiteX165" fmla="*/ 351019 w 607336"/>
                  <a:gd name="connsiteY165" fmla="*/ 78537 h 605919"/>
                  <a:gd name="connsiteX166" fmla="*/ 330128 w 607336"/>
                  <a:gd name="connsiteY166" fmla="*/ 78537 h 605919"/>
                  <a:gd name="connsiteX167" fmla="*/ 318336 w 607336"/>
                  <a:gd name="connsiteY167" fmla="*/ 71304 h 605919"/>
                  <a:gd name="connsiteX168" fmla="*/ 303666 w 607336"/>
                  <a:gd name="connsiteY168" fmla="*/ 0 h 605919"/>
                  <a:gd name="connsiteX169" fmla="*/ 315458 w 607336"/>
                  <a:gd name="connsiteY169" fmla="*/ 6676 h 605919"/>
                  <a:gd name="connsiteX170" fmla="*/ 338206 w 607336"/>
                  <a:gd name="connsiteY170" fmla="*/ 52203 h 605919"/>
                  <a:gd name="connsiteX171" fmla="*/ 382866 w 607336"/>
                  <a:gd name="connsiteY171" fmla="*/ 52203 h 605919"/>
                  <a:gd name="connsiteX172" fmla="*/ 395122 w 607336"/>
                  <a:gd name="connsiteY172" fmla="*/ 60363 h 605919"/>
                  <a:gd name="connsiteX173" fmla="*/ 392244 w 607336"/>
                  <a:gd name="connsiteY173" fmla="*/ 74735 h 605919"/>
                  <a:gd name="connsiteX174" fmla="*/ 357611 w 607336"/>
                  <a:gd name="connsiteY174" fmla="*/ 109229 h 605919"/>
                  <a:gd name="connsiteX175" fmla="*/ 369403 w 607336"/>
                  <a:gd name="connsiteY175" fmla="*/ 168294 h 605919"/>
                  <a:gd name="connsiteX176" fmla="*/ 363461 w 607336"/>
                  <a:gd name="connsiteY176" fmla="*/ 182017 h 605919"/>
                  <a:gd name="connsiteX177" fmla="*/ 356497 w 607336"/>
                  <a:gd name="connsiteY177" fmla="*/ 184057 h 605919"/>
                  <a:gd name="connsiteX178" fmla="*/ 348605 w 607336"/>
                  <a:gd name="connsiteY178" fmla="*/ 181368 h 605919"/>
                  <a:gd name="connsiteX179" fmla="*/ 303666 w 607336"/>
                  <a:gd name="connsiteY179" fmla="*/ 147802 h 605919"/>
                  <a:gd name="connsiteX180" fmla="*/ 258820 w 607336"/>
                  <a:gd name="connsiteY180" fmla="*/ 181368 h 605919"/>
                  <a:gd name="connsiteX181" fmla="*/ 243871 w 607336"/>
                  <a:gd name="connsiteY181" fmla="*/ 182017 h 605919"/>
                  <a:gd name="connsiteX182" fmla="*/ 237929 w 607336"/>
                  <a:gd name="connsiteY182" fmla="*/ 168294 h 605919"/>
                  <a:gd name="connsiteX183" fmla="*/ 249721 w 607336"/>
                  <a:gd name="connsiteY183" fmla="*/ 109229 h 605919"/>
                  <a:gd name="connsiteX184" fmla="*/ 215088 w 607336"/>
                  <a:gd name="connsiteY184" fmla="*/ 74735 h 605919"/>
                  <a:gd name="connsiteX185" fmla="*/ 212210 w 607336"/>
                  <a:gd name="connsiteY185" fmla="*/ 60363 h 605919"/>
                  <a:gd name="connsiteX186" fmla="*/ 224466 w 607336"/>
                  <a:gd name="connsiteY186" fmla="*/ 52203 h 605919"/>
                  <a:gd name="connsiteX187" fmla="*/ 269126 w 607336"/>
                  <a:gd name="connsiteY187" fmla="*/ 52203 h 605919"/>
                  <a:gd name="connsiteX188" fmla="*/ 291874 w 607336"/>
                  <a:gd name="connsiteY188" fmla="*/ 6676 h 605919"/>
                  <a:gd name="connsiteX189" fmla="*/ 303666 w 607336"/>
                  <a:gd name="connsiteY189" fmla="*/ 0 h 605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</a:cxnLst>
                <a:rect l="l" t="t" r="r" b="b"/>
                <a:pathLst>
                  <a:path w="607336" h="605919">
                    <a:moveTo>
                      <a:pt x="435684" y="463990"/>
                    </a:moveTo>
                    <a:lnTo>
                      <a:pt x="421104" y="493187"/>
                    </a:lnTo>
                    <a:cubicBezTo>
                      <a:pt x="418876" y="497637"/>
                      <a:pt x="414326" y="500417"/>
                      <a:pt x="409311" y="500417"/>
                    </a:cubicBezTo>
                    <a:lnTo>
                      <a:pt x="388325" y="500417"/>
                    </a:lnTo>
                    <a:lnTo>
                      <a:pt x="405411" y="517472"/>
                    </a:lnTo>
                    <a:cubicBezTo>
                      <a:pt x="408568" y="520623"/>
                      <a:pt x="409961" y="525072"/>
                      <a:pt x="409033" y="529429"/>
                    </a:cubicBezTo>
                    <a:lnTo>
                      <a:pt x="402625" y="561499"/>
                    </a:lnTo>
                    <a:lnTo>
                      <a:pt x="427790" y="542591"/>
                    </a:lnTo>
                    <a:cubicBezTo>
                      <a:pt x="430112" y="540830"/>
                      <a:pt x="432991" y="539995"/>
                      <a:pt x="435684" y="539995"/>
                    </a:cubicBezTo>
                    <a:cubicBezTo>
                      <a:pt x="438469" y="539995"/>
                      <a:pt x="441255" y="540830"/>
                      <a:pt x="443670" y="542591"/>
                    </a:cubicBezTo>
                    <a:lnTo>
                      <a:pt x="468835" y="561499"/>
                    </a:lnTo>
                    <a:lnTo>
                      <a:pt x="462427" y="529429"/>
                    </a:lnTo>
                    <a:cubicBezTo>
                      <a:pt x="461499" y="525072"/>
                      <a:pt x="462892" y="520623"/>
                      <a:pt x="466049" y="517472"/>
                    </a:cubicBezTo>
                    <a:lnTo>
                      <a:pt x="483042" y="500417"/>
                    </a:lnTo>
                    <a:lnTo>
                      <a:pt x="462149" y="500417"/>
                    </a:lnTo>
                    <a:cubicBezTo>
                      <a:pt x="457134" y="500417"/>
                      <a:pt x="452584" y="497637"/>
                      <a:pt x="450356" y="493187"/>
                    </a:cubicBezTo>
                    <a:close/>
                    <a:moveTo>
                      <a:pt x="171614" y="463990"/>
                    </a:moveTo>
                    <a:lnTo>
                      <a:pt x="157040" y="493187"/>
                    </a:lnTo>
                    <a:cubicBezTo>
                      <a:pt x="154813" y="497637"/>
                      <a:pt x="150171" y="500417"/>
                      <a:pt x="145252" y="500417"/>
                    </a:cubicBezTo>
                    <a:lnTo>
                      <a:pt x="124273" y="500417"/>
                    </a:lnTo>
                    <a:lnTo>
                      <a:pt x="141353" y="517472"/>
                    </a:lnTo>
                    <a:cubicBezTo>
                      <a:pt x="144416" y="520623"/>
                      <a:pt x="145809" y="525072"/>
                      <a:pt x="144973" y="529429"/>
                    </a:cubicBezTo>
                    <a:lnTo>
                      <a:pt x="138568" y="561499"/>
                    </a:lnTo>
                    <a:lnTo>
                      <a:pt x="163724" y="542591"/>
                    </a:lnTo>
                    <a:cubicBezTo>
                      <a:pt x="166044" y="540830"/>
                      <a:pt x="168829" y="539995"/>
                      <a:pt x="171614" y="539995"/>
                    </a:cubicBezTo>
                    <a:cubicBezTo>
                      <a:pt x="174399" y="539995"/>
                      <a:pt x="177183" y="540830"/>
                      <a:pt x="179504" y="542591"/>
                    </a:cubicBezTo>
                    <a:lnTo>
                      <a:pt x="204660" y="561499"/>
                    </a:lnTo>
                    <a:lnTo>
                      <a:pt x="198255" y="529429"/>
                    </a:lnTo>
                    <a:cubicBezTo>
                      <a:pt x="197419" y="525072"/>
                      <a:pt x="198812" y="520623"/>
                      <a:pt x="201875" y="517472"/>
                    </a:cubicBezTo>
                    <a:lnTo>
                      <a:pt x="218955" y="500417"/>
                    </a:lnTo>
                    <a:lnTo>
                      <a:pt x="197976" y="500417"/>
                    </a:lnTo>
                    <a:cubicBezTo>
                      <a:pt x="193057" y="500417"/>
                      <a:pt x="188415" y="497637"/>
                      <a:pt x="186187" y="493187"/>
                    </a:cubicBezTo>
                    <a:close/>
                    <a:moveTo>
                      <a:pt x="435695" y="421910"/>
                    </a:moveTo>
                    <a:cubicBezTo>
                      <a:pt x="440490" y="421910"/>
                      <a:pt x="445295" y="424134"/>
                      <a:pt x="447570" y="428583"/>
                    </a:cubicBezTo>
                    <a:lnTo>
                      <a:pt x="470321" y="474094"/>
                    </a:lnTo>
                    <a:lnTo>
                      <a:pt x="514986" y="474094"/>
                    </a:lnTo>
                    <a:cubicBezTo>
                      <a:pt x="520279" y="474094"/>
                      <a:pt x="525108" y="477245"/>
                      <a:pt x="527151" y="482250"/>
                    </a:cubicBezTo>
                    <a:cubicBezTo>
                      <a:pt x="529194" y="487163"/>
                      <a:pt x="528080" y="492817"/>
                      <a:pt x="524272" y="496617"/>
                    </a:cubicBezTo>
                    <a:lnTo>
                      <a:pt x="489635" y="531190"/>
                    </a:lnTo>
                    <a:lnTo>
                      <a:pt x="501429" y="590140"/>
                    </a:lnTo>
                    <a:cubicBezTo>
                      <a:pt x="502543" y="595516"/>
                      <a:pt x="500222" y="600985"/>
                      <a:pt x="495579" y="603858"/>
                    </a:cubicBezTo>
                    <a:cubicBezTo>
                      <a:pt x="493443" y="605248"/>
                      <a:pt x="491028" y="605897"/>
                      <a:pt x="488521" y="605897"/>
                    </a:cubicBezTo>
                    <a:cubicBezTo>
                      <a:pt x="485735" y="605897"/>
                      <a:pt x="482950" y="604970"/>
                      <a:pt x="480628" y="603302"/>
                    </a:cubicBezTo>
                    <a:lnTo>
                      <a:pt x="435684" y="569656"/>
                    </a:lnTo>
                    <a:lnTo>
                      <a:pt x="390832" y="603302"/>
                    </a:lnTo>
                    <a:cubicBezTo>
                      <a:pt x="386375" y="606546"/>
                      <a:pt x="380524" y="606824"/>
                      <a:pt x="375881" y="603858"/>
                    </a:cubicBezTo>
                    <a:cubicBezTo>
                      <a:pt x="371238" y="600985"/>
                      <a:pt x="368917" y="595516"/>
                      <a:pt x="369938" y="590140"/>
                    </a:cubicBezTo>
                    <a:lnTo>
                      <a:pt x="381732" y="531190"/>
                    </a:lnTo>
                    <a:lnTo>
                      <a:pt x="347095" y="496617"/>
                    </a:lnTo>
                    <a:cubicBezTo>
                      <a:pt x="343380" y="492817"/>
                      <a:pt x="342266" y="487163"/>
                      <a:pt x="344309" y="482250"/>
                    </a:cubicBezTo>
                    <a:cubicBezTo>
                      <a:pt x="346352" y="477245"/>
                      <a:pt x="351181" y="474094"/>
                      <a:pt x="356474" y="474094"/>
                    </a:cubicBezTo>
                    <a:lnTo>
                      <a:pt x="401139" y="474094"/>
                    </a:lnTo>
                    <a:lnTo>
                      <a:pt x="423890" y="428583"/>
                    </a:lnTo>
                    <a:cubicBezTo>
                      <a:pt x="426119" y="424134"/>
                      <a:pt x="430901" y="421910"/>
                      <a:pt x="435695" y="421910"/>
                    </a:cubicBezTo>
                    <a:close/>
                    <a:moveTo>
                      <a:pt x="171614" y="421910"/>
                    </a:moveTo>
                    <a:cubicBezTo>
                      <a:pt x="176395" y="421910"/>
                      <a:pt x="181175" y="424134"/>
                      <a:pt x="183403" y="428583"/>
                    </a:cubicBezTo>
                    <a:lnTo>
                      <a:pt x="206145" y="474094"/>
                    </a:lnTo>
                    <a:lnTo>
                      <a:pt x="250794" y="474094"/>
                    </a:lnTo>
                    <a:cubicBezTo>
                      <a:pt x="256178" y="474094"/>
                      <a:pt x="261005" y="477245"/>
                      <a:pt x="262954" y="482250"/>
                    </a:cubicBezTo>
                    <a:cubicBezTo>
                      <a:pt x="264996" y="487163"/>
                      <a:pt x="263882" y="492817"/>
                      <a:pt x="260169" y="496617"/>
                    </a:cubicBezTo>
                    <a:lnTo>
                      <a:pt x="225545" y="531190"/>
                    </a:lnTo>
                    <a:lnTo>
                      <a:pt x="237334" y="590140"/>
                    </a:lnTo>
                    <a:cubicBezTo>
                      <a:pt x="238448" y="595516"/>
                      <a:pt x="236035" y="600985"/>
                      <a:pt x="231393" y="603858"/>
                    </a:cubicBezTo>
                    <a:cubicBezTo>
                      <a:pt x="229351" y="605248"/>
                      <a:pt x="226845" y="605897"/>
                      <a:pt x="224431" y="605897"/>
                    </a:cubicBezTo>
                    <a:cubicBezTo>
                      <a:pt x="221647" y="605897"/>
                      <a:pt x="218862" y="604970"/>
                      <a:pt x="216541" y="603302"/>
                    </a:cubicBezTo>
                    <a:lnTo>
                      <a:pt x="171614" y="569656"/>
                    </a:lnTo>
                    <a:lnTo>
                      <a:pt x="126687" y="603302"/>
                    </a:lnTo>
                    <a:cubicBezTo>
                      <a:pt x="122324" y="606546"/>
                      <a:pt x="116383" y="606824"/>
                      <a:pt x="111742" y="603858"/>
                    </a:cubicBezTo>
                    <a:cubicBezTo>
                      <a:pt x="107100" y="600985"/>
                      <a:pt x="104780" y="595516"/>
                      <a:pt x="105894" y="590140"/>
                    </a:cubicBezTo>
                    <a:lnTo>
                      <a:pt x="117683" y="531190"/>
                    </a:lnTo>
                    <a:lnTo>
                      <a:pt x="83059" y="496617"/>
                    </a:lnTo>
                    <a:cubicBezTo>
                      <a:pt x="79253" y="492817"/>
                      <a:pt x="78139" y="487163"/>
                      <a:pt x="80181" y="482250"/>
                    </a:cubicBezTo>
                    <a:cubicBezTo>
                      <a:pt x="82223" y="477245"/>
                      <a:pt x="87050" y="474094"/>
                      <a:pt x="92434" y="474094"/>
                    </a:cubicBezTo>
                    <a:lnTo>
                      <a:pt x="137083" y="474094"/>
                    </a:lnTo>
                    <a:lnTo>
                      <a:pt x="159825" y="428583"/>
                    </a:lnTo>
                    <a:cubicBezTo>
                      <a:pt x="162053" y="424134"/>
                      <a:pt x="166834" y="421910"/>
                      <a:pt x="171614" y="421910"/>
                    </a:cubicBezTo>
                    <a:close/>
                    <a:moveTo>
                      <a:pt x="514950" y="226678"/>
                    </a:moveTo>
                    <a:lnTo>
                      <a:pt x="500278" y="255875"/>
                    </a:lnTo>
                    <a:cubicBezTo>
                      <a:pt x="498050" y="260325"/>
                      <a:pt x="493500" y="263105"/>
                      <a:pt x="488485" y="263105"/>
                    </a:cubicBezTo>
                    <a:lnTo>
                      <a:pt x="467592" y="263105"/>
                    </a:lnTo>
                    <a:lnTo>
                      <a:pt x="484678" y="280160"/>
                    </a:lnTo>
                    <a:cubicBezTo>
                      <a:pt x="487742" y="283311"/>
                      <a:pt x="489135" y="287760"/>
                      <a:pt x="488207" y="292117"/>
                    </a:cubicBezTo>
                    <a:lnTo>
                      <a:pt x="481799" y="324187"/>
                    </a:lnTo>
                    <a:lnTo>
                      <a:pt x="506964" y="305279"/>
                    </a:lnTo>
                    <a:cubicBezTo>
                      <a:pt x="509379" y="303518"/>
                      <a:pt x="512165" y="302683"/>
                      <a:pt x="514950" y="302683"/>
                    </a:cubicBezTo>
                    <a:cubicBezTo>
                      <a:pt x="517736" y="302683"/>
                      <a:pt x="520522" y="303518"/>
                      <a:pt x="522844" y="305279"/>
                    </a:cubicBezTo>
                    <a:lnTo>
                      <a:pt x="548009" y="324187"/>
                    </a:lnTo>
                    <a:lnTo>
                      <a:pt x="541601" y="292117"/>
                    </a:lnTo>
                    <a:cubicBezTo>
                      <a:pt x="540766" y="287760"/>
                      <a:pt x="542066" y="283311"/>
                      <a:pt x="545223" y="280160"/>
                    </a:cubicBezTo>
                    <a:lnTo>
                      <a:pt x="562309" y="263105"/>
                    </a:lnTo>
                    <a:lnTo>
                      <a:pt x="541323" y="263105"/>
                    </a:lnTo>
                    <a:cubicBezTo>
                      <a:pt x="536308" y="263105"/>
                      <a:pt x="531758" y="260325"/>
                      <a:pt x="529530" y="255875"/>
                    </a:cubicBezTo>
                    <a:close/>
                    <a:moveTo>
                      <a:pt x="92440" y="226678"/>
                    </a:moveTo>
                    <a:lnTo>
                      <a:pt x="77774" y="255875"/>
                    </a:lnTo>
                    <a:cubicBezTo>
                      <a:pt x="75546" y="260325"/>
                      <a:pt x="70997" y="263105"/>
                      <a:pt x="65985" y="263105"/>
                    </a:cubicBezTo>
                    <a:lnTo>
                      <a:pt x="45099" y="263105"/>
                    </a:lnTo>
                    <a:lnTo>
                      <a:pt x="62086" y="280160"/>
                    </a:lnTo>
                    <a:cubicBezTo>
                      <a:pt x="65242" y="283219"/>
                      <a:pt x="66635" y="287760"/>
                      <a:pt x="65706" y="292024"/>
                    </a:cubicBezTo>
                    <a:lnTo>
                      <a:pt x="59301" y="324187"/>
                    </a:lnTo>
                    <a:lnTo>
                      <a:pt x="84457" y="305279"/>
                    </a:lnTo>
                    <a:cubicBezTo>
                      <a:pt x="86870" y="303518"/>
                      <a:pt x="89655" y="302683"/>
                      <a:pt x="92440" y="302683"/>
                    </a:cubicBezTo>
                    <a:cubicBezTo>
                      <a:pt x="95225" y="302683"/>
                      <a:pt x="98009" y="303518"/>
                      <a:pt x="100330" y="305279"/>
                    </a:cubicBezTo>
                    <a:lnTo>
                      <a:pt x="125486" y="324187"/>
                    </a:lnTo>
                    <a:lnTo>
                      <a:pt x="119081" y="292117"/>
                    </a:lnTo>
                    <a:cubicBezTo>
                      <a:pt x="118245" y="287760"/>
                      <a:pt x="119545" y="283311"/>
                      <a:pt x="122701" y="280160"/>
                    </a:cubicBezTo>
                    <a:lnTo>
                      <a:pt x="139781" y="263105"/>
                    </a:lnTo>
                    <a:lnTo>
                      <a:pt x="118802" y="263105"/>
                    </a:lnTo>
                    <a:cubicBezTo>
                      <a:pt x="113790" y="263105"/>
                      <a:pt x="109241" y="260325"/>
                      <a:pt x="107013" y="255875"/>
                    </a:cubicBezTo>
                    <a:close/>
                    <a:moveTo>
                      <a:pt x="514938" y="184598"/>
                    </a:moveTo>
                    <a:cubicBezTo>
                      <a:pt x="519732" y="184598"/>
                      <a:pt x="524515" y="186822"/>
                      <a:pt x="526744" y="191271"/>
                    </a:cubicBezTo>
                    <a:lnTo>
                      <a:pt x="549495" y="236782"/>
                    </a:lnTo>
                    <a:lnTo>
                      <a:pt x="594160" y="236782"/>
                    </a:lnTo>
                    <a:cubicBezTo>
                      <a:pt x="599453" y="236782"/>
                      <a:pt x="604282" y="239933"/>
                      <a:pt x="606325" y="244938"/>
                    </a:cubicBezTo>
                    <a:cubicBezTo>
                      <a:pt x="608368" y="249851"/>
                      <a:pt x="607254" y="255505"/>
                      <a:pt x="603539" y="259305"/>
                    </a:cubicBezTo>
                    <a:lnTo>
                      <a:pt x="568902" y="293878"/>
                    </a:lnTo>
                    <a:lnTo>
                      <a:pt x="580696" y="352828"/>
                    </a:lnTo>
                    <a:cubicBezTo>
                      <a:pt x="581717" y="358204"/>
                      <a:pt x="579396" y="363673"/>
                      <a:pt x="574753" y="366546"/>
                    </a:cubicBezTo>
                    <a:cubicBezTo>
                      <a:pt x="572617" y="367936"/>
                      <a:pt x="570202" y="368585"/>
                      <a:pt x="567788" y="368585"/>
                    </a:cubicBezTo>
                    <a:cubicBezTo>
                      <a:pt x="565002" y="368585"/>
                      <a:pt x="562216" y="367658"/>
                      <a:pt x="559802" y="365990"/>
                    </a:cubicBezTo>
                    <a:lnTo>
                      <a:pt x="514950" y="332344"/>
                    </a:lnTo>
                    <a:lnTo>
                      <a:pt x="470006" y="365990"/>
                    </a:lnTo>
                    <a:cubicBezTo>
                      <a:pt x="465642" y="369234"/>
                      <a:pt x="459698" y="369512"/>
                      <a:pt x="455055" y="366546"/>
                    </a:cubicBezTo>
                    <a:cubicBezTo>
                      <a:pt x="450412" y="363673"/>
                      <a:pt x="448091" y="358204"/>
                      <a:pt x="449205" y="352828"/>
                    </a:cubicBezTo>
                    <a:lnTo>
                      <a:pt x="460999" y="293878"/>
                    </a:lnTo>
                    <a:lnTo>
                      <a:pt x="426362" y="259305"/>
                    </a:lnTo>
                    <a:cubicBezTo>
                      <a:pt x="422554" y="255505"/>
                      <a:pt x="421440" y="249851"/>
                      <a:pt x="423483" y="244938"/>
                    </a:cubicBezTo>
                    <a:cubicBezTo>
                      <a:pt x="425526" y="239933"/>
                      <a:pt x="430355" y="236782"/>
                      <a:pt x="435648" y="236782"/>
                    </a:cubicBezTo>
                    <a:lnTo>
                      <a:pt x="480313" y="236782"/>
                    </a:lnTo>
                    <a:lnTo>
                      <a:pt x="503064" y="191271"/>
                    </a:lnTo>
                    <a:cubicBezTo>
                      <a:pt x="505339" y="186822"/>
                      <a:pt x="510145" y="184598"/>
                      <a:pt x="514938" y="184598"/>
                    </a:cubicBezTo>
                    <a:close/>
                    <a:moveTo>
                      <a:pt x="92394" y="184598"/>
                    </a:moveTo>
                    <a:cubicBezTo>
                      <a:pt x="97174" y="184598"/>
                      <a:pt x="101955" y="186822"/>
                      <a:pt x="104229" y="191271"/>
                    </a:cubicBezTo>
                    <a:lnTo>
                      <a:pt x="126971" y="236782"/>
                    </a:lnTo>
                    <a:lnTo>
                      <a:pt x="171620" y="236782"/>
                    </a:lnTo>
                    <a:cubicBezTo>
                      <a:pt x="176911" y="236782"/>
                      <a:pt x="181738" y="239933"/>
                      <a:pt x="183780" y="244938"/>
                    </a:cubicBezTo>
                    <a:cubicBezTo>
                      <a:pt x="185822" y="249851"/>
                      <a:pt x="184708" y="255505"/>
                      <a:pt x="180902" y="259305"/>
                    </a:cubicBezTo>
                    <a:lnTo>
                      <a:pt x="146371" y="293878"/>
                    </a:lnTo>
                    <a:lnTo>
                      <a:pt x="158160" y="352828"/>
                    </a:lnTo>
                    <a:cubicBezTo>
                      <a:pt x="159181" y="358204"/>
                      <a:pt x="156861" y="363673"/>
                      <a:pt x="152219" y="366546"/>
                    </a:cubicBezTo>
                    <a:cubicBezTo>
                      <a:pt x="150084" y="367936"/>
                      <a:pt x="147671" y="368585"/>
                      <a:pt x="145257" y="368585"/>
                    </a:cubicBezTo>
                    <a:cubicBezTo>
                      <a:pt x="142473" y="368585"/>
                      <a:pt x="139688" y="367658"/>
                      <a:pt x="137274" y="365990"/>
                    </a:cubicBezTo>
                    <a:lnTo>
                      <a:pt x="92440" y="332344"/>
                    </a:lnTo>
                    <a:lnTo>
                      <a:pt x="47513" y="365990"/>
                    </a:lnTo>
                    <a:cubicBezTo>
                      <a:pt x="43150" y="369234"/>
                      <a:pt x="37209" y="369512"/>
                      <a:pt x="32568" y="366546"/>
                    </a:cubicBezTo>
                    <a:cubicBezTo>
                      <a:pt x="27926" y="363673"/>
                      <a:pt x="25606" y="358204"/>
                      <a:pt x="26627" y="352828"/>
                    </a:cubicBezTo>
                    <a:lnTo>
                      <a:pt x="38509" y="293878"/>
                    </a:lnTo>
                    <a:lnTo>
                      <a:pt x="3885" y="259305"/>
                    </a:lnTo>
                    <a:cubicBezTo>
                      <a:pt x="79" y="255505"/>
                      <a:pt x="-1035" y="249851"/>
                      <a:pt x="1007" y="244938"/>
                    </a:cubicBezTo>
                    <a:cubicBezTo>
                      <a:pt x="3049" y="239933"/>
                      <a:pt x="7876" y="236782"/>
                      <a:pt x="13167" y="236782"/>
                    </a:cubicBezTo>
                    <a:lnTo>
                      <a:pt x="57816" y="236782"/>
                    </a:lnTo>
                    <a:lnTo>
                      <a:pt x="80558" y="191271"/>
                    </a:lnTo>
                    <a:cubicBezTo>
                      <a:pt x="82833" y="186822"/>
                      <a:pt x="87613" y="184598"/>
                      <a:pt x="92394" y="184598"/>
                    </a:cubicBezTo>
                    <a:close/>
                    <a:moveTo>
                      <a:pt x="303666" y="42096"/>
                    </a:moveTo>
                    <a:lnTo>
                      <a:pt x="289089" y="71304"/>
                    </a:lnTo>
                    <a:cubicBezTo>
                      <a:pt x="286860" y="75755"/>
                      <a:pt x="282311" y="78537"/>
                      <a:pt x="277297" y="78537"/>
                    </a:cubicBezTo>
                    <a:lnTo>
                      <a:pt x="256313" y="78537"/>
                    </a:lnTo>
                    <a:lnTo>
                      <a:pt x="273397" y="95598"/>
                    </a:lnTo>
                    <a:cubicBezTo>
                      <a:pt x="276554" y="98658"/>
                      <a:pt x="277854" y="103201"/>
                      <a:pt x="277018" y="107467"/>
                    </a:cubicBezTo>
                    <a:lnTo>
                      <a:pt x="270612" y="139642"/>
                    </a:lnTo>
                    <a:lnTo>
                      <a:pt x="295774" y="120726"/>
                    </a:lnTo>
                    <a:cubicBezTo>
                      <a:pt x="298095" y="118965"/>
                      <a:pt x="300881" y="118130"/>
                      <a:pt x="303666" y="118130"/>
                    </a:cubicBezTo>
                    <a:cubicBezTo>
                      <a:pt x="306451" y="118130"/>
                      <a:pt x="309237" y="118965"/>
                      <a:pt x="311651" y="120726"/>
                    </a:cubicBezTo>
                    <a:lnTo>
                      <a:pt x="336813" y="139642"/>
                    </a:lnTo>
                    <a:lnTo>
                      <a:pt x="330407" y="107467"/>
                    </a:lnTo>
                    <a:cubicBezTo>
                      <a:pt x="329478" y="103201"/>
                      <a:pt x="330871" y="98751"/>
                      <a:pt x="333935" y="95598"/>
                    </a:cubicBezTo>
                    <a:lnTo>
                      <a:pt x="351019" y="78537"/>
                    </a:lnTo>
                    <a:lnTo>
                      <a:pt x="330128" y="78537"/>
                    </a:lnTo>
                    <a:cubicBezTo>
                      <a:pt x="325114" y="78537"/>
                      <a:pt x="320565" y="75755"/>
                      <a:pt x="318336" y="71304"/>
                    </a:cubicBezTo>
                    <a:close/>
                    <a:moveTo>
                      <a:pt x="303666" y="0"/>
                    </a:moveTo>
                    <a:cubicBezTo>
                      <a:pt x="308448" y="0"/>
                      <a:pt x="313229" y="2225"/>
                      <a:pt x="315458" y="6676"/>
                    </a:cubicBezTo>
                    <a:lnTo>
                      <a:pt x="338206" y="52203"/>
                    </a:lnTo>
                    <a:lnTo>
                      <a:pt x="382866" y="52203"/>
                    </a:lnTo>
                    <a:cubicBezTo>
                      <a:pt x="388251" y="52203"/>
                      <a:pt x="393080" y="55356"/>
                      <a:pt x="395122" y="60363"/>
                    </a:cubicBezTo>
                    <a:cubicBezTo>
                      <a:pt x="397165" y="65277"/>
                      <a:pt x="395958" y="70933"/>
                      <a:pt x="392244" y="74735"/>
                    </a:cubicBezTo>
                    <a:lnTo>
                      <a:pt x="357611" y="109229"/>
                    </a:lnTo>
                    <a:lnTo>
                      <a:pt x="369403" y="168294"/>
                    </a:lnTo>
                    <a:cubicBezTo>
                      <a:pt x="370517" y="173579"/>
                      <a:pt x="368196" y="179143"/>
                      <a:pt x="363461" y="182017"/>
                    </a:cubicBezTo>
                    <a:cubicBezTo>
                      <a:pt x="361418" y="183408"/>
                      <a:pt x="359004" y="184057"/>
                      <a:pt x="356497" y="184057"/>
                    </a:cubicBezTo>
                    <a:cubicBezTo>
                      <a:pt x="353712" y="184057"/>
                      <a:pt x="350926" y="183130"/>
                      <a:pt x="348605" y="181368"/>
                    </a:cubicBezTo>
                    <a:lnTo>
                      <a:pt x="303666" y="147802"/>
                    </a:lnTo>
                    <a:lnTo>
                      <a:pt x="258820" y="181368"/>
                    </a:lnTo>
                    <a:cubicBezTo>
                      <a:pt x="254363" y="184706"/>
                      <a:pt x="248514" y="184984"/>
                      <a:pt x="243871" y="182017"/>
                    </a:cubicBezTo>
                    <a:cubicBezTo>
                      <a:pt x="239229" y="179143"/>
                      <a:pt x="236815" y="173672"/>
                      <a:pt x="237929" y="168294"/>
                    </a:cubicBezTo>
                    <a:lnTo>
                      <a:pt x="249721" y="109229"/>
                    </a:lnTo>
                    <a:lnTo>
                      <a:pt x="215088" y="74735"/>
                    </a:lnTo>
                    <a:cubicBezTo>
                      <a:pt x="211374" y="70933"/>
                      <a:pt x="210167" y="65277"/>
                      <a:pt x="212210" y="60363"/>
                    </a:cubicBezTo>
                    <a:cubicBezTo>
                      <a:pt x="214345" y="55356"/>
                      <a:pt x="219081" y="52203"/>
                      <a:pt x="224466" y="52203"/>
                    </a:cubicBezTo>
                    <a:lnTo>
                      <a:pt x="269126" y="52203"/>
                    </a:lnTo>
                    <a:lnTo>
                      <a:pt x="291874" y="6676"/>
                    </a:lnTo>
                    <a:cubicBezTo>
                      <a:pt x="294103" y="2225"/>
                      <a:pt x="298884" y="0"/>
                      <a:pt x="303666" y="0"/>
                    </a:cubicBezTo>
                    <a:close/>
                  </a:path>
                </a:pathLst>
              </a:cu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43" name="文本框 15">
                <a:extLst>
                  <a:ext uri="{FF2B5EF4-FFF2-40B4-BE49-F238E27FC236}">
                    <a16:creationId xmlns:a16="http://schemas.microsoft.com/office/drawing/2014/main" id="{D9B990A9-2315-1EE2-4BC7-383FD1C5D931}"/>
                  </a:ext>
                </a:extLst>
              </p:cNvPr>
              <p:cNvSpPr txBox="1"/>
              <p:nvPr/>
            </p:nvSpPr>
            <p:spPr>
              <a:xfrm>
                <a:off x="6176686" y="146948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项目成果</a:t>
                </a:r>
              </a:p>
            </p:txBody>
          </p:sp>
          <p:sp>
            <p:nvSpPr>
              <p:cNvPr id="45" name="文本框 15">
                <a:extLst>
                  <a:ext uri="{FF2B5EF4-FFF2-40B4-BE49-F238E27FC236}">
                    <a16:creationId xmlns:a16="http://schemas.microsoft.com/office/drawing/2014/main" id="{2025FD5E-0EEF-F5DB-908C-A77ED66F6218}"/>
                  </a:ext>
                </a:extLst>
              </p:cNvPr>
              <p:cNvSpPr txBox="1"/>
              <p:nvPr/>
            </p:nvSpPr>
            <p:spPr>
              <a:xfrm>
                <a:off x="7803323" y="154436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项目创新</a:t>
                </a:r>
              </a:p>
            </p:txBody>
          </p:sp>
          <p:sp>
            <p:nvSpPr>
              <p:cNvPr id="46" name="文本框 15">
                <a:extLst>
                  <a:ext uri="{FF2B5EF4-FFF2-40B4-BE49-F238E27FC236}">
                    <a16:creationId xmlns:a16="http://schemas.microsoft.com/office/drawing/2014/main" id="{865AC0A5-13AD-AEED-1C47-E3281C1FC1FB}"/>
                  </a:ext>
                </a:extLst>
              </p:cNvPr>
              <p:cNvSpPr txBox="1"/>
              <p:nvPr/>
            </p:nvSpPr>
            <p:spPr>
              <a:xfrm>
                <a:off x="9372724" y="140702"/>
                <a:ext cx="1346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alpha val="70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项目反思</a:t>
                </a:r>
              </a:p>
            </p:txBody>
          </p:sp>
        </p:grpSp>
        <p:sp>
          <p:nvSpPr>
            <p:cNvPr id="19" name="thinking_151421">
              <a:extLst>
                <a:ext uri="{FF2B5EF4-FFF2-40B4-BE49-F238E27FC236}">
                  <a16:creationId xmlns:a16="http://schemas.microsoft.com/office/drawing/2014/main" id="{51D5D7F5-AC6F-EA31-7622-093F10AD85D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386765" y="268573"/>
              <a:ext cx="177127" cy="234000"/>
            </a:xfrm>
            <a:custGeom>
              <a:avLst/>
              <a:gdLst>
                <a:gd name="connsiteX0" fmla="*/ 227211 w 460766"/>
                <a:gd name="connsiteY0" fmla="*/ 104062 h 608712"/>
                <a:gd name="connsiteX1" fmla="*/ 249692 w 460766"/>
                <a:gd name="connsiteY1" fmla="*/ 116855 h 608712"/>
                <a:gd name="connsiteX2" fmla="*/ 209188 w 460766"/>
                <a:gd name="connsiteY2" fmla="*/ 187641 h 608712"/>
                <a:gd name="connsiteX3" fmla="*/ 258324 w 460766"/>
                <a:gd name="connsiteY3" fmla="*/ 187641 h 608712"/>
                <a:gd name="connsiteX4" fmla="*/ 269422 w 460766"/>
                <a:gd name="connsiteY4" fmla="*/ 193990 h 608712"/>
                <a:gd name="connsiteX5" fmla="*/ 269706 w 460766"/>
                <a:gd name="connsiteY5" fmla="*/ 206687 h 608712"/>
                <a:gd name="connsiteX6" fmla="*/ 216777 w 460766"/>
                <a:gd name="connsiteY6" fmla="*/ 306091 h 608712"/>
                <a:gd name="connsiteX7" fmla="*/ 193917 w 460766"/>
                <a:gd name="connsiteY7" fmla="*/ 293962 h 608712"/>
                <a:gd name="connsiteX8" fmla="*/ 236697 w 460766"/>
                <a:gd name="connsiteY8" fmla="*/ 213510 h 608712"/>
                <a:gd name="connsiteX9" fmla="*/ 186803 w 460766"/>
                <a:gd name="connsiteY9" fmla="*/ 213510 h 608712"/>
                <a:gd name="connsiteX10" fmla="*/ 175610 w 460766"/>
                <a:gd name="connsiteY10" fmla="*/ 207066 h 608712"/>
                <a:gd name="connsiteX11" fmla="*/ 175610 w 460766"/>
                <a:gd name="connsiteY11" fmla="*/ 194179 h 608712"/>
                <a:gd name="connsiteX12" fmla="*/ 207700 w 460766"/>
                <a:gd name="connsiteY12" fmla="*/ 26413 h 608712"/>
                <a:gd name="connsiteX13" fmla="*/ 201361 w 460766"/>
                <a:gd name="connsiteY13" fmla="*/ 26549 h 608712"/>
                <a:gd name="connsiteX14" fmla="*/ 25905 w 460766"/>
                <a:gd name="connsiteY14" fmla="*/ 206216 h 608712"/>
                <a:gd name="connsiteX15" fmla="*/ 63008 w 460766"/>
                <a:gd name="connsiteY15" fmla="*/ 316708 h 608712"/>
                <a:gd name="connsiteX16" fmla="*/ 110928 w 460766"/>
                <a:gd name="connsiteY16" fmla="*/ 466620 h 608712"/>
                <a:gd name="connsiteX17" fmla="*/ 109315 w 460766"/>
                <a:gd name="connsiteY17" fmla="*/ 512958 h 608712"/>
                <a:gd name="connsiteX18" fmla="*/ 107797 w 460766"/>
                <a:gd name="connsiteY18" fmla="*/ 553895 h 608712"/>
                <a:gd name="connsiteX19" fmla="*/ 118994 w 460766"/>
                <a:gd name="connsiteY19" fmla="*/ 563466 h 608712"/>
                <a:gd name="connsiteX20" fmla="*/ 251179 w 460766"/>
                <a:gd name="connsiteY20" fmla="*/ 580902 h 608712"/>
                <a:gd name="connsiteX21" fmla="*/ 269208 w 460766"/>
                <a:gd name="connsiteY21" fmla="*/ 520539 h 608712"/>
                <a:gd name="connsiteX22" fmla="*/ 352523 w 460766"/>
                <a:gd name="connsiteY22" fmla="*/ 496849 h 608712"/>
                <a:gd name="connsiteX23" fmla="*/ 362867 w 460766"/>
                <a:gd name="connsiteY23" fmla="*/ 473917 h 608712"/>
                <a:gd name="connsiteX24" fmla="*/ 370078 w 460766"/>
                <a:gd name="connsiteY24" fmla="*/ 424072 h 608712"/>
                <a:gd name="connsiteX25" fmla="*/ 359071 w 460766"/>
                <a:gd name="connsiteY25" fmla="*/ 413080 h 608712"/>
                <a:gd name="connsiteX26" fmla="*/ 363056 w 460766"/>
                <a:gd name="connsiteY26" fmla="*/ 397350 h 608712"/>
                <a:gd name="connsiteX27" fmla="*/ 385546 w 460766"/>
                <a:gd name="connsiteY27" fmla="*/ 388442 h 608712"/>
                <a:gd name="connsiteX28" fmla="*/ 395604 w 460766"/>
                <a:gd name="connsiteY28" fmla="*/ 354233 h 608712"/>
                <a:gd name="connsiteX29" fmla="*/ 435079 w 460766"/>
                <a:gd name="connsiteY29" fmla="*/ 340872 h 608712"/>
                <a:gd name="connsiteX30" fmla="*/ 421320 w 460766"/>
                <a:gd name="connsiteY30" fmla="*/ 295860 h 608712"/>
                <a:gd name="connsiteX31" fmla="*/ 411167 w 460766"/>
                <a:gd name="connsiteY31" fmla="*/ 210481 h 608712"/>
                <a:gd name="connsiteX32" fmla="*/ 396363 w 460766"/>
                <a:gd name="connsiteY32" fmla="*/ 124248 h 608712"/>
                <a:gd name="connsiteX33" fmla="*/ 207700 w 460766"/>
                <a:gd name="connsiteY33" fmla="*/ 26413 h 608712"/>
                <a:gd name="connsiteX34" fmla="*/ 223516 w 460766"/>
                <a:gd name="connsiteY34" fmla="*/ 133 h 608712"/>
                <a:gd name="connsiteX35" fmla="*/ 419422 w 460766"/>
                <a:gd name="connsiteY35" fmla="*/ 112403 h 608712"/>
                <a:gd name="connsiteX36" fmla="*/ 437072 w 460766"/>
                <a:gd name="connsiteY36" fmla="*/ 210481 h 608712"/>
                <a:gd name="connsiteX37" fmla="*/ 446751 w 460766"/>
                <a:gd name="connsiteY37" fmla="*/ 290743 h 608712"/>
                <a:gd name="connsiteX38" fmla="*/ 460415 w 460766"/>
                <a:gd name="connsiteY38" fmla="*/ 350064 h 608712"/>
                <a:gd name="connsiteX39" fmla="*/ 410123 w 460766"/>
                <a:gd name="connsiteY39" fmla="*/ 375555 h 608712"/>
                <a:gd name="connsiteX40" fmla="*/ 406517 w 460766"/>
                <a:gd name="connsiteY40" fmla="*/ 404457 h 608712"/>
                <a:gd name="connsiteX41" fmla="*/ 397123 w 460766"/>
                <a:gd name="connsiteY41" fmla="*/ 411659 h 608712"/>
                <a:gd name="connsiteX42" fmla="*/ 400823 w 460766"/>
                <a:gd name="connsiteY42" fmla="*/ 429947 h 608712"/>
                <a:gd name="connsiteX43" fmla="*/ 387918 w 460766"/>
                <a:gd name="connsiteY43" fmla="*/ 443498 h 608712"/>
                <a:gd name="connsiteX44" fmla="*/ 388487 w 460766"/>
                <a:gd name="connsiteY44" fmla="*/ 469652 h 608712"/>
                <a:gd name="connsiteX45" fmla="*/ 357078 w 460766"/>
                <a:gd name="connsiteY45" fmla="*/ 522340 h 608712"/>
                <a:gd name="connsiteX46" fmla="*/ 290749 w 460766"/>
                <a:gd name="connsiteY46" fmla="*/ 535038 h 608712"/>
                <a:gd name="connsiteX47" fmla="*/ 276989 w 460766"/>
                <a:gd name="connsiteY47" fmla="*/ 589241 h 608712"/>
                <a:gd name="connsiteX48" fmla="*/ 263515 w 460766"/>
                <a:gd name="connsiteY48" fmla="*/ 608667 h 608712"/>
                <a:gd name="connsiteX49" fmla="*/ 111782 w 460766"/>
                <a:gd name="connsiteY49" fmla="*/ 588672 h 608712"/>
                <a:gd name="connsiteX50" fmla="*/ 105045 w 460766"/>
                <a:gd name="connsiteY50" fmla="*/ 585640 h 608712"/>
                <a:gd name="connsiteX51" fmla="*/ 86541 w 460766"/>
                <a:gd name="connsiteY51" fmla="*/ 569720 h 608712"/>
                <a:gd name="connsiteX52" fmla="*/ 81986 w 460766"/>
                <a:gd name="connsiteY52" fmla="*/ 560244 h 608712"/>
                <a:gd name="connsiteX53" fmla="*/ 83410 w 460766"/>
                <a:gd name="connsiteY53" fmla="*/ 511537 h 608712"/>
                <a:gd name="connsiteX54" fmla="*/ 85023 w 460766"/>
                <a:gd name="connsiteY54" fmla="*/ 466620 h 608712"/>
                <a:gd name="connsiteX55" fmla="*/ 41183 w 460766"/>
                <a:gd name="connsiteY55" fmla="*/ 330733 h 608712"/>
                <a:gd name="connsiteX56" fmla="*/ 0 w 460766"/>
                <a:gd name="connsiteY56" fmla="*/ 206216 h 608712"/>
                <a:gd name="connsiteX57" fmla="*/ 198893 w 460766"/>
                <a:gd name="connsiteY57" fmla="*/ 680 h 608712"/>
                <a:gd name="connsiteX58" fmla="*/ 223516 w 460766"/>
                <a:gd name="connsiteY58" fmla="*/ 133 h 608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460766" h="608712">
                  <a:moveTo>
                    <a:pt x="227211" y="104062"/>
                  </a:moveTo>
                  <a:lnTo>
                    <a:pt x="249692" y="116855"/>
                  </a:lnTo>
                  <a:lnTo>
                    <a:pt x="209188" y="187641"/>
                  </a:lnTo>
                  <a:lnTo>
                    <a:pt x="258324" y="187641"/>
                  </a:lnTo>
                  <a:cubicBezTo>
                    <a:pt x="262782" y="187641"/>
                    <a:pt x="267050" y="190010"/>
                    <a:pt x="269422" y="193990"/>
                  </a:cubicBezTo>
                  <a:cubicBezTo>
                    <a:pt x="271698" y="197875"/>
                    <a:pt x="271888" y="202707"/>
                    <a:pt x="269706" y="206687"/>
                  </a:cubicBezTo>
                  <a:lnTo>
                    <a:pt x="216777" y="306091"/>
                  </a:lnTo>
                  <a:lnTo>
                    <a:pt x="193917" y="293962"/>
                  </a:lnTo>
                  <a:lnTo>
                    <a:pt x="236697" y="213510"/>
                  </a:lnTo>
                  <a:lnTo>
                    <a:pt x="186803" y="213510"/>
                  </a:lnTo>
                  <a:cubicBezTo>
                    <a:pt x="182249" y="213510"/>
                    <a:pt x="177886" y="211141"/>
                    <a:pt x="175610" y="207066"/>
                  </a:cubicBezTo>
                  <a:cubicBezTo>
                    <a:pt x="173333" y="203087"/>
                    <a:pt x="173238" y="198159"/>
                    <a:pt x="175610" y="194179"/>
                  </a:cubicBezTo>
                  <a:close/>
                  <a:moveTo>
                    <a:pt x="207700" y="26413"/>
                  </a:moveTo>
                  <a:cubicBezTo>
                    <a:pt x="203693" y="26425"/>
                    <a:pt x="201432" y="26549"/>
                    <a:pt x="201361" y="26549"/>
                  </a:cubicBezTo>
                  <a:cubicBezTo>
                    <a:pt x="102958" y="27971"/>
                    <a:pt x="25905" y="106907"/>
                    <a:pt x="25905" y="206216"/>
                  </a:cubicBezTo>
                  <a:cubicBezTo>
                    <a:pt x="25905" y="246490"/>
                    <a:pt x="38716" y="284679"/>
                    <a:pt x="63008" y="316708"/>
                  </a:cubicBezTo>
                  <a:cubicBezTo>
                    <a:pt x="63483" y="317182"/>
                    <a:pt x="110928" y="372048"/>
                    <a:pt x="110928" y="466620"/>
                  </a:cubicBezTo>
                  <a:cubicBezTo>
                    <a:pt x="110928" y="483203"/>
                    <a:pt x="110074" y="498365"/>
                    <a:pt x="109315" y="512958"/>
                  </a:cubicBezTo>
                  <a:cubicBezTo>
                    <a:pt x="108461" y="527078"/>
                    <a:pt x="107797" y="540439"/>
                    <a:pt x="107797" y="553895"/>
                  </a:cubicBezTo>
                  <a:lnTo>
                    <a:pt x="118994" y="563466"/>
                  </a:lnTo>
                  <a:lnTo>
                    <a:pt x="251179" y="580902"/>
                  </a:lnTo>
                  <a:cubicBezTo>
                    <a:pt x="252223" y="558538"/>
                    <a:pt x="259055" y="535701"/>
                    <a:pt x="269208" y="520539"/>
                  </a:cubicBezTo>
                  <a:cubicBezTo>
                    <a:pt x="292267" y="486330"/>
                    <a:pt x="345691" y="498081"/>
                    <a:pt x="352523" y="496849"/>
                  </a:cubicBezTo>
                  <a:cubicBezTo>
                    <a:pt x="365998" y="494480"/>
                    <a:pt x="365998" y="492679"/>
                    <a:pt x="362867" y="473917"/>
                  </a:cubicBezTo>
                  <a:cubicBezTo>
                    <a:pt x="361823" y="467568"/>
                    <a:pt x="355465" y="434306"/>
                    <a:pt x="370078" y="424072"/>
                  </a:cubicBezTo>
                  <a:cubicBezTo>
                    <a:pt x="365998" y="421798"/>
                    <a:pt x="361538" y="418576"/>
                    <a:pt x="359071" y="413080"/>
                  </a:cubicBezTo>
                  <a:cubicBezTo>
                    <a:pt x="356509" y="407584"/>
                    <a:pt x="358122" y="400951"/>
                    <a:pt x="363056" y="397350"/>
                  </a:cubicBezTo>
                  <a:cubicBezTo>
                    <a:pt x="367326" y="394128"/>
                    <a:pt x="383648" y="389200"/>
                    <a:pt x="385546" y="388442"/>
                  </a:cubicBezTo>
                  <a:cubicBezTo>
                    <a:pt x="385451" y="387305"/>
                    <a:pt x="379662" y="366078"/>
                    <a:pt x="395604" y="354233"/>
                  </a:cubicBezTo>
                  <a:cubicBezTo>
                    <a:pt x="404904" y="347410"/>
                    <a:pt x="430999" y="348074"/>
                    <a:pt x="435079" y="340872"/>
                  </a:cubicBezTo>
                  <a:cubicBezTo>
                    <a:pt x="436123" y="338977"/>
                    <a:pt x="422933" y="303536"/>
                    <a:pt x="421320" y="295860"/>
                  </a:cubicBezTo>
                  <a:cubicBezTo>
                    <a:pt x="416101" y="269327"/>
                    <a:pt x="411167" y="240615"/>
                    <a:pt x="411167" y="210481"/>
                  </a:cubicBezTo>
                  <a:cubicBezTo>
                    <a:pt x="411167" y="180062"/>
                    <a:pt x="409838" y="150686"/>
                    <a:pt x="396363" y="124248"/>
                  </a:cubicBezTo>
                  <a:cubicBezTo>
                    <a:pt x="349368" y="31796"/>
                    <a:pt x="235751" y="26334"/>
                    <a:pt x="207700" y="26413"/>
                  </a:cubicBezTo>
                  <a:close/>
                  <a:moveTo>
                    <a:pt x="223516" y="133"/>
                  </a:moveTo>
                  <a:cubicBezTo>
                    <a:pt x="268829" y="1604"/>
                    <a:pt x="365690" y="16600"/>
                    <a:pt x="419422" y="112403"/>
                  </a:cubicBezTo>
                  <a:cubicBezTo>
                    <a:pt x="436787" y="143295"/>
                    <a:pt x="437072" y="178072"/>
                    <a:pt x="437072" y="210481"/>
                  </a:cubicBezTo>
                  <a:cubicBezTo>
                    <a:pt x="437072" y="238340"/>
                    <a:pt x="441722" y="265537"/>
                    <a:pt x="446751" y="290743"/>
                  </a:cubicBezTo>
                  <a:cubicBezTo>
                    <a:pt x="447890" y="296145"/>
                    <a:pt x="463262" y="331396"/>
                    <a:pt x="460415" y="350064"/>
                  </a:cubicBezTo>
                  <a:cubicBezTo>
                    <a:pt x="459846" y="353665"/>
                    <a:pt x="447131" y="373849"/>
                    <a:pt x="410123" y="375555"/>
                  </a:cubicBezTo>
                  <a:cubicBezTo>
                    <a:pt x="410407" y="376123"/>
                    <a:pt x="413918" y="394791"/>
                    <a:pt x="406517" y="404457"/>
                  </a:cubicBezTo>
                  <a:cubicBezTo>
                    <a:pt x="404145" y="407679"/>
                    <a:pt x="400823" y="409953"/>
                    <a:pt x="397123" y="411659"/>
                  </a:cubicBezTo>
                  <a:cubicBezTo>
                    <a:pt x="400634" y="415923"/>
                    <a:pt x="402911" y="421798"/>
                    <a:pt x="400823" y="429947"/>
                  </a:cubicBezTo>
                  <a:cubicBezTo>
                    <a:pt x="398831" y="437907"/>
                    <a:pt x="391714" y="440845"/>
                    <a:pt x="387918" y="443498"/>
                  </a:cubicBezTo>
                  <a:cubicBezTo>
                    <a:pt x="384976" y="445678"/>
                    <a:pt x="387538" y="463967"/>
                    <a:pt x="388487" y="469652"/>
                  </a:cubicBezTo>
                  <a:cubicBezTo>
                    <a:pt x="391144" y="485667"/>
                    <a:pt x="396079" y="515422"/>
                    <a:pt x="357078" y="522340"/>
                  </a:cubicBezTo>
                  <a:cubicBezTo>
                    <a:pt x="348158" y="523950"/>
                    <a:pt x="305647" y="514853"/>
                    <a:pt x="290749" y="535038"/>
                  </a:cubicBezTo>
                  <a:cubicBezTo>
                    <a:pt x="281544" y="547451"/>
                    <a:pt x="276515" y="569530"/>
                    <a:pt x="276989" y="589241"/>
                  </a:cubicBezTo>
                  <a:cubicBezTo>
                    <a:pt x="276989" y="589241"/>
                    <a:pt x="280500" y="609804"/>
                    <a:pt x="263515" y="608667"/>
                  </a:cubicBezTo>
                  <a:lnTo>
                    <a:pt x="111782" y="588672"/>
                  </a:lnTo>
                  <a:cubicBezTo>
                    <a:pt x="109220" y="588293"/>
                    <a:pt x="106943" y="587251"/>
                    <a:pt x="105045" y="585640"/>
                  </a:cubicBezTo>
                  <a:lnTo>
                    <a:pt x="86541" y="569720"/>
                  </a:lnTo>
                  <a:cubicBezTo>
                    <a:pt x="83694" y="567351"/>
                    <a:pt x="82081" y="563845"/>
                    <a:pt x="81986" y="560244"/>
                  </a:cubicBezTo>
                  <a:cubicBezTo>
                    <a:pt x="81607" y="543850"/>
                    <a:pt x="82461" y="528120"/>
                    <a:pt x="83410" y="511537"/>
                  </a:cubicBezTo>
                  <a:cubicBezTo>
                    <a:pt x="84169" y="497228"/>
                    <a:pt x="85023" y="482445"/>
                    <a:pt x="85023" y="466620"/>
                  </a:cubicBezTo>
                  <a:cubicBezTo>
                    <a:pt x="85023" y="380672"/>
                    <a:pt x="41468" y="331206"/>
                    <a:pt x="41183" y="330733"/>
                  </a:cubicBezTo>
                  <a:cubicBezTo>
                    <a:pt x="14234" y="294534"/>
                    <a:pt x="0" y="251607"/>
                    <a:pt x="0" y="206216"/>
                  </a:cubicBezTo>
                  <a:cubicBezTo>
                    <a:pt x="0" y="93261"/>
                    <a:pt x="87205" y="3428"/>
                    <a:pt x="198893" y="680"/>
                  </a:cubicBezTo>
                  <a:cubicBezTo>
                    <a:pt x="199036" y="656"/>
                    <a:pt x="208412" y="-357"/>
                    <a:pt x="223516" y="133"/>
                  </a:cubicBezTo>
                  <a:close/>
                </a:path>
              </a:pathLst>
            </a:custGeom>
            <a:solidFill>
              <a:schemeClr val="bg1">
                <a:alpha val="70000"/>
              </a:schemeClr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2.0 95 ExtraBold"/>
                <a:cs typeface="+mn-cs"/>
              </a:endParaRP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B1D32A34-8E3C-40A8-5FF7-564F36EBC5B3}"/>
                </a:ext>
              </a:extLst>
            </p:cNvPr>
            <p:cNvCxnSpPr/>
            <p:nvPr/>
          </p:nvCxnSpPr>
          <p:spPr>
            <a:xfrm>
              <a:off x="7892812" y="215316"/>
              <a:ext cx="0" cy="242466"/>
            </a:xfrm>
            <a:prstGeom prst="line">
              <a:avLst/>
            </a:prstGeom>
            <a:ln>
              <a:solidFill>
                <a:schemeClr val="bg1">
                  <a:lumMod val="95000"/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81EAA546-6C49-659C-ACFE-5E329ACA7584}"/>
                </a:ext>
              </a:extLst>
            </p:cNvPr>
            <p:cNvCxnSpPr/>
            <p:nvPr/>
          </p:nvCxnSpPr>
          <p:spPr>
            <a:xfrm>
              <a:off x="4564574" y="231556"/>
              <a:ext cx="0" cy="242466"/>
            </a:xfrm>
            <a:prstGeom prst="line">
              <a:avLst/>
            </a:prstGeom>
            <a:ln>
              <a:solidFill>
                <a:schemeClr val="bg1">
                  <a:lumMod val="95000"/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EE5F15C2-DC81-CED7-BB7F-A2CA5CAD8E1F}"/>
                </a:ext>
              </a:extLst>
            </p:cNvPr>
            <p:cNvGrpSpPr/>
            <p:nvPr/>
          </p:nvGrpSpPr>
          <p:grpSpPr>
            <a:xfrm>
              <a:off x="172697" y="150371"/>
              <a:ext cx="409799" cy="72000"/>
              <a:chOff x="172697" y="114275"/>
              <a:chExt cx="409799" cy="72000"/>
            </a:xfrm>
          </p:grpSpPr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D1D60268-B4D7-C0D9-58CC-DFE05010300B}"/>
                  </a:ext>
                </a:extLst>
              </p:cNvPr>
              <p:cNvSpPr/>
              <p:nvPr/>
            </p:nvSpPr>
            <p:spPr>
              <a:xfrm>
                <a:off x="172697" y="114275"/>
                <a:ext cx="72000" cy="72000"/>
              </a:xfrm>
              <a:prstGeom prst="ellipse">
                <a:avLst/>
              </a:prstGeom>
              <a:solidFill>
                <a:srgbClr val="1DA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9FEEF692-4C07-13FC-C41D-C50C90D3A09F}"/>
                  </a:ext>
                </a:extLst>
              </p:cNvPr>
              <p:cNvSpPr/>
              <p:nvPr/>
            </p:nvSpPr>
            <p:spPr>
              <a:xfrm>
                <a:off x="341596" y="114275"/>
                <a:ext cx="72000" cy="72000"/>
              </a:xfrm>
              <a:prstGeom prst="ellipse">
                <a:avLst/>
              </a:prstGeom>
              <a:noFill/>
              <a:ln>
                <a:solidFill>
                  <a:srgbClr val="64DE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37CBC2CE-0AC0-6605-2419-1B6739315485}"/>
                  </a:ext>
                </a:extLst>
              </p:cNvPr>
              <p:cNvSpPr/>
              <p:nvPr/>
            </p:nvSpPr>
            <p:spPr>
              <a:xfrm>
                <a:off x="510496" y="114275"/>
                <a:ext cx="72000" cy="72000"/>
              </a:xfrm>
              <a:prstGeom prst="ellipse">
                <a:avLst/>
              </a:prstGeom>
              <a:noFill/>
              <a:ln>
                <a:solidFill>
                  <a:srgbClr val="64DE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2B0829FB-0152-A0FD-415A-1317A14E921E}"/>
                </a:ext>
              </a:extLst>
            </p:cNvPr>
            <p:cNvGrpSpPr/>
            <p:nvPr/>
          </p:nvGrpSpPr>
          <p:grpSpPr>
            <a:xfrm flipH="1">
              <a:off x="11575500" y="150371"/>
              <a:ext cx="409799" cy="72000"/>
              <a:chOff x="172697" y="114275"/>
              <a:chExt cx="409799" cy="72000"/>
            </a:xfrm>
          </p:grpSpPr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27B23B19-6635-1D2B-BFDE-2CCDF1078F2A}"/>
                  </a:ext>
                </a:extLst>
              </p:cNvPr>
              <p:cNvSpPr/>
              <p:nvPr/>
            </p:nvSpPr>
            <p:spPr>
              <a:xfrm>
                <a:off x="172697" y="114275"/>
                <a:ext cx="72000" cy="72000"/>
              </a:xfrm>
              <a:prstGeom prst="ellipse">
                <a:avLst/>
              </a:prstGeom>
              <a:solidFill>
                <a:srgbClr val="1DA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FD61C54D-10BE-7262-C6E4-37941DA629AB}"/>
                  </a:ext>
                </a:extLst>
              </p:cNvPr>
              <p:cNvSpPr/>
              <p:nvPr/>
            </p:nvSpPr>
            <p:spPr>
              <a:xfrm>
                <a:off x="341596" y="114275"/>
                <a:ext cx="72000" cy="72000"/>
              </a:xfrm>
              <a:prstGeom prst="ellipse">
                <a:avLst/>
              </a:prstGeom>
              <a:noFill/>
              <a:ln>
                <a:solidFill>
                  <a:srgbClr val="64DE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7A038608-68F3-D771-2E93-1AE848080D21}"/>
                  </a:ext>
                </a:extLst>
              </p:cNvPr>
              <p:cNvSpPr/>
              <p:nvPr/>
            </p:nvSpPr>
            <p:spPr>
              <a:xfrm>
                <a:off x="510496" y="114275"/>
                <a:ext cx="72000" cy="72000"/>
              </a:xfrm>
              <a:prstGeom prst="ellipse">
                <a:avLst/>
              </a:prstGeom>
              <a:noFill/>
              <a:ln>
                <a:solidFill>
                  <a:srgbClr val="64DE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62BAA90A-3C32-C59D-62F6-D2804E4C4720}"/>
              </a:ext>
            </a:extLst>
          </p:cNvPr>
          <p:cNvGrpSpPr/>
          <p:nvPr/>
        </p:nvGrpSpPr>
        <p:grpSpPr>
          <a:xfrm>
            <a:off x="4596457" y="340463"/>
            <a:ext cx="1816461" cy="456302"/>
            <a:chOff x="-1830802" y="1092621"/>
            <a:chExt cx="1816461" cy="456302"/>
          </a:xfrm>
        </p:grpSpPr>
        <p:grpSp>
          <p:nvGrpSpPr>
            <p:cNvPr id="59" name="Group 450">
              <a:extLst>
                <a:ext uri="{FF2B5EF4-FFF2-40B4-BE49-F238E27FC236}">
                  <a16:creationId xmlns:a16="http://schemas.microsoft.com/office/drawing/2014/main" id="{DAA15E4E-8547-8851-6056-843033A99E49}"/>
                </a:ext>
              </a:extLst>
            </p:cNvPr>
            <p:cNvGrpSpPr/>
            <p:nvPr/>
          </p:nvGrpSpPr>
          <p:grpSpPr>
            <a:xfrm>
              <a:off x="-1830802" y="1092621"/>
              <a:ext cx="1816461" cy="456302"/>
              <a:chOff x="1490230" y="121825"/>
              <a:chExt cx="1940228" cy="434729"/>
            </a:xfrm>
          </p:grpSpPr>
          <p:sp>
            <p:nvSpPr>
              <p:cNvPr id="61" name="任意多边形: 形状 60">
                <a:extLst>
                  <a:ext uri="{FF2B5EF4-FFF2-40B4-BE49-F238E27FC236}">
                    <a16:creationId xmlns:a16="http://schemas.microsoft.com/office/drawing/2014/main" id="{0B6815DA-ECDB-747E-6DDF-7C710E42DF74}"/>
                  </a:ext>
                </a:extLst>
              </p:cNvPr>
              <p:cNvSpPr/>
              <p:nvPr/>
            </p:nvSpPr>
            <p:spPr>
              <a:xfrm flipH="1" flipV="1">
                <a:off x="1490230" y="121825"/>
                <a:ext cx="1940228" cy="434729"/>
              </a:xfrm>
              <a:custGeom>
                <a:avLst/>
                <a:gdLst>
                  <a:gd name="connsiteX0" fmla="*/ 1940228 w 1940228"/>
                  <a:gd name="connsiteY0" fmla="*/ 434729 h 434729"/>
                  <a:gd name="connsiteX1" fmla="*/ 1762811 w 1940228"/>
                  <a:gd name="connsiteY1" fmla="*/ 434729 h 434729"/>
                  <a:gd name="connsiteX2" fmla="*/ 1762811 w 1940228"/>
                  <a:gd name="connsiteY2" fmla="*/ 429250 h 434729"/>
                  <a:gd name="connsiteX3" fmla="*/ 1747971 w 1940228"/>
                  <a:gd name="connsiteY3" fmla="*/ 434729 h 434729"/>
                  <a:gd name="connsiteX4" fmla="*/ 54011 w 1940228"/>
                  <a:gd name="connsiteY4" fmla="*/ 434729 h 434729"/>
                  <a:gd name="connsiteX5" fmla="*/ 661 w 1940228"/>
                  <a:gd name="connsiteY5" fmla="*/ 372375 h 434729"/>
                  <a:gd name="connsiteX6" fmla="*/ 51823 w 1940228"/>
                  <a:gd name="connsiteY6" fmla="*/ 45646 h 434729"/>
                  <a:gd name="connsiteX7" fmla="*/ 105173 w 1940228"/>
                  <a:gd name="connsiteY7" fmla="*/ 0 h 434729"/>
                  <a:gd name="connsiteX8" fmla="*/ 1799133 w 1940228"/>
                  <a:gd name="connsiteY8" fmla="*/ 0 h 434729"/>
                  <a:gd name="connsiteX9" fmla="*/ 1852483 w 1940228"/>
                  <a:gd name="connsiteY9" fmla="*/ 62354 h 434729"/>
                  <a:gd name="connsiteX10" fmla="*/ 1813947 w 1940228"/>
                  <a:gd name="connsiteY10" fmla="*/ 308448 h 434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40228" h="434729">
                    <a:moveTo>
                      <a:pt x="1940228" y="434729"/>
                    </a:moveTo>
                    <a:lnTo>
                      <a:pt x="1762811" y="434729"/>
                    </a:lnTo>
                    <a:lnTo>
                      <a:pt x="1762811" y="429250"/>
                    </a:lnTo>
                    <a:lnTo>
                      <a:pt x="1747971" y="434729"/>
                    </a:lnTo>
                    <a:lnTo>
                      <a:pt x="54011" y="434729"/>
                    </a:lnTo>
                    <a:cubicBezTo>
                      <a:pt x="20876" y="434729"/>
                      <a:pt x="-4465" y="405111"/>
                      <a:pt x="661" y="372375"/>
                    </a:cubicBezTo>
                    <a:lnTo>
                      <a:pt x="51823" y="45646"/>
                    </a:lnTo>
                    <a:cubicBezTo>
                      <a:pt x="55941" y="19354"/>
                      <a:pt x="78561" y="0"/>
                      <a:pt x="105173" y="0"/>
                    </a:cubicBezTo>
                    <a:lnTo>
                      <a:pt x="1799133" y="0"/>
                    </a:lnTo>
                    <a:cubicBezTo>
                      <a:pt x="1832268" y="0"/>
                      <a:pt x="1857609" y="29618"/>
                      <a:pt x="1852483" y="62354"/>
                    </a:cubicBezTo>
                    <a:lnTo>
                      <a:pt x="1813947" y="308448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chemeClr val="accent1"/>
                  </a:gs>
                  <a:gs pos="98000">
                    <a:schemeClr val="accent2"/>
                  </a:gs>
                </a:gsLst>
                <a:lin ang="135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62" name="文本框 48">
                <a:extLst>
                  <a:ext uri="{FF2B5EF4-FFF2-40B4-BE49-F238E27FC236}">
                    <a16:creationId xmlns:a16="http://schemas.microsoft.com/office/drawing/2014/main" id="{95288220-7E75-8204-C661-EA54B257BDE6}"/>
                  </a:ext>
                </a:extLst>
              </p:cNvPr>
              <p:cNvSpPr txBox="1"/>
              <p:nvPr/>
            </p:nvSpPr>
            <p:spPr>
              <a:xfrm>
                <a:off x="1960103" y="157529"/>
                <a:ext cx="1346201" cy="381194"/>
              </a:xfrm>
              <a:prstGeom prst="rect">
                <a:avLst/>
              </a:prstGeom>
              <a:noFill/>
              <a:effectLst>
                <a:outerShdw blurRad="76200" dist="38100" dir="2700000" algn="tl" rotWithShape="0">
                  <a:schemeClr val="accent2">
                    <a:lumMod val="50000"/>
                    <a:alpha val="50000"/>
                  </a:schemeClr>
                </a:outerShdw>
              </a:effectLst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项目实施</a:t>
                </a:r>
              </a:p>
            </p:txBody>
          </p:sp>
        </p:grpSp>
        <p:sp>
          <p:nvSpPr>
            <p:cNvPr id="60" name="stars_273718">
              <a:extLst>
                <a:ext uri="{FF2B5EF4-FFF2-40B4-BE49-F238E27FC236}">
                  <a16:creationId xmlns:a16="http://schemas.microsoft.com/office/drawing/2014/main" id="{745B70E3-EE8C-EEEF-FF0E-2F39E98A6EF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-1655509" y="1222152"/>
              <a:ext cx="216505" cy="216000"/>
            </a:xfrm>
            <a:custGeom>
              <a:avLst/>
              <a:gdLst>
                <a:gd name="connsiteX0" fmla="*/ 435684 w 607336"/>
                <a:gd name="connsiteY0" fmla="*/ 463990 h 605919"/>
                <a:gd name="connsiteX1" fmla="*/ 421104 w 607336"/>
                <a:gd name="connsiteY1" fmla="*/ 493187 h 605919"/>
                <a:gd name="connsiteX2" fmla="*/ 409311 w 607336"/>
                <a:gd name="connsiteY2" fmla="*/ 500417 h 605919"/>
                <a:gd name="connsiteX3" fmla="*/ 388325 w 607336"/>
                <a:gd name="connsiteY3" fmla="*/ 500417 h 605919"/>
                <a:gd name="connsiteX4" fmla="*/ 405411 w 607336"/>
                <a:gd name="connsiteY4" fmla="*/ 517472 h 605919"/>
                <a:gd name="connsiteX5" fmla="*/ 409033 w 607336"/>
                <a:gd name="connsiteY5" fmla="*/ 529429 h 605919"/>
                <a:gd name="connsiteX6" fmla="*/ 402625 w 607336"/>
                <a:gd name="connsiteY6" fmla="*/ 561499 h 605919"/>
                <a:gd name="connsiteX7" fmla="*/ 427790 w 607336"/>
                <a:gd name="connsiteY7" fmla="*/ 542591 h 605919"/>
                <a:gd name="connsiteX8" fmla="*/ 435684 w 607336"/>
                <a:gd name="connsiteY8" fmla="*/ 539995 h 605919"/>
                <a:gd name="connsiteX9" fmla="*/ 443670 w 607336"/>
                <a:gd name="connsiteY9" fmla="*/ 542591 h 605919"/>
                <a:gd name="connsiteX10" fmla="*/ 468835 w 607336"/>
                <a:gd name="connsiteY10" fmla="*/ 561499 h 605919"/>
                <a:gd name="connsiteX11" fmla="*/ 462427 w 607336"/>
                <a:gd name="connsiteY11" fmla="*/ 529429 h 605919"/>
                <a:gd name="connsiteX12" fmla="*/ 466049 w 607336"/>
                <a:gd name="connsiteY12" fmla="*/ 517472 h 605919"/>
                <a:gd name="connsiteX13" fmla="*/ 483042 w 607336"/>
                <a:gd name="connsiteY13" fmla="*/ 500417 h 605919"/>
                <a:gd name="connsiteX14" fmla="*/ 462149 w 607336"/>
                <a:gd name="connsiteY14" fmla="*/ 500417 h 605919"/>
                <a:gd name="connsiteX15" fmla="*/ 450356 w 607336"/>
                <a:gd name="connsiteY15" fmla="*/ 493187 h 605919"/>
                <a:gd name="connsiteX16" fmla="*/ 171614 w 607336"/>
                <a:gd name="connsiteY16" fmla="*/ 463990 h 605919"/>
                <a:gd name="connsiteX17" fmla="*/ 157040 w 607336"/>
                <a:gd name="connsiteY17" fmla="*/ 493187 h 605919"/>
                <a:gd name="connsiteX18" fmla="*/ 145252 w 607336"/>
                <a:gd name="connsiteY18" fmla="*/ 500417 h 605919"/>
                <a:gd name="connsiteX19" fmla="*/ 124273 w 607336"/>
                <a:gd name="connsiteY19" fmla="*/ 500417 h 605919"/>
                <a:gd name="connsiteX20" fmla="*/ 141353 w 607336"/>
                <a:gd name="connsiteY20" fmla="*/ 517472 h 605919"/>
                <a:gd name="connsiteX21" fmla="*/ 144973 w 607336"/>
                <a:gd name="connsiteY21" fmla="*/ 529429 h 605919"/>
                <a:gd name="connsiteX22" fmla="*/ 138568 w 607336"/>
                <a:gd name="connsiteY22" fmla="*/ 561499 h 605919"/>
                <a:gd name="connsiteX23" fmla="*/ 163724 w 607336"/>
                <a:gd name="connsiteY23" fmla="*/ 542591 h 605919"/>
                <a:gd name="connsiteX24" fmla="*/ 171614 w 607336"/>
                <a:gd name="connsiteY24" fmla="*/ 539995 h 605919"/>
                <a:gd name="connsiteX25" fmla="*/ 179504 w 607336"/>
                <a:gd name="connsiteY25" fmla="*/ 542591 h 605919"/>
                <a:gd name="connsiteX26" fmla="*/ 204660 w 607336"/>
                <a:gd name="connsiteY26" fmla="*/ 561499 h 605919"/>
                <a:gd name="connsiteX27" fmla="*/ 198255 w 607336"/>
                <a:gd name="connsiteY27" fmla="*/ 529429 h 605919"/>
                <a:gd name="connsiteX28" fmla="*/ 201875 w 607336"/>
                <a:gd name="connsiteY28" fmla="*/ 517472 h 605919"/>
                <a:gd name="connsiteX29" fmla="*/ 218955 w 607336"/>
                <a:gd name="connsiteY29" fmla="*/ 500417 h 605919"/>
                <a:gd name="connsiteX30" fmla="*/ 197976 w 607336"/>
                <a:gd name="connsiteY30" fmla="*/ 500417 h 605919"/>
                <a:gd name="connsiteX31" fmla="*/ 186187 w 607336"/>
                <a:gd name="connsiteY31" fmla="*/ 493187 h 605919"/>
                <a:gd name="connsiteX32" fmla="*/ 435695 w 607336"/>
                <a:gd name="connsiteY32" fmla="*/ 421910 h 605919"/>
                <a:gd name="connsiteX33" fmla="*/ 447570 w 607336"/>
                <a:gd name="connsiteY33" fmla="*/ 428583 h 605919"/>
                <a:gd name="connsiteX34" fmla="*/ 470321 w 607336"/>
                <a:gd name="connsiteY34" fmla="*/ 474094 h 605919"/>
                <a:gd name="connsiteX35" fmla="*/ 514986 w 607336"/>
                <a:gd name="connsiteY35" fmla="*/ 474094 h 605919"/>
                <a:gd name="connsiteX36" fmla="*/ 527151 w 607336"/>
                <a:gd name="connsiteY36" fmla="*/ 482250 h 605919"/>
                <a:gd name="connsiteX37" fmla="*/ 524272 w 607336"/>
                <a:gd name="connsiteY37" fmla="*/ 496617 h 605919"/>
                <a:gd name="connsiteX38" fmla="*/ 489635 w 607336"/>
                <a:gd name="connsiteY38" fmla="*/ 531190 h 605919"/>
                <a:gd name="connsiteX39" fmla="*/ 501429 w 607336"/>
                <a:gd name="connsiteY39" fmla="*/ 590140 h 605919"/>
                <a:gd name="connsiteX40" fmla="*/ 495579 w 607336"/>
                <a:gd name="connsiteY40" fmla="*/ 603858 h 605919"/>
                <a:gd name="connsiteX41" fmla="*/ 488521 w 607336"/>
                <a:gd name="connsiteY41" fmla="*/ 605897 h 605919"/>
                <a:gd name="connsiteX42" fmla="*/ 480628 w 607336"/>
                <a:gd name="connsiteY42" fmla="*/ 603302 h 605919"/>
                <a:gd name="connsiteX43" fmla="*/ 435684 w 607336"/>
                <a:gd name="connsiteY43" fmla="*/ 569656 h 605919"/>
                <a:gd name="connsiteX44" fmla="*/ 390832 w 607336"/>
                <a:gd name="connsiteY44" fmla="*/ 603302 h 605919"/>
                <a:gd name="connsiteX45" fmla="*/ 375881 w 607336"/>
                <a:gd name="connsiteY45" fmla="*/ 603858 h 605919"/>
                <a:gd name="connsiteX46" fmla="*/ 369938 w 607336"/>
                <a:gd name="connsiteY46" fmla="*/ 590140 h 605919"/>
                <a:gd name="connsiteX47" fmla="*/ 381732 w 607336"/>
                <a:gd name="connsiteY47" fmla="*/ 531190 h 605919"/>
                <a:gd name="connsiteX48" fmla="*/ 347095 w 607336"/>
                <a:gd name="connsiteY48" fmla="*/ 496617 h 605919"/>
                <a:gd name="connsiteX49" fmla="*/ 344309 w 607336"/>
                <a:gd name="connsiteY49" fmla="*/ 482250 h 605919"/>
                <a:gd name="connsiteX50" fmla="*/ 356474 w 607336"/>
                <a:gd name="connsiteY50" fmla="*/ 474094 h 605919"/>
                <a:gd name="connsiteX51" fmla="*/ 401139 w 607336"/>
                <a:gd name="connsiteY51" fmla="*/ 474094 h 605919"/>
                <a:gd name="connsiteX52" fmla="*/ 423890 w 607336"/>
                <a:gd name="connsiteY52" fmla="*/ 428583 h 605919"/>
                <a:gd name="connsiteX53" fmla="*/ 435695 w 607336"/>
                <a:gd name="connsiteY53" fmla="*/ 421910 h 605919"/>
                <a:gd name="connsiteX54" fmla="*/ 171614 w 607336"/>
                <a:gd name="connsiteY54" fmla="*/ 421910 h 605919"/>
                <a:gd name="connsiteX55" fmla="*/ 183403 w 607336"/>
                <a:gd name="connsiteY55" fmla="*/ 428583 h 605919"/>
                <a:gd name="connsiteX56" fmla="*/ 206145 w 607336"/>
                <a:gd name="connsiteY56" fmla="*/ 474094 h 605919"/>
                <a:gd name="connsiteX57" fmla="*/ 250794 w 607336"/>
                <a:gd name="connsiteY57" fmla="*/ 474094 h 605919"/>
                <a:gd name="connsiteX58" fmla="*/ 262954 w 607336"/>
                <a:gd name="connsiteY58" fmla="*/ 482250 h 605919"/>
                <a:gd name="connsiteX59" fmla="*/ 260169 w 607336"/>
                <a:gd name="connsiteY59" fmla="*/ 496617 h 605919"/>
                <a:gd name="connsiteX60" fmla="*/ 225545 w 607336"/>
                <a:gd name="connsiteY60" fmla="*/ 531190 h 605919"/>
                <a:gd name="connsiteX61" fmla="*/ 237334 w 607336"/>
                <a:gd name="connsiteY61" fmla="*/ 590140 h 605919"/>
                <a:gd name="connsiteX62" fmla="*/ 231393 w 607336"/>
                <a:gd name="connsiteY62" fmla="*/ 603858 h 605919"/>
                <a:gd name="connsiteX63" fmla="*/ 224431 w 607336"/>
                <a:gd name="connsiteY63" fmla="*/ 605897 h 605919"/>
                <a:gd name="connsiteX64" fmla="*/ 216541 w 607336"/>
                <a:gd name="connsiteY64" fmla="*/ 603302 h 605919"/>
                <a:gd name="connsiteX65" fmla="*/ 171614 w 607336"/>
                <a:gd name="connsiteY65" fmla="*/ 569656 h 605919"/>
                <a:gd name="connsiteX66" fmla="*/ 126687 w 607336"/>
                <a:gd name="connsiteY66" fmla="*/ 603302 h 605919"/>
                <a:gd name="connsiteX67" fmla="*/ 111742 w 607336"/>
                <a:gd name="connsiteY67" fmla="*/ 603858 h 605919"/>
                <a:gd name="connsiteX68" fmla="*/ 105894 w 607336"/>
                <a:gd name="connsiteY68" fmla="*/ 590140 h 605919"/>
                <a:gd name="connsiteX69" fmla="*/ 117683 w 607336"/>
                <a:gd name="connsiteY69" fmla="*/ 531190 h 605919"/>
                <a:gd name="connsiteX70" fmla="*/ 83059 w 607336"/>
                <a:gd name="connsiteY70" fmla="*/ 496617 h 605919"/>
                <a:gd name="connsiteX71" fmla="*/ 80181 w 607336"/>
                <a:gd name="connsiteY71" fmla="*/ 482250 h 605919"/>
                <a:gd name="connsiteX72" fmla="*/ 92434 w 607336"/>
                <a:gd name="connsiteY72" fmla="*/ 474094 h 605919"/>
                <a:gd name="connsiteX73" fmla="*/ 137083 w 607336"/>
                <a:gd name="connsiteY73" fmla="*/ 474094 h 605919"/>
                <a:gd name="connsiteX74" fmla="*/ 159825 w 607336"/>
                <a:gd name="connsiteY74" fmla="*/ 428583 h 605919"/>
                <a:gd name="connsiteX75" fmla="*/ 171614 w 607336"/>
                <a:gd name="connsiteY75" fmla="*/ 421910 h 605919"/>
                <a:gd name="connsiteX76" fmla="*/ 514950 w 607336"/>
                <a:gd name="connsiteY76" fmla="*/ 226678 h 605919"/>
                <a:gd name="connsiteX77" fmla="*/ 500278 w 607336"/>
                <a:gd name="connsiteY77" fmla="*/ 255875 h 605919"/>
                <a:gd name="connsiteX78" fmla="*/ 488485 w 607336"/>
                <a:gd name="connsiteY78" fmla="*/ 263105 h 605919"/>
                <a:gd name="connsiteX79" fmla="*/ 467592 w 607336"/>
                <a:gd name="connsiteY79" fmla="*/ 263105 h 605919"/>
                <a:gd name="connsiteX80" fmla="*/ 484678 w 607336"/>
                <a:gd name="connsiteY80" fmla="*/ 280160 h 605919"/>
                <a:gd name="connsiteX81" fmla="*/ 488207 w 607336"/>
                <a:gd name="connsiteY81" fmla="*/ 292117 h 605919"/>
                <a:gd name="connsiteX82" fmla="*/ 481799 w 607336"/>
                <a:gd name="connsiteY82" fmla="*/ 324187 h 605919"/>
                <a:gd name="connsiteX83" fmla="*/ 506964 w 607336"/>
                <a:gd name="connsiteY83" fmla="*/ 305279 h 605919"/>
                <a:gd name="connsiteX84" fmla="*/ 514950 w 607336"/>
                <a:gd name="connsiteY84" fmla="*/ 302683 h 605919"/>
                <a:gd name="connsiteX85" fmla="*/ 522844 w 607336"/>
                <a:gd name="connsiteY85" fmla="*/ 305279 h 605919"/>
                <a:gd name="connsiteX86" fmla="*/ 548009 w 607336"/>
                <a:gd name="connsiteY86" fmla="*/ 324187 h 605919"/>
                <a:gd name="connsiteX87" fmla="*/ 541601 w 607336"/>
                <a:gd name="connsiteY87" fmla="*/ 292117 h 605919"/>
                <a:gd name="connsiteX88" fmla="*/ 545223 w 607336"/>
                <a:gd name="connsiteY88" fmla="*/ 280160 h 605919"/>
                <a:gd name="connsiteX89" fmla="*/ 562309 w 607336"/>
                <a:gd name="connsiteY89" fmla="*/ 263105 h 605919"/>
                <a:gd name="connsiteX90" fmla="*/ 541323 w 607336"/>
                <a:gd name="connsiteY90" fmla="*/ 263105 h 605919"/>
                <a:gd name="connsiteX91" fmla="*/ 529530 w 607336"/>
                <a:gd name="connsiteY91" fmla="*/ 255875 h 605919"/>
                <a:gd name="connsiteX92" fmla="*/ 92440 w 607336"/>
                <a:gd name="connsiteY92" fmla="*/ 226678 h 605919"/>
                <a:gd name="connsiteX93" fmla="*/ 77774 w 607336"/>
                <a:gd name="connsiteY93" fmla="*/ 255875 h 605919"/>
                <a:gd name="connsiteX94" fmla="*/ 65985 w 607336"/>
                <a:gd name="connsiteY94" fmla="*/ 263105 h 605919"/>
                <a:gd name="connsiteX95" fmla="*/ 45099 w 607336"/>
                <a:gd name="connsiteY95" fmla="*/ 263105 h 605919"/>
                <a:gd name="connsiteX96" fmla="*/ 62086 w 607336"/>
                <a:gd name="connsiteY96" fmla="*/ 280160 h 605919"/>
                <a:gd name="connsiteX97" fmla="*/ 65706 w 607336"/>
                <a:gd name="connsiteY97" fmla="*/ 292024 h 605919"/>
                <a:gd name="connsiteX98" fmla="*/ 59301 w 607336"/>
                <a:gd name="connsiteY98" fmla="*/ 324187 h 605919"/>
                <a:gd name="connsiteX99" fmla="*/ 84457 w 607336"/>
                <a:gd name="connsiteY99" fmla="*/ 305279 h 605919"/>
                <a:gd name="connsiteX100" fmla="*/ 92440 w 607336"/>
                <a:gd name="connsiteY100" fmla="*/ 302683 h 605919"/>
                <a:gd name="connsiteX101" fmla="*/ 100330 w 607336"/>
                <a:gd name="connsiteY101" fmla="*/ 305279 h 605919"/>
                <a:gd name="connsiteX102" fmla="*/ 125486 w 607336"/>
                <a:gd name="connsiteY102" fmla="*/ 324187 h 605919"/>
                <a:gd name="connsiteX103" fmla="*/ 119081 w 607336"/>
                <a:gd name="connsiteY103" fmla="*/ 292117 h 605919"/>
                <a:gd name="connsiteX104" fmla="*/ 122701 w 607336"/>
                <a:gd name="connsiteY104" fmla="*/ 280160 h 605919"/>
                <a:gd name="connsiteX105" fmla="*/ 139781 w 607336"/>
                <a:gd name="connsiteY105" fmla="*/ 263105 h 605919"/>
                <a:gd name="connsiteX106" fmla="*/ 118802 w 607336"/>
                <a:gd name="connsiteY106" fmla="*/ 263105 h 605919"/>
                <a:gd name="connsiteX107" fmla="*/ 107013 w 607336"/>
                <a:gd name="connsiteY107" fmla="*/ 255875 h 605919"/>
                <a:gd name="connsiteX108" fmla="*/ 514938 w 607336"/>
                <a:gd name="connsiteY108" fmla="*/ 184598 h 605919"/>
                <a:gd name="connsiteX109" fmla="*/ 526744 w 607336"/>
                <a:gd name="connsiteY109" fmla="*/ 191271 h 605919"/>
                <a:gd name="connsiteX110" fmla="*/ 549495 w 607336"/>
                <a:gd name="connsiteY110" fmla="*/ 236782 h 605919"/>
                <a:gd name="connsiteX111" fmla="*/ 594160 w 607336"/>
                <a:gd name="connsiteY111" fmla="*/ 236782 h 605919"/>
                <a:gd name="connsiteX112" fmla="*/ 606325 w 607336"/>
                <a:gd name="connsiteY112" fmla="*/ 244938 h 605919"/>
                <a:gd name="connsiteX113" fmla="*/ 603539 w 607336"/>
                <a:gd name="connsiteY113" fmla="*/ 259305 h 605919"/>
                <a:gd name="connsiteX114" fmla="*/ 568902 w 607336"/>
                <a:gd name="connsiteY114" fmla="*/ 293878 h 605919"/>
                <a:gd name="connsiteX115" fmla="*/ 580696 w 607336"/>
                <a:gd name="connsiteY115" fmla="*/ 352828 h 605919"/>
                <a:gd name="connsiteX116" fmla="*/ 574753 w 607336"/>
                <a:gd name="connsiteY116" fmla="*/ 366546 h 605919"/>
                <a:gd name="connsiteX117" fmla="*/ 567788 w 607336"/>
                <a:gd name="connsiteY117" fmla="*/ 368585 h 605919"/>
                <a:gd name="connsiteX118" fmla="*/ 559802 w 607336"/>
                <a:gd name="connsiteY118" fmla="*/ 365990 h 605919"/>
                <a:gd name="connsiteX119" fmla="*/ 514950 w 607336"/>
                <a:gd name="connsiteY119" fmla="*/ 332344 h 605919"/>
                <a:gd name="connsiteX120" fmla="*/ 470006 w 607336"/>
                <a:gd name="connsiteY120" fmla="*/ 365990 h 605919"/>
                <a:gd name="connsiteX121" fmla="*/ 455055 w 607336"/>
                <a:gd name="connsiteY121" fmla="*/ 366546 h 605919"/>
                <a:gd name="connsiteX122" fmla="*/ 449205 w 607336"/>
                <a:gd name="connsiteY122" fmla="*/ 352828 h 605919"/>
                <a:gd name="connsiteX123" fmla="*/ 460999 w 607336"/>
                <a:gd name="connsiteY123" fmla="*/ 293878 h 605919"/>
                <a:gd name="connsiteX124" fmla="*/ 426362 w 607336"/>
                <a:gd name="connsiteY124" fmla="*/ 259305 h 605919"/>
                <a:gd name="connsiteX125" fmla="*/ 423483 w 607336"/>
                <a:gd name="connsiteY125" fmla="*/ 244938 h 605919"/>
                <a:gd name="connsiteX126" fmla="*/ 435648 w 607336"/>
                <a:gd name="connsiteY126" fmla="*/ 236782 h 605919"/>
                <a:gd name="connsiteX127" fmla="*/ 480313 w 607336"/>
                <a:gd name="connsiteY127" fmla="*/ 236782 h 605919"/>
                <a:gd name="connsiteX128" fmla="*/ 503064 w 607336"/>
                <a:gd name="connsiteY128" fmla="*/ 191271 h 605919"/>
                <a:gd name="connsiteX129" fmla="*/ 514938 w 607336"/>
                <a:gd name="connsiteY129" fmla="*/ 184598 h 605919"/>
                <a:gd name="connsiteX130" fmla="*/ 92394 w 607336"/>
                <a:gd name="connsiteY130" fmla="*/ 184598 h 605919"/>
                <a:gd name="connsiteX131" fmla="*/ 104229 w 607336"/>
                <a:gd name="connsiteY131" fmla="*/ 191271 h 605919"/>
                <a:gd name="connsiteX132" fmla="*/ 126971 w 607336"/>
                <a:gd name="connsiteY132" fmla="*/ 236782 h 605919"/>
                <a:gd name="connsiteX133" fmla="*/ 171620 w 607336"/>
                <a:gd name="connsiteY133" fmla="*/ 236782 h 605919"/>
                <a:gd name="connsiteX134" fmla="*/ 183780 w 607336"/>
                <a:gd name="connsiteY134" fmla="*/ 244938 h 605919"/>
                <a:gd name="connsiteX135" fmla="*/ 180902 w 607336"/>
                <a:gd name="connsiteY135" fmla="*/ 259305 h 605919"/>
                <a:gd name="connsiteX136" fmla="*/ 146371 w 607336"/>
                <a:gd name="connsiteY136" fmla="*/ 293878 h 605919"/>
                <a:gd name="connsiteX137" fmla="*/ 158160 w 607336"/>
                <a:gd name="connsiteY137" fmla="*/ 352828 h 605919"/>
                <a:gd name="connsiteX138" fmla="*/ 152219 w 607336"/>
                <a:gd name="connsiteY138" fmla="*/ 366546 h 605919"/>
                <a:gd name="connsiteX139" fmla="*/ 145257 w 607336"/>
                <a:gd name="connsiteY139" fmla="*/ 368585 h 605919"/>
                <a:gd name="connsiteX140" fmla="*/ 137274 w 607336"/>
                <a:gd name="connsiteY140" fmla="*/ 365990 h 605919"/>
                <a:gd name="connsiteX141" fmla="*/ 92440 w 607336"/>
                <a:gd name="connsiteY141" fmla="*/ 332344 h 605919"/>
                <a:gd name="connsiteX142" fmla="*/ 47513 w 607336"/>
                <a:gd name="connsiteY142" fmla="*/ 365990 h 605919"/>
                <a:gd name="connsiteX143" fmla="*/ 32568 w 607336"/>
                <a:gd name="connsiteY143" fmla="*/ 366546 h 605919"/>
                <a:gd name="connsiteX144" fmla="*/ 26627 w 607336"/>
                <a:gd name="connsiteY144" fmla="*/ 352828 h 605919"/>
                <a:gd name="connsiteX145" fmla="*/ 38509 w 607336"/>
                <a:gd name="connsiteY145" fmla="*/ 293878 h 605919"/>
                <a:gd name="connsiteX146" fmla="*/ 3885 w 607336"/>
                <a:gd name="connsiteY146" fmla="*/ 259305 h 605919"/>
                <a:gd name="connsiteX147" fmla="*/ 1007 w 607336"/>
                <a:gd name="connsiteY147" fmla="*/ 244938 h 605919"/>
                <a:gd name="connsiteX148" fmla="*/ 13167 w 607336"/>
                <a:gd name="connsiteY148" fmla="*/ 236782 h 605919"/>
                <a:gd name="connsiteX149" fmla="*/ 57816 w 607336"/>
                <a:gd name="connsiteY149" fmla="*/ 236782 h 605919"/>
                <a:gd name="connsiteX150" fmla="*/ 80558 w 607336"/>
                <a:gd name="connsiteY150" fmla="*/ 191271 h 605919"/>
                <a:gd name="connsiteX151" fmla="*/ 92394 w 607336"/>
                <a:gd name="connsiteY151" fmla="*/ 184598 h 605919"/>
                <a:gd name="connsiteX152" fmla="*/ 303666 w 607336"/>
                <a:gd name="connsiteY152" fmla="*/ 42096 h 605919"/>
                <a:gd name="connsiteX153" fmla="*/ 289089 w 607336"/>
                <a:gd name="connsiteY153" fmla="*/ 71304 h 605919"/>
                <a:gd name="connsiteX154" fmla="*/ 277297 w 607336"/>
                <a:gd name="connsiteY154" fmla="*/ 78537 h 605919"/>
                <a:gd name="connsiteX155" fmla="*/ 256313 w 607336"/>
                <a:gd name="connsiteY155" fmla="*/ 78537 h 605919"/>
                <a:gd name="connsiteX156" fmla="*/ 273397 w 607336"/>
                <a:gd name="connsiteY156" fmla="*/ 95598 h 605919"/>
                <a:gd name="connsiteX157" fmla="*/ 277018 w 607336"/>
                <a:gd name="connsiteY157" fmla="*/ 107467 h 605919"/>
                <a:gd name="connsiteX158" fmla="*/ 270612 w 607336"/>
                <a:gd name="connsiteY158" fmla="*/ 139642 h 605919"/>
                <a:gd name="connsiteX159" fmla="*/ 295774 w 607336"/>
                <a:gd name="connsiteY159" fmla="*/ 120726 h 605919"/>
                <a:gd name="connsiteX160" fmla="*/ 303666 w 607336"/>
                <a:gd name="connsiteY160" fmla="*/ 118130 h 605919"/>
                <a:gd name="connsiteX161" fmla="*/ 311651 w 607336"/>
                <a:gd name="connsiteY161" fmla="*/ 120726 h 605919"/>
                <a:gd name="connsiteX162" fmla="*/ 336813 w 607336"/>
                <a:gd name="connsiteY162" fmla="*/ 139642 h 605919"/>
                <a:gd name="connsiteX163" fmla="*/ 330407 w 607336"/>
                <a:gd name="connsiteY163" fmla="*/ 107467 h 605919"/>
                <a:gd name="connsiteX164" fmla="*/ 333935 w 607336"/>
                <a:gd name="connsiteY164" fmla="*/ 95598 h 605919"/>
                <a:gd name="connsiteX165" fmla="*/ 351019 w 607336"/>
                <a:gd name="connsiteY165" fmla="*/ 78537 h 605919"/>
                <a:gd name="connsiteX166" fmla="*/ 330128 w 607336"/>
                <a:gd name="connsiteY166" fmla="*/ 78537 h 605919"/>
                <a:gd name="connsiteX167" fmla="*/ 318336 w 607336"/>
                <a:gd name="connsiteY167" fmla="*/ 71304 h 605919"/>
                <a:gd name="connsiteX168" fmla="*/ 303666 w 607336"/>
                <a:gd name="connsiteY168" fmla="*/ 0 h 605919"/>
                <a:gd name="connsiteX169" fmla="*/ 315458 w 607336"/>
                <a:gd name="connsiteY169" fmla="*/ 6676 h 605919"/>
                <a:gd name="connsiteX170" fmla="*/ 338206 w 607336"/>
                <a:gd name="connsiteY170" fmla="*/ 52203 h 605919"/>
                <a:gd name="connsiteX171" fmla="*/ 382866 w 607336"/>
                <a:gd name="connsiteY171" fmla="*/ 52203 h 605919"/>
                <a:gd name="connsiteX172" fmla="*/ 395122 w 607336"/>
                <a:gd name="connsiteY172" fmla="*/ 60363 h 605919"/>
                <a:gd name="connsiteX173" fmla="*/ 392244 w 607336"/>
                <a:gd name="connsiteY173" fmla="*/ 74735 h 605919"/>
                <a:gd name="connsiteX174" fmla="*/ 357611 w 607336"/>
                <a:gd name="connsiteY174" fmla="*/ 109229 h 605919"/>
                <a:gd name="connsiteX175" fmla="*/ 369403 w 607336"/>
                <a:gd name="connsiteY175" fmla="*/ 168294 h 605919"/>
                <a:gd name="connsiteX176" fmla="*/ 363461 w 607336"/>
                <a:gd name="connsiteY176" fmla="*/ 182017 h 605919"/>
                <a:gd name="connsiteX177" fmla="*/ 356497 w 607336"/>
                <a:gd name="connsiteY177" fmla="*/ 184057 h 605919"/>
                <a:gd name="connsiteX178" fmla="*/ 348605 w 607336"/>
                <a:gd name="connsiteY178" fmla="*/ 181368 h 605919"/>
                <a:gd name="connsiteX179" fmla="*/ 303666 w 607336"/>
                <a:gd name="connsiteY179" fmla="*/ 147802 h 605919"/>
                <a:gd name="connsiteX180" fmla="*/ 258820 w 607336"/>
                <a:gd name="connsiteY180" fmla="*/ 181368 h 605919"/>
                <a:gd name="connsiteX181" fmla="*/ 243871 w 607336"/>
                <a:gd name="connsiteY181" fmla="*/ 182017 h 605919"/>
                <a:gd name="connsiteX182" fmla="*/ 237929 w 607336"/>
                <a:gd name="connsiteY182" fmla="*/ 168294 h 605919"/>
                <a:gd name="connsiteX183" fmla="*/ 249721 w 607336"/>
                <a:gd name="connsiteY183" fmla="*/ 109229 h 605919"/>
                <a:gd name="connsiteX184" fmla="*/ 215088 w 607336"/>
                <a:gd name="connsiteY184" fmla="*/ 74735 h 605919"/>
                <a:gd name="connsiteX185" fmla="*/ 212210 w 607336"/>
                <a:gd name="connsiteY185" fmla="*/ 60363 h 605919"/>
                <a:gd name="connsiteX186" fmla="*/ 224466 w 607336"/>
                <a:gd name="connsiteY186" fmla="*/ 52203 h 605919"/>
                <a:gd name="connsiteX187" fmla="*/ 269126 w 607336"/>
                <a:gd name="connsiteY187" fmla="*/ 52203 h 605919"/>
                <a:gd name="connsiteX188" fmla="*/ 291874 w 607336"/>
                <a:gd name="connsiteY188" fmla="*/ 6676 h 605919"/>
                <a:gd name="connsiteX189" fmla="*/ 303666 w 607336"/>
                <a:gd name="connsiteY189" fmla="*/ 0 h 605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</a:cxnLst>
              <a:rect l="l" t="t" r="r" b="b"/>
              <a:pathLst>
                <a:path w="607336" h="605919">
                  <a:moveTo>
                    <a:pt x="435684" y="463990"/>
                  </a:moveTo>
                  <a:lnTo>
                    <a:pt x="421104" y="493187"/>
                  </a:lnTo>
                  <a:cubicBezTo>
                    <a:pt x="418876" y="497637"/>
                    <a:pt x="414326" y="500417"/>
                    <a:pt x="409311" y="500417"/>
                  </a:cubicBezTo>
                  <a:lnTo>
                    <a:pt x="388325" y="500417"/>
                  </a:lnTo>
                  <a:lnTo>
                    <a:pt x="405411" y="517472"/>
                  </a:lnTo>
                  <a:cubicBezTo>
                    <a:pt x="408568" y="520623"/>
                    <a:pt x="409961" y="525072"/>
                    <a:pt x="409033" y="529429"/>
                  </a:cubicBezTo>
                  <a:lnTo>
                    <a:pt x="402625" y="561499"/>
                  </a:lnTo>
                  <a:lnTo>
                    <a:pt x="427790" y="542591"/>
                  </a:lnTo>
                  <a:cubicBezTo>
                    <a:pt x="430112" y="540830"/>
                    <a:pt x="432991" y="539995"/>
                    <a:pt x="435684" y="539995"/>
                  </a:cubicBezTo>
                  <a:cubicBezTo>
                    <a:pt x="438469" y="539995"/>
                    <a:pt x="441255" y="540830"/>
                    <a:pt x="443670" y="542591"/>
                  </a:cubicBezTo>
                  <a:lnTo>
                    <a:pt x="468835" y="561499"/>
                  </a:lnTo>
                  <a:lnTo>
                    <a:pt x="462427" y="529429"/>
                  </a:lnTo>
                  <a:cubicBezTo>
                    <a:pt x="461499" y="525072"/>
                    <a:pt x="462892" y="520623"/>
                    <a:pt x="466049" y="517472"/>
                  </a:cubicBezTo>
                  <a:lnTo>
                    <a:pt x="483042" y="500417"/>
                  </a:lnTo>
                  <a:lnTo>
                    <a:pt x="462149" y="500417"/>
                  </a:lnTo>
                  <a:cubicBezTo>
                    <a:pt x="457134" y="500417"/>
                    <a:pt x="452584" y="497637"/>
                    <a:pt x="450356" y="493187"/>
                  </a:cubicBezTo>
                  <a:close/>
                  <a:moveTo>
                    <a:pt x="171614" y="463990"/>
                  </a:moveTo>
                  <a:lnTo>
                    <a:pt x="157040" y="493187"/>
                  </a:lnTo>
                  <a:cubicBezTo>
                    <a:pt x="154813" y="497637"/>
                    <a:pt x="150171" y="500417"/>
                    <a:pt x="145252" y="500417"/>
                  </a:cubicBezTo>
                  <a:lnTo>
                    <a:pt x="124273" y="500417"/>
                  </a:lnTo>
                  <a:lnTo>
                    <a:pt x="141353" y="517472"/>
                  </a:lnTo>
                  <a:cubicBezTo>
                    <a:pt x="144416" y="520623"/>
                    <a:pt x="145809" y="525072"/>
                    <a:pt x="144973" y="529429"/>
                  </a:cubicBezTo>
                  <a:lnTo>
                    <a:pt x="138568" y="561499"/>
                  </a:lnTo>
                  <a:lnTo>
                    <a:pt x="163724" y="542591"/>
                  </a:lnTo>
                  <a:cubicBezTo>
                    <a:pt x="166044" y="540830"/>
                    <a:pt x="168829" y="539995"/>
                    <a:pt x="171614" y="539995"/>
                  </a:cubicBezTo>
                  <a:cubicBezTo>
                    <a:pt x="174399" y="539995"/>
                    <a:pt x="177183" y="540830"/>
                    <a:pt x="179504" y="542591"/>
                  </a:cubicBezTo>
                  <a:lnTo>
                    <a:pt x="204660" y="561499"/>
                  </a:lnTo>
                  <a:lnTo>
                    <a:pt x="198255" y="529429"/>
                  </a:lnTo>
                  <a:cubicBezTo>
                    <a:pt x="197419" y="525072"/>
                    <a:pt x="198812" y="520623"/>
                    <a:pt x="201875" y="517472"/>
                  </a:cubicBezTo>
                  <a:lnTo>
                    <a:pt x="218955" y="500417"/>
                  </a:lnTo>
                  <a:lnTo>
                    <a:pt x="197976" y="500417"/>
                  </a:lnTo>
                  <a:cubicBezTo>
                    <a:pt x="193057" y="500417"/>
                    <a:pt x="188415" y="497637"/>
                    <a:pt x="186187" y="493187"/>
                  </a:cubicBezTo>
                  <a:close/>
                  <a:moveTo>
                    <a:pt x="435695" y="421910"/>
                  </a:moveTo>
                  <a:cubicBezTo>
                    <a:pt x="440490" y="421910"/>
                    <a:pt x="445295" y="424134"/>
                    <a:pt x="447570" y="428583"/>
                  </a:cubicBezTo>
                  <a:lnTo>
                    <a:pt x="470321" y="474094"/>
                  </a:lnTo>
                  <a:lnTo>
                    <a:pt x="514986" y="474094"/>
                  </a:lnTo>
                  <a:cubicBezTo>
                    <a:pt x="520279" y="474094"/>
                    <a:pt x="525108" y="477245"/>
                    <a:pt x="527151" y="482250"/>
                  </a:cubicBezTo>
                  <a:cubicBezTo>
                    <a:pt x="529194" y="487163"/>
                    <a:pt x="528080" y="492817"/>
                    <a:pt x="524272" y="496617"/>
                  </a:cubicBezTo>
                  <a:lnTo>
                    <a:pt x="489635" y="531190"/>
                  </a:lnTo>
                  <a:lnTo>
                    <a:pt x="501429" y="590140"/>
                  </a:lnTo>
                  <a:cubicBezTo>
                    <a:pt x="502543" y="595516"/>
                    <a:pt x="500222" y="600985"/>
                    <a:pt x="495579" y="603858"/>
                  </a:cubicBezTo>
                  <a:cubicBezTo>
                    <a:pt x="493443" y="605248"/>
                    <a:pt x="491028" y="605897"/>
                    <a:pt x="488521" y="605897"/>
                  </a:cubicBezTo>
                  <a:cubicBezTo>
                    <a:pt x="485735" y="605897"/>
                    <a:pt x="482950" y="604970"/>
                    <a:pt x="480628" y="603302"/>
                  </a:cubicBezTo>
                  <a:lnTo>
                    <a:pt x="435684" y="569656"/>
                  </a:lnTo>
                  <a:lnTo>
                    <a:pt x="390832" y="603302"/>
                  </a:lnTo>
                  <a:cubicBezTo>
                    <a:pt x="386375" y="606546"/>
                    <a:pt x="380524" y="606824"/>
                    <a:pt x="375881" y="603858"/>
                  </a:cubicBezTo>
                  <a:cubicBezTo>
                    <a:pt x="371238" y="600985"/>
                    <a:pt x="368917" y="595516"/>
                    <a:pt x="369938" y="590140"/>
                  </a:cubicBezTo>
                  <a:lnTo>
                    <a:pt x="381732" y="531190"/>
                  </a:lnTo>
                  <a:lnTo>
                    <a:pt x="347095" y="496617"/>
                  </a:lnTo>
                  <a:cubicBezTo>
                    <a:pt x="343380" y="492817"/>
                    <a:pt x="342266" y="487163"/>
                    <a:pt x="344309" y="482250"/>
                  </a:cubicBezTo>
                  <a:cubicBezTo>
                    <a:pt x="346352" y="477245"/>
                    <a:pt x="351181" y="474094"/>
                    <a:pt x="356474" y="474094"/>
                  </a:cubicBezTo>
                  <a:lnTo>
                    <a:pt x="401139" y="474094"/>
                  </a:lnTo>
                  <a:lnTo>
                    <a:pt x="423890" y="428583"/>
                  </a:lnTo>
                  <a:cubicBezTo>
                    <a:pt x="426119" y="424134"/>
                    <a:pt x="430901" y="421910"/>
                    <a:pt x="435695" y="421910"/>
                  </a:cubicBezTo>
                  <a:close/>
                  <a:moveTo>
                    <a:pt x="171614" y="421910"/>
                  </a:moveTo>
                  <a:cubicBezTo>
                    <a:pt x="176395" y="421910"/>
                    <a:pt x="181175" y="424134"/>
                    <a:pt x="183403" y="428583"/>
                  </a:cubicBezTo>
                  <a:lnTo>
                    <a:pt x="206145" y="474094"/>
                  </a:lnTo>
                  <a:lnTo>
                    <a:pt x="250794" y="474094"/>
                  </a:lnTo>
                  <a:cubicBezTo>
                    <a:pt x="256178" y="474094"/>
                    <a:pt x="261005" y="477245"/>
                    <a:pt x="262954" y="482250"/>
                  </a:cubicBezTo>
                  <a:cubicBezTo>
                    <a:pt x="264996" y="487163"/>
                    <a:pt x="263882" y="492817"/>
                    <a:pt x="260169" y="496617"/>
                  </a:cubicBezTo>
                  <a:lnTo>
                    <a:pt x="225545" y="531190"/>
                  </a:lnTo>
                  <a:lnTo>
                    <a:pt x="237334" y="590140"/>
                  </a:lnTo>
                  <a:cubicBezTo>
                    <a:pt x="238448" y="595516"/>
                    <a:pt x="236035" y="600985"/>
                    <a:pt x="231393" y="603858"/>
                  </a:cubicBezTo>
                  <a:cubicBezTo>
                    <a:pt x="229351" y="605248"/>
                    <a:pt x="226845" y="605897"/>
                    <a:pt x="224431" y="605897"/>
                  </a:cubicBezTo>
                  <a:cubicBezTo>
                    <a:pt x="221647" y="605897"/>
                    <a:pt x="218862" y="604970"/>
                    <a:pt x="216541" y="603302"/>
                  </a:cubicBezTo>
                  <a:lnTo>
                    <a:pt x="171614" y="569656"/>
                  </a:lnTo>
                  <a:lnTo>
                    <a:pt x="126687" y="603302"/>
                  </a:lnTo>
                  <a:cubicBezTo>
                    <a:pt x="122324" y="606546"/>
                    <a:pt x="116383" y="606824"/>
                    <a:pt x="111742" y="603858"/>
                  </a:cubicBezTo>
                  <a:cubicBezTo>
                    <a:pt x="107100" y="600985"/>
                    <a:pt x="104780" y="595516"/>
                    <a:pt x="105894" y="590140"/>
                  </a:cubicBezTo>
                  <a:lnTo>
                    <a:pt x="117683" y="531190"/>
                  </a:lnTo>
                  <a:lnTo>
                    <a:pt x="83059" y="496617"/>
                  </a:lnTo>
                  <a:cubicBezTo>
                    <a:pt x="79253" y="492817"/>
                    <a:pt x="78139" y="487163"/>
                    <a:pt x="80181" y="482250"/>
                  </a:cubicBezTo>
                  <a:cubicBezTo>
                    <a:pt x="82223" y="477245"/>
                    <a:pt x="87050" y="474094"/>
                    <a:pt x="92434" y="474094"/>
                  </a:cubicBezTo>
                  <a:lnTo>
                    <a:pt x="137083" y="474094"/>
                  </a:lnTo>
                  <a:lnTo>
                    <a:pt x="159825" y="428583"/>
                  </a:lnTo>
                  <a:cubicBezTo>
                    <a:pt x="162053" y="424134"/>
                    <a:pt x="166834" y="421910"/>
                    <a:pt x="171614" y="421910"/>
                  </a:cubicBezTo>
                  <a:close/>
                  <a:moveTo>
                    <a:pt x="514950" y="226678"/>
                  </a:moveTo>
                  <a:lnTo>
                    <a:pt x="500278" y="255875"/>
                  </a:lnTo>
                  <a:cubicBezTo>
                    <a:pt x="498050" y="260325"/>
                    <a:pt x="493500" y="263105"/>
                    <a:pt x="488485" y="263105"/>
                  </a:cubicBezTo>
                  <a:lnTo>
                    <a:pt x="467592" y="263105"/>
                  </a:lnTo>
                  <a:lnTo>
                    <a:pt x="484678" y="280160"/>
                  </a:lnTo>
                  <a:cubicBezTo>
                    <a:pt x="487742" y="283311"/>
                    <a:pt x="489135" y="287760"/>
                    <a:pt x="488207" y="292117"/>
                  </a:cubicBezTo>
                  <a:lnTo>
                    <a:pt x="481799" y="324187"/>
                  </a:lnTo>
                  <a:lnTo>
                    <a:pt x="506964" y="305279"/>
                  </a:lnTo>
                  <a:cubicBezTo>
                    <a:pt x="509379" y="303518"/>
                    <a:pt x="512165" y="302683"/>
                    <a:pt x="514950" y="302683"/>
                  </a:cubicBezTo>
                  <a:cubicBezTo>
                    <a:pt x="517736" y="302683"/>
                    <a:pt x="520522" y="303518"/>
                    <a:pt x="522844" y="305279"/>
                  </a:cubicBezTo>
                  <a:lnTo>
                    <a:pt x="548009" y="324187"/>
                  </a:lnTo>
                  <a:lnTo>
                    <a:pt x="541601" y="292117"/>
                  </a:lnTo>
                  <a:cubicBezTo>
                    <a:pt x="540766" y="287760"/>
                    <a:pt x="542066" y="283311"/>
                    <a:pt x="545223" y="280160"/>
                  </a:cubicBezTo>
                  <a:lnTo>
                    <a:pt x="562309" y="263105"/>
                  </a:lnTo>
                  <a:lnTo>
                    <a:pt x="541323" y="263105"/>
                  </a:lnTo>
                  <a:cubicBezTo>
                    <a:pt x="536308" y="263105"/>
                    <a:pt x="531758" y="260325"/>
                    <a:pt x="529530" y="255875"/>
                  </a:cubicBezTo>
                  <a:close/>
                  <a:moveTo>
                    <a:pt x="92440" y="226678"/>
                  </a:moveTo>
                  <a:lnTo>
                    <a:pt x="77774" y="255875"/>
                  </a:lnTo>
                  <a:cubicBezTo>
                    <a:pt x="75546" y="260325"/>
                    <a:pt x="70997" y="263105"/>
                    <a:pt x="65985" y="263105"/>
                  </a:cubicBezTo>
                  <a:lnTo>
                    <a:pt x="45099" y="263105"/>
                  </a:lnTo>
                  <a:lnTo>
                    <a:pt x="62086" y="280160"/>
                  </a:lnTo>
                  <a:cubicBezTo>
                    <a:pt x="65242" y="283219"/>
                    <a:pt x="66635" y="287760"/>
                    <a:pt x="65706" y="292024"/>
                  </a:cubicBezTo>
                  <a:lnTo>
                    <a:pt x="59301" y="324187"/>
                  </a:lnTo>
                  <a:lnTo>
                    <a:pt x="84457" y="305279"/>
                  </a:lnTo>
                  <a:cubicBezTo>
                    <a:pt x="86870" y="303518"/>
                    <a:pt x="89655" y="302683"/>
                    <a:pt x="92440" y="302683"/>
                  </a:cubicBezTo>
                  <a:cubicBezTo>
                    <a:pt x="95225" y="302683"/>
                    <a:pt x="98009" y="303518"/>
                    <a:pt x="100330" y="305279"/>
                  </a:cubicBezTo>
                  <a:lnTo>
                    <a:pt x="125486" y="324187"/>
                  </a:lnTo>
                  <a:lnTo>
                    <a:pt x="119081" y="292117"/>
                  </a:lnTo>
                  <a:cubicBezTo>
                    <a:pt x="118245" y="287760"/>
                    <a:pt x="119545" y="283311"/>
                    <a:pt x="122701" y="280160"/>
                  </a:cubicBezTo>
                  <a:lnTo>
                    <a:pt x="139781" y="263105"/>
                  </a:lnTo>
                  <a:lnTo>
                    <a:pt x="118802" y="263105"/>
                  </a:lnTo>
                  <a:cubicBezTo>
                    <a:pt x="113790" y="263105"/>
                    <a:pt x="109241" y="260325"/>
                    <a:pt x="107013" y="255875"/>
                  </a:cubicBezTo>
                  <a:close/>
                  <a:moveTo>
                    <a:pt x="514938" y="184598"/>
                  </a:moveTo>
                  <a:cubicBezTo>
                    <a:pt x="519732" y="184598"/>
                    <a:pt x="524515" y="186822"/>
                    <a:pt x="526744" y="191271"/>
                  </a:cubicBezTo>
                  <a:lnTo>
                    <a:pt x="549495" y="236782"/>
                  </a:lnTo>
                  <a:lnTo>
                    <a:pt x="594160" y="236782"/>
                  </a:lnTo>
                  <a:cubicBezTo>
                    <a:pt x="599453" y="236782"/>
                    <a:pt x="604282" y="239933"/>
                    <a:pt x="606325" y="244938"/>
                  </a:cubicBezTo>
                  <a:cubicBezTo>
                    <a:pt x="608368" y="249851"/>
                    <a:pt x="607254" y="255505"/>
                    <a:pt x="603539" y="259305"/>
                  </a:cubicBezTo>
                  <a:lnTo>
                    <a:pt x="568902" y="293878"/>
                  </a:lnTo>
                  <a:lnTo>
                    <a:pt x="580696" y="352828"/>
                  </a:lnTo>
                  <a:cubicBezTo>
                    <a:pt x="581717" y="358204"/>
                    <a:pt x="579396" y="363673"/>
                    <a:pt x="574753" y="366546"/>
                  </a:cubicBezTo>
                  <a:cubicBezTo>
                    <a:pt x="572617" y="367936"/>
                    <a:pt x="570202" y="368585"/>
                    <a:pt x="567788" y="368585"/>
                  </a:cubicBezTo>
                  <a:cubicBezTo>
                    <a:pt x="565002" y="368585"/>
                    <a:pt x="562216" y="367658"/>
                    <a:pt x="559802" y="365990"/>
                  </a:cubicBezTo>
                  <a:lnTo>
                    <a:pt x="514950" y="332344"/>
                  </a:lnTo>
                  <a:lnTo>
                    <a:pt x="470006" y="365990"/>
                  </a:lnTo>
                  <a:cubicBezTo>
                    <a:pt x="465642" y="369234"/>
                    <a:pt x="459698" y="369512"/>
                    <a:pt x="455055" y="366546"/>
                  </a:cubicBezTo>
                  <a:cubicBezTo>
                    <a:pt x="450412" y="363673"/>
                    <a:pt x="448091" y="358204"/>
                    <a:pt x="449205" y="352828"/>
                  </a:cubicBezTo>
                  <a:lnTo>
                    <a:pt x="460999" y="293878"/>
                  </a:lnTo>
                  <a:lnTo>
                    <a:pt x="426362" y="259305"/>
                  </a:lnTo>
                  <a:cubicBezTo>
                    <a:pt x="422554" y="255505"/>
                    <a:pt x="421440" y="249851"/>
                    <a:pt x="423483" y="244938"/>
                  </a:cubicBezTo>
                  <a:cubicBezTo>
                    <a:pt x="425526" y="239933"/>
                    <a:pt x="430355" y="236782"/>
                    <a:pt x="435648" y="236782"/>
                  </a:cubicBezTo>
                  <a:lnTo>
                    <a:pt x="480313" y="236782"/>
                  </a:lnTo>
                  <a:lnTo>
                    <a:pt x="503064" y="191271"/>
                  </a:lnTo>
                  <a:cubicBezTo>
                    <a:pt x="505339" y="186822"/>
                    <a:pt x="510145" y="184598"/>
                    <a:pt x="514938" y="184598"/>
                  </a:cubicBezTo>
                  <a:close/>
                  <a:moveTo>
                    <a:pt x="92394" y="184598"/>
                  </a:moveTo>
                  <a:cubicBezTo>
                    <a:pt x="97174" y="184598"/>
                    <a:pt x="101955" y="186822"/>
                    <a:pt x="104229" y="191271"/>
                  </a:cubicBezTo>
                  <a:lnTo>
                    <a:pt x="126971" y="236782"/>
                  </a:lnTo>
                  <a:lnTo>
                    <a:pt x="171620" y="236782"/>
                  </a:lnTo>
                  <a:cubicBezTo>
                    <a:pt x="176911" y="236782"/>
                    <a:pt x="181738" y="239933"/>
                    <a:pt x="183780" y="244938"/>
                  </a:cubicBezTo>
                  <a:cubicBezTo>
                    <a:pt x="185822" y="249851"/>
                    <a:pt x="184708" y="255505"/>
                    <a:pt x="180902" y="259305"/>
                  </a:cubicBezTo>
                  <a:lnTo>
                    <a:pt x="146371" y="293878"/>
                  </a:lnTo>
                  <a:lnTo>
                    <a:pt x="158160" y="352828"/>
                  </a:lnTo>
                  <a:cubicBezTo>
                    <a:pt x="159181" y="358204"/>
                    <a:pt x="156861" y="363673"/>
                    <a:pt x="152219" y="366546"/>
                  </a:cubicBezTo>
                  <a:cubicBezTo>
                    <a:pt x="150084" y="367936"/>
                    <a:pt x="147671" y="368585"/>
                    <a:pt x="145257" y="368585"/>
                  </a:cubicBezTo>
                  <a:cubicBezTo>
                    <a:pt x="142473" y="368585"/>
                    <a:pt x="139688" y="367658"/>
                    <a:pt x="137274" y="365990"/>
                  </a:cubicBezTo>
                  <a:lnTo>
                    <a:pt x="92440" y="332344"/>
                  </a:lnTo>
                  <a:lnTo>
                    <a:pt x="47513" y="365990"/>
                  </a:lnTo>
                  <a:cubicBezTo>
                    <a:pt x="43150" y="369234"/>
                    <a:pt x="37209" y="369512"/>
                    <a:pt x="32568" y="366546"/>
                  </a:cubicBezTo>
                  <a:cubicBezTo>
                    <a:pt x="27926" y="363673"/>
                    <a:pt x="25606" y="358204"/>
                    <a:pt x="26627" y="352828"/>
                  </a:cubicBezTo>
                  <a:lnTo>
                    <a:pt x="38509" y="293878"/>
                  </a:lnTo>
                  <a:lnTo>
                    <a:pt x="3885" y="259305"/>
                  </a:lnTo>
                  <a:cubicBezTo>
                    <a:pt x="79" y="255505"/>
                    <a:pt x="-1035" y="249851"/>
                    <a:pt x="1007" y="244938"/>
                  </a:cubicBezTo>
                  <a:cubicBezTo>
                    <a:pt x="3049" y="239933"/>
                    <a:pt x="7876" y="236782"/>
                    <a:pt x="13167" y="236782"/>
                  </a:cubicBezTo>
                  <a:lnTo>
                    <a:pt x="57816" y="236782"/>
                  </a:lnTo>
                  <a:lnTo>
                    <a:pt x="80558" y="191271"/>
                  </a:lnTo>
                  <a:cubicBezTo>
                    <a:pt x="82833" y="186822"/>
                    <a:pt x="87613" y="184598"/>
                    <a:pt x="92394" y="184598"/>
                  </a:cubicBezTo>
                  <a:close/>
                  <a:moveTo>
                    <a:pt x="303666" y="42096"/>
                  </a:moveTo>
                  <a:lnTo>
                    <a:pt x="289089" y="71304"/>
                  </a:lnTo>
                  <a:cubicBezTo>
                    <a:pt x="286860" y="75755"/>
                    <a:pt x="282311" y="78537"/>
                    <a:pt x="277297" y="78537"/>
                  </a:cubicBezTo>
                  <a:lnTo>
                    <a:pt x="256313" y="78537"/>
                  </a:lnTo>
                  <a:lnTo>
                    <a:pt x="273397" y="95598"/>
                  </a:lnTo>
                  <a:cubicBezTo>
                    <a:pt x="276554" y="98658"/>
                    <a:pt x="277854" y="103201"/>
                    <a:pt x="277018" y="107467"/>
                  </a:cubicBezTo>
                  <a:lnTo>
                    <a:pt x="270612" y="139642"/>
                  </a:lnTo>
                  <a:lnTo>
                    <a:pt x="295774" y="120726"/>
                  </a:lnTo>
                  <a:cubicBezTo>
                    <a:pt x="298095" y="118965"/>
                    <a:pt x="300881" y="118130"/>
                    <a:pt x="303666" y="118130"/>
                  </a:cubicBezTo>
                  <a:cubicBezTo>
                    <a:pt x="306451" y="118130"/>
                    <a:pt x="309237" y="118965"/>
                    <a:pt x="311651" y="120726"/>
                  </a:cubicBezTo>
                  <a:lnTo>
                    <a:pt x="336813" y="139642"/>
                  </a:lnTo>
                  <a:lnTo>
                    <a:pt x="330407" y="107467"/>
                  </a:lnTo>
                  <a:cubicBezTo>
                    <a:pt x="329478" y="103201"/>
                    <a:pt x="330871" y="98751"/>
                    <a:pt x="333935" y="95598"/>
                  </a:cubicBezTo>
                  <a:lnTo>
                    <a:pt x="351019" y="78537"/>
                  </a:lnTo>
                  <a:lnTo>
                    <a:pt x="330128" y="78537"/>
                  </a:lnTo>
                  <a:cubicBezTo>
                    <a:pt x="325114" y="78537"/>
                    <a:pt x="320565" y="75755"/>
                    <a:pt x="318336" y="71304"/>
                  </a:cubicBezTo>
                  <a:close/>
                  <a:moveTo>
                    <a:pt x="303666" y="0"/>
                  </a:moveTo>
                  <a:cubicBezTo>
                    <a:pt x="308448" y="0"/>
                    <a:pt x="313229" y="2225"/>
                    <a:pt x="315458" y="6676"/>
                  </a:cubicBezTo>
                  <a:lnTo>
                    <a:pt x="338206" y="52203"/>
                  </a:lnTo>
                  <a:lnTo>
                    <a:pt x="382866" y="52203"/>
                  </a:lnTo>
                  <a:cubicBezTo>
                    <a:pt x="388251" y="52203"/>
                    <a:pt x="393080" y="55356"/>
                    <a:pt x="395122" y="60363"/>
                  </a:cubicBezTo>
                  <a:cubicBezTo>
                    <a:pt x="397165" y="65277"/>
                    <a:pt x="395958" y="70933"/>
                    <a:pt x="392244" y="74735"/>
                  </a:cubicBezTo>
                  <a:lnTo>
                    <a:pt x="357611" y="109229"/>
                  </a:lnTo>
                  <a:lnTo>
                    <a:pt x="369403" y="168294"/>
                  </a:lnTo>
                  <a:cubicBezTo>
                    <a:pt x="370517" y="173579"/>
                    <a:pt x="368196" y="179143"/>
                    <a:pt x="363461" y="182017"/>
                  </a:cubicBezTo>
                  <a:cubicBezTo>
                    <a:pt x="361418" y="183408"/>
                    <a:pt x="359004" y="184057"/>
                    <a:pt x="356497" y="184057"/>
                  </a:cubicBezTo>
                  <a:cubicBezTo>
                    <a:pt x="353712" y="184057"/>
                    <a:pt x="350926" y="183130"/>
                    <a:pt x="348605" y="181368"/>
                  </a:cubicBezTo>
                  <a:lnTo>
                    <a:pt x="303666" y="147802"/>
                  </a:lnTo>
                  <a:lnTo>
                    <a:pt x="258820" y="181368"/>
                  </a:lnTo>
                  <a:cubicBezTo>
                    <a:pt x="254363" y="184706"/>
                    <a:pt x="248514" y="184984"/>
                    <a:pt x="243871" y="182017"/>
                  </a:cubicBezTo>
                  <a:cubicBezTo>
                    <a:pt x="239229" y="179143"/>
                    <a:pt x="236815" y="173672"/>
                    <a:pt x="237929" y="168294"/>
                  </a:cubicBezTo>
                  <a:lnTo>
                    <a:pt x="249721" y="109229"/>
                  </a:lnTo>
                  <a:lnTo>
                    <a:pt x="215088" y="74735"/>
                  </a:lnTo>
                  <a:cubicBezTo>
                    <a:pt x="211374" y="70933"/>
                    <a:pt x="210167" y="65277"/>
                    <a:pt x="212210" y="60363"/>
                  </a:cubicBezTo>
                  <a:cubicBezTo>
                    <a:pt x="214345" y="55356"/>
                    <a:pt x="219081" y="52203"/>
                    <a:pt x="224466" y="52203"/>
                  </a:cubicBezTo>
                  <a:lnTo>
                    <a:pt x="269126" y="52203"/>
                  </a:lnTo>
                  <a:lnTo>
                    <a:pt x="291874" y="6676"/>
                  </a:lnTo>
                  <a:cubicBezTo>
                    <a:pt x="294103" y="2225"/>
                    <a:pt x="298884" y="0"/>
                    <a:pt x="303666" y="0"/>
                  </a:cubicBezTo>
                  <a:close/>
                </a:path>
              </a:pathLst>
            </a:custGeom>
            <a:solidFill>
              <a:schemeClr val="bg1">
                <a:alpha val="70000"/>
              </a:schemeClr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2.0 95 ExtraBold"/>
                <a:cs typeface="+mn-cs"/>
              </a:endParaRPr>
            </a:p>
          </p:txBody>
        </p:sp>
      </p:grpSp>
      <p:sp>
        <p:nvSpPr>
          <p:cNvPr id="63" name="stars_273718">
            <a:extLst>
              <a:ext uri="{FF2B5EF4-FFF2-40B4-BE49-F238E27FC236}">
                <a16:creationId xmlns:a16="http://schemas.microsoft.com/office/drawing/2014/main" id="{3C21D207-338C-FC14-4244-BA22A2D0174F}"/>
              </a:ext>
            </a:extLst>
          </p:cNvPr>
          <p:cNvSpPr>
            <a:spLocks noChangeAspect="1"/>
          </p:cNvSpPr>
          <p:nvPr/>
        </p:nvSpPr>
        <p:spPr bwMode="auto">
          <a:xfrm>
            <a:off x="9650875" y="540210"/>
            <a:ext cx="216505" cy="216000"/>
          </a:xfrm>
          <a:custGeom>
            <a:avLst/>
            <a:gdLst>
              <a:gd name="connsiteX0" fmla="*/ 435684 w 607336"/>
              <a:gd name="connsiteY0" fmla="*/ 463990 h 605919"/>
              <a:gd name="connsiteX1" fmla="*/ 421104 w 607336"/>
              <a:gd name="connsiteY1" fmla="*/ 493187 h 605919"/>
              <a:gd name="connsiteX2" fmla="*/ 409311 w 607336"/>
              <a:gd name="connsiteY2" fmla="*/ 500417 h 605919"/>
              <a:gd name="connsiteX3" fmla="*/ 388325 w 607336"/>
              <a:gd name="connsiteY3" fmla="*/ 500417 h 605919"/>
              <a:gd name="connsiteX4" fmla="*/ 405411 w 607336"/>
              <a:gd name="connsiteY4" fmla="*/ 517472 h 605919"/>
              <a:gd name="connsiteX5" fmla="*/ 409033 w 607336"/>
              <a:gd name="connsiteY5" fmla="*/ 529429 h 605919"/>
              <a:gd name="connsiteX6" fmla="*/ 402625 w 607336"/>
              <a:gd name="connsiteY6" fmla="*/ 561499 h 605919"/>
              <a:gd name="connsiteX7" fmla="*/ 427790 w 607336"/>
              <a:gd name="connsiteY7" fmla="*/ 542591 h 605919"/>
              <a:gd name="connsiteX8" fmla="*/ 435684 w 607336"/>
              <a:gd name="connsiteY8" fmla="*/ 539995 h 605919"/>
              <a:gd name="connsiteX9" fmla="*/ 443670 w 607336"/>
              <a:gd name="connsiteY9" fmla="*/ 542591 h 605919"/>
              <a:gd name="connsiteX10" fmla="*/ 468835 w 607336"/>
              <a:gd name="connsiteY10" fmla="*/ 561499 h 605919"/>
              <a:gd name="connsiteX11" fmla="*/ 462427 w 607336"/>
              <a:gd name="connsiteY11" fmla="*/ 529429 h 605919"/>
              <a:gd name="connsiteX12" fmla="*/ 466049 w 607336"/>
              <a:gd name="connsiteY12" fmla="*/ 517472 h 605919"/>
              <a:gd name="connsiteX13" fmla="*/ 483042 w 607336"/>
              <a:gd name="connsiteY13" fmla="*/ 500417 h 605919"/>
              <a:gd name="connsiteX14" fmla="*/ 462149 w 607336"/>
              <a:gd name="connsiteY14" fmla="*/ 500417 h 605919"/>
              <a:gd name="connsiteX15" fmla="*/ 450356 w 607336"/>
              <a:gd name="connsiteY15" fmla="*/ 493187 h 605919"/>
              <a:gd name="connsiteX16" fmla="*/ 171614 w 607336"/>
              <a:gd name="connsiteY16" fmla="*/ 463990 h 605919"/>
              <a:gd name="connsiteX17" fmla="*/ 157040 w 607336"/>
              <a:gd name="connsiteY17" fmla="*/ 493187 h 605919"/>
              <a:gd name="connsiteX18" fmla="*/ 145252 w 607336"/>
              <a:gd name="connsiteY18" fmla="*/ 500417 h 605919"/>
              <a:gd name="connsiteX19" fmla="*/ 124273 w 607336"/>
              <a:gd name="connsiteY19" fmla="*/ 500417 h 605919"/>
              <a:gd name="connsiteX20" fmla="*/ 141353 w 607336"/>
              <a:gd name="connsiteY20" fmla="*/ 517472 h 605919"/>
              <a:gd name="connsiteX21" fmla="*/ 144973 w 607336"/>
              <a:gd name="connsiteY21" fmla="*/ 529429 h 605919"/>
              <a:gd name="connsiteX22" fmla="*/ 138568 w 607336"/>
              <a:gd name="connsiteY22" fmla="*/ 561499 h 605919"/>
              <a:gd name="connsiteX23" fmla="*/ 163724 w 607336"/>
              <a:gd name="connsiteY23" fmla="*/ 542591 h 605919"/>
              <a:gd name="connsiteX24" fmla="*/ 171614 w 607336"/>
              <a:gd name="connsiteY24" fmla="*/ 539995 h 605919"/>
              <a:gd name="connsiteX25" fmla="*/ 179504 w 607336"/>
              <a:gd name="connsiteY25" fmla="*/ 542591 h 605919"/>
              <a:gd name="connsiteX26" fmla="*/ 204660 w 607336"/>
              <a:gd name="connsiteY26" fmla="*/ 561499 h 605919"/>
              <a:gd name="connsiteX27" fmla="*/ 198255 w 607336"/>
              <a:gd name="connsiteY27" fmla="*/ 529429 h 605919"/>
              <a:gd name="connsiteX28" fmla="*/ 201875 w 607336"/>
              <a:gd name="connsiteY28" fmla="*/ 517472 h 605919"/>
              <a:gd name="connsiteX29" fmla="*/ 218955 w 607336"/>
              <a:gd name="connsiteY29" fmla="*/ 500417 h 605919"/>
              <a:gd name="connsiteX30" fmla="*/ 197976 w 607336"/>
              <a:gd name="connsiteY30" fmla="*/ 500417 h 605919"/>
              <a:gd name="connsiteX31" fmla="*/ 186187 w 607336"/>
              <a:gd name="connsiteY31" fmla="*/ 493187 h 605919"/>
              <a:gd name="connsiteX32" fmla="*/ 435695 w 607336"/>
              <a:gd name="connsiteY32" fmla="*/ 421910 h 605919"/>
              <a:gd name="connsiteX33" fmla="*/ 447570 w 607336"/>
              <a:gd name="connsiteY33" fmla="*/ 428583 h 605919"/>
              <a:gd name="connsiteX34" fmla="*/ 470321 w 607336"/>
              <a:gd name="connsiteY34" fmla="*/ 474094 h 605919"/>
              <a:gd name="connsiteX35" fmla="*/ 514986 w 607336"/>
              <a:gd name="connsiteY35" fmla="*/ 474094 h 605919"/>
              <a:gd name="connsiteX36" fmla="*/ 527151 w 607336"/>
              <a:gd name="connsiteY36" fmla="*/ 482250 h 605919"/>
              <a:gd name="connsiteX37" fmla="*/ 524272 w 607336"/>
              <a:gd name="connsiteY37" fmla="*/ 496617 h 605919"/>
              <a:gd name="connsiteX38" fmla="*/ 489635 w 607336"/>
              <a:gd name="connsiteY38" fmla="*/ 531190 h 605919"/>
              <a:gd name="connsiteX39" fmla="*/ 501429 w 607336"/>
              <a:gd name="connsiteY39" fmla="*/ 590140 h 605919"/>
              <a:gd name="connsiteX40" fmla="*/ 495579 w 607336"/>
              <a:gd name="connsiteY40" fmla="*/ 603858 h 605919"/>
              <a:gd name="connsiteX41" fmla="*/ 488521 w 607336"/>
              <a:gd name="connsiteY41" fmla="*/ 605897 h 605919"/>
              <a:gd name="connsiteX42" fmla="*/ 480628 w 607336"/>
              <a:gd name="connsiteY42" fmla="*/ 603302 h 605919"/>
              <a:gd name="connsiteX43" fmla="*/ 435684 w 607336"/>
              <a:gd name="connsiteY43" fmla="*/ 569656 h 605919"/>
              <a:gd name="connsiteX44" fmla="*/ 390832 w 607336"/>
              <a:gd name="connsiteY44" fmla="*/ 603302 h 605919"/>
              <a:gd name="connsiteX45" fmla="*/ 375881 w 607336"/>
              <a:gd name="connsiteY45" fmla="*/ 603858 h 605919"/>
              <a:gd name="connsiteX46" fmla="*/ 369938 w 607336"/>
              <a:gd name="connsiteY46" fmla="*/ 590140 h 605919"/>
              <a:gd name="connsiteX47" fmla="*/ 381732 w 607336"/>
              <a:gd name="connsiteY47" fmla="*/ 531190 h 605919"/>
              <a:gd name="connsiteX48" fmla="*/ 347095 w 607336"/>
              <a:gd name="connsiteY48" fmla="*/ 496617 h 605919"/>
              <a:gd name="connsiteX49" fmla="*/ 344309 w 607336"/>
              <a:gd name="connsiteY49" fmla="*/ 482250 h 605919"/>
              <a:gd name="connsiteX50" fmla="*/ 356474 w 607336"/>
              <a:gd name="connsiteY50" fmla="*/ 474094 h 605919"/>
              <a:gd name="connsiteX51" fmla="*/ 401139 w 607336"/>
              <a:gd name="connsiteY51" fmla="*/ 474094 h 605919"/>
              <a:gd name="connsiteX52" fmla="*/ 423890 w 607336"/>
              <a:gd name="connsiteY52" fmla="*/ 428583 h 605919"/>
              <a:gd name="connsiteX53" fmla="*/ 435695 w 607336"/>
              <a:gd name="connsiteY53" fmla="*/ 421910 h 605919"/>
              <a:gd name="connsiteX54" fmla="*/ 171614 w 607336"/>
              <a:gd name="connsiteY54" fmla="*/ 421910 h 605919"/>
              <a:gd name="connsiteX55" fmla="*/ 183403 w 607336"/>
              <a:gd name="connsiteY55" fmla="*/ 428583 h 605919"/>
              <a:gd name="connsiteX56" fmla="*/ 206145 w 607336"/>
              <a:gd name="connsiteY56" fmla="*/ 474094 h 605919"/>
              <a:gd name="connsiteX57" fmla="*/ 250794 w 607336"/>
              <a:gd name="connsiteY57" fmla="*/ 474094 h 605919"/>
              <a:gd name="connsiteX58" fmla="*/ 262954 w 607336"/>
              <a:gd name="connsiteY58" fmla="*/ 482250 h 605919"/>
              <a:gd name="connsiteX59" fmla="*/ 260169 w 607336"/>
              <a:gd name="connsiteY59" fmla="*/ 496617 h 605919"/>
              <a:gd name="connsiteX60" fmla="*/ 225545 w 607336"/>
              <a:gd name="connsiteY60" fmla="*/ 531190 h 605919"/>
              <a:gd name="connsiteX61" fmla="*/ 237334 w 607336"/>
              <a:gd name="connsiteY61" fmla="*/ 590140 h 605919"/>
              <a:gd name="connsiteX62" fmla="*/ 231393 w 607336"/>
              <a:gd name="connsiteY62" fmla="*/ 603858 h 605919"/>
              <a:gd name="connsiteX63" fmla="*/ 224431 w 607336"/>
              <a:gd name="connsiteY63" fmla="*/ 605897 h 605919"/>
              <a:gd name="connsiteX64" fmla="*/ 216541 w 607336"/>
              <a:gd name="connsiteY64" fmla="*/ 603302 h 605919"/>
              <a:gd name="connsiteX65" fmla="*/ 171614 w 607336"/>
              <a:gd name="connsiteY65" fmla="*/ 569656 h 605919"/>
              <a:gd name="connsiteX66" fmla="*/ 126687 w 607336"/>
              <a:gd name="connsiteY66" fmla="*/ 603302 h 605919"/>
              <a:gd name="connsiteX67" fmla="*/ 111742 w 607336"/>
              <a:gd name="connsiteY67" fmla="*/ 603858 h 605919"/>
              <a:gd name="connsiteX68" fmla="*/ 105894 w 607336"/>
              <a:gd name="connsiteY68" fmla="*/ 590140 h 605919"/>
              <a:gd name="connsiteX69" fmla="*/ 117683 w 607336"/>
              <a:gd name="connsiteY69" fmla="*/ 531190 h 605919"/>
              <a:gd name="connsiteX70" fmla="*/ 83059 w 607336"/>
              <a:gd name="connsiteY70" fmla="*/ 496617 h 605919"/>
              <a:gd name="connsiteX71" fmla="*/ 80181 w 607336"/>
              <a:gd name="connsiteY71" fmla="*/ 482250 h 605919"/>
              <a:gd name="connsiteX72" fmla="*/ 92434 w 607336"/>
              <a:gd name="connsiteY72" fmla="*/ 474094 h 605919"/>
              <a:gd name="connsiteX73" fmla="*/ 137083 w 607336"/>
              <a:gd name="connsiteY73" fmla="*/ 474094 h 605919"/>
              <a:gd name="connsiteX74" fmla="*/ 159825 w 607336"/>
              <a:gd name="connsiteY74" fmla="*/ 428583 h 605919"/>
              <a:gd name="connsiteX75" fmla="*/ 171614 w 607336"/>
              <a:gd name="connsiteY75" fmla="*/ 421910 h 605919"/>
              <a:gd name="connsiteX76" fmla="*/ 514950 w 607336"/>
              <a:gd name="connsiteY76" fmla="*/ 226678 h 605919"/>
              <a:gd name="connsiteX77" fmla="*/ 500278 w 607336"/>
              <a:gd name="connsiteY77" fmla="*/ 255875 h 605919"/>
              <a:gd name="connsiteX78" fmla="*/ 488485 w 607336"/>
              <a:gd name="connsiteY78" fmla="*/ 263105 h 605919"/>
              <a:gd name="connsiteX79" fmla="*/ 467592 w 607336"/>
              <a:gd name="connsiteY79" fmla="*/ 263105 h 605919"/>
              <a:gd name="connsiteX80" fmla="*/ 484678 w 607336"/>
              <a:gd name="connsiteY80" fmla="*/ 280160 h 605919"/>
              <a:gd name="connsiteX81" fmla="*/ 488207 w 607336"/>
              <a:gd name="connsiteY81" fmla="*/ 292117 h 605919"/>
              <a:gd name="connsiteX82" fmla="*/ 481799 w 607336"/>
              <a:gd name="connsiteY82" fmla="*/ 324187 h 605919"/>
              <a:gd name="connsiteX83" fmla="*/ 506964 w 607336"/>
              <a:gd name="connsiteY83" fmla="*/ 305279 h 605919"/>
              <a:gd name="connsiteX84" fmla="*/ 514950 w 607336"/>
              <a:gd name="connsiteY84" fmla="*/ 302683 h 605919"/>
              <a:gd name="connsiteX85" fmla="*/ 522844 w 607336"/>
              <a:gd name="connsiteY85" fmla="*/ 305279 h 605919"/>
              <a:gd name="connsiteX86" fmla="*/ 548009 w 607336"/>
              <a:gd name="connsiteY86" fmla="*/ 324187 h 605919"/>
              <a:gd name="connsiteX87" fmla="*/ 541601 w 607336"/>
              <a:gd name="connsiteY87" fmla="*/ 292117 h 605919"/>
              <a:gd name="connsiteX88" fmla="*/ 545223 w 607336"/>
              <a:gd name="connsiteY88" fmla="*/ 280160 h 605919"/>
              <a:gd name="connsiteX89" fmla="*/ 562309 w 607336"/>
              <a:gd name="connsiteY89" fmla="*/ 263105 h 605919"/>
              <a:gd name="connsiteX90" fmla="*/ 541323 w 607336"/>
              <a:gd name="connsiteY90" fmla="*/ 263105 h 605919"/>
              <a:gd name="connsiteX91" fmla="*/ 529530 w 607336"/>
              <a:gd name="connsiteY91" fmla="*/ 255875 h 605919"/>
              <a:gd name="connsiteX92" fmla="*/ 92440 w 607336"/>
              <a:gd name="connsiteY92" fmla="*/ 226678 h 605919"/>
              <a:gd name="connsiteX93" fmla="*/ 77774 w 607336"/>
              <a:gd name="connsiteY93" fmla="*/ 255875 h 605919"/>
              <a:gd name="connsiteX94" fmla="*/ 65985 w 607336"/>
              <a:gd name="connsiteY94" fmla="*/ 263105 h 605919"/>
              <a:gd name="connsiteX95" fmla="*/ 45099 w 607336"/>
              <a:gd name="connsiteY95" fmla="*/ 263105 h 605919"/>
              <a:gd name="connsiteX96" fmla="*/ 62086 w 607336"/>
              <a:gd name="connsiteY96" fmla="*/ 280160 h 605919"/>
              <a:gd name="connsiteX97" fmla="*/ 65706 w 607336"/>
              <a:gd name="connsiteY97" fmla="*/ 292024 h 605919"/>
              <a:gd name="connsiteX98" fmla="*/ 59301 w 607336"/>
              <a:gd name="connsiteY98" fmla="*/ 324187 h 605919"/>
              <a:gd name="connsiteX99" fmla="*/ 84457 w 607336"/>
              <a:gd name="connsiteY99" fmla="*/ 305279 h 605919"/>
              <a:gd name="connsiteX100" fmla="*/ 92440 w 607336"/>
              <a:gd name="connsiteY100" fmla="*/ 302683 h 605919"/>
              <a:gd name="connsiteX101" fmla="*/ 100330 w 607336"/>
              <a:gd name="connsiteY101" fmla="*/ 305279 h 605919"/>
              <a:gd name="connsiteX102" fmla="*/ 125486 w 607336"/>
              <a:gd name="connsiteY102" fmla="*/ 324187 h 605919"/>
              <a:gd name="connsiteX103" fmla="*/ 119081 w 607336"/>
              <a:gd name="connsiteY103" fmla="*/ 292117 h 605919"/>
              <a:gd name="connsiteX104" fmla="*/ 122701 w 607336"/>
              <a:gd name="connsiteY104" fmla="*/ 280160 h 605919"/>
              <a:gd name="connsiteX105" fmla="*/ 139781 w 607336"/>
              <a:gd name="connsiteY105" fmla="*/ 263105 h 605919"/>
              <a:gd name="connsiteX106" fmla="*/ 118802 w 607336"/>
              <a:gd name="connsiteY106" fmla="*/ 263105 h 605919"/>
              <a:gd name="connsiteX107" fmla="*/ 107013 w 607336"/>
              <a:gd name="connsiteY107" fmla="*/ 255875 h 605919"/>
              <a:gd name="connsiteX108" fmla="*/ 514938 w 607336"/>
              <a:gd name="connsiteY108" fmla="*/ 184598 h 605919"/>
              <a:gd name="connsiteX109" fmla="*/ 526744 w 607336"/>
              <a:gd name="connsiteY109" fmla="*/ 191271 h 605919"/>
              <a:gd name="connsiteX110" fmla="*/ 549495 w 607336"/>
              <a:gd name="connsiteY110" fmla="*/ 236782 h 605919"/>
              <a:gd name="connsiteX111" fmla="*/ 594160 w 607336"/>
              <a:gd name="connsiteY111" fmla="*/ 236782 h 605919"/>
              <a:gd name="connsiteX112" fmla="*/ 606325 w 607336"/>
              <a:gd name="connsiteY112" fmla="*/ 244938 h 605919"/>
              <a:gd name="connsiteX113" fmla="*/ 603539 w 607336"/>
              <a:gd name="connsiteY113" fmla="*/ 259305 h 605919"/>
              <a:gd name="connsiteX114" fmla="*/ 568902 w 607336"/>
              <a:gd name="connsiteY114" fmla="*/ 293878 h 605919"/>
              <a:gd name="connsiteX115" fmla="*/ 580696 w 607336"/>
              <a:gd name="connsiteY115" fmla="*/ 352828 h 605919"/>
              <a:gd name="connsiteX116" fmla="*/ 574753 w 607336"/>
              <a:gd name="connsiteY116" fmla="*/ 366546 h 605919"/>
              <a:gd name="connsiteX117" fmla="*/ 567788 w 607336"/>
              <a:gd name="connsiteY117" fmla="*/ 368585 h 605919"/>
              <a:gd name="connsiteX118" fmla="*/ 559802 w 607336"/>
              <a:gd name="connsiteY118" fmla="*/ 365990 h 605919"/>
              <a:gd name="connsiteX119" fmla="*/ 514950 w 607336"/>
              <a:gd name="connsiteY119" fmla="*/ 332344 h 605919"/>
              <a:gd name="connsiteX120" fmla="*/ 470006 w 607336"/>
              <a:gd name="connsiteY120" fmla="*/ 365990 h 605919"/>
              <a:gd name="connsiteX121" fmla="*/ 455055 w 607336"/>
              <a:gd name="connsiteY121" fmla="*/ 366546 h 605919"/>
              <a:gd name="connsiteX122" fmla="*/ 449205 w 607336"/>
              <a:gd name="connsiteY122" fmla="*/ 352828 h 605919"/>
              <a:gd name="connsiteX123" fmla="*/ 460999 w 607336"/>
              <a:gd name="connsiteY123" fmla="*/ 293878 h 605919"/>
              <a:gd name="connsiteX124" fmla="*/ 426362 w 607336"/>
              <a:gd name="connsiteY124" fmla="*/ 259305 h 605919"/>
              <a:gd name="connsiteX125" fmla="*/ 423483 w 607336"/>
              <a:gd name="connsiteY125" fmla="*/ 244938 h 605919"/>
              <a:gd name="connsiteX126" fmla="*/ 435648 w 607336"/>
              <a:gd name="connsiteY126" fmla="*/ 236782 h 605919"/>
              <a:gd name="connsiteX127" fmla="*/ 480313 w 607336"/>
              <a:gd name="connsiteY127" fmla="*/ 236782 h 605919"/>
              <a:gd name="connsiteX128" fmla="*/ 503064 w 607336"/>
              <a:gd name="connsiteY128" fmla="*/ 191271 h 605919"/>
              <a:gd name="connsiteX129" fmla="*/ 514938 w 607336"/>
              <a:gd name="connsiteY129" fmla="*/ 184598 h 605919"/>
              <a:gd name="connsiteX130" fmla="*/ 92394 w 607336"/>
              <a:gd name="connsiteY130" fmla="*/ 184598 h 605919"/>
              <a:gd name="connsiteX131" fmla="*/ 104229 w 607336"/>
              <a:gd name="connsiteY131" fmla="*/ 191271 h 605919"/>
              <a:gd name="connsiteX132" fmla="*/ 126971 w 607336"/>
              <a:gd name="connsiteY132" fmla="*/ 236782 h 605919"/>
              <a:gd name="connsiteX133" fmla="*/ 171620 w 607336"/>
              <a:gd name="connsiteY133" fmla="*/ 236782 h 605919"/>
              <a:gd name="connsiteX134" fmla="*/ 183780 w 607336"/>
              <a:gd name="connsiteY134" fmla="*/ 244938 h 605919"/>
              <a:gd name="connsiteX135" fmla="*/ 180902 w 607336"/>
              <a:gd name="connsiteY135" fmla="*/ 259305 h 605919"/>
              <a:gd name="connsiteX136" fmla="*/ 146371 w 607336"/>
              <a:gd name="connsiteY136" fmla="*/ 293878 h 605919"/>
              <a:gd name="connsiteX137" fmla="*/ 158160 w 607336"/>
              <a:gd name="connsiteY137" fmla="*/ 352828 h 605919"/>
              <a:gd name="connsiteX138" fmla="*/ 152219 w 607336"/>
              <a:gd name="connsiteY138" fmla="*/ 366546 h 605919"/>
              <a:gd name="connsiteX139" fmla="*/ 145257 w 607336"/>
              <a:gd name="connsiteY139" fmla="*/ 368585 h 605919"/>
              <a:gd name="connsiteX140" fmla="*/ 137274 w 607336"/>
              <a:gd name="connsiteY140" fmla="*/ 365990 h 605919"/>
              <a:gd name="connsiteX141" fmla="*/ 92440 w 607336"/>
              <a:gd name="connsiteY141" fmla="*/ 332344 h 605919"/>
              <a:gd name="connsiteX142" fmla="*/ 47513 w 607336"/>
              <a:gd name="connsiteY142" fmla="*/ 365990 h 605919"/>
              <a:gd name="connsiteX143" fmla="*/ 32568 w 607336"/>
              <a:gd name="connsiteY143" fmla="*/ 366546 h 605919"/>
              <a:gd name="connsiteX144" fmla="*/ 26627 w 607336"/>
              <a:gd name="connsiteY144" fmla="*/ 352828 h 605919"/>
              <a:gd name="connsiteX145" fmla="*/ 38509 w 607336"/>
              <a:gd name="connsiteY145" fmla="*/ 293878 h 605919"/>
              <a:gd name="connsiteX146" fmla="*/ 3885 w 607336"/>
              <a:gd name="connsiteY146" fmla="*/ 259305 h 605919"/>
              <a:gd name="connsiteX147" fmla="*/ 1007 w 607336"/>
              <a:gd name="connsiteY147" fmla="*/ 244938 h 605919"/>
              <a:gd name="connsiteX148" fmla="*/ 13167 w 607336"/>
              <a:gd name="connsiteY148" fmla="*/ 236782 h 605919"/>
              <a:gd name="connsiteX149" fmla="*/ 57816 w 607336"/>
              <a:gd name="connsiteY149" fmla="*/ 236782 h 605919"/>
              <a:gd name="connsiteX150" fmla="*/ 80558 w 607336"/>
              <a:gd name="connsiteY150" fmla="*/ 191271 h 605919"/>
              <a:gd name="connsiteX151" fmla="*/ 92394 w 607336"/>
              <a:gd name="connsiteY151" fmla="*/ 184598 h 605919"/>
              <a:gd name="connsiteX152" fmla="*/ 303666 w 607336"/>
              <a:gd name="connsiteY152" fmla="*/ 42096 h 605919"/>
              <a:gd name="connsiteX153" fmla="*/ 289089 w 607336"/>
              <a:gd name="connsiteY153" fmla="*/ 71304 h 605919"/>
              <a:gd name="connsiteX154" fmla="*/ 277297 w 607336"/>
              <a:gd name="connsiteY154" fmla="*/ 78537 h 605919"/>
              <a:gd name="connsiteX155" fmla="*/ 256313 w 607336"/>
              <a:gd name="connsiteY155" fmla="*/ 78537 h 605919"/>
              <a:gd name="connsiteX156" fmla="*/ 273397 w 607336"/>
              <a:gd name="connsiteY156" fmla="*/ 95598 h 605919"/>
              <a:gd name="connsiteX157" fmla="*/ 277018 w 607336"/>
              <a:gd name="connsiteY157" fmla="*/ 107467 h 605919"/>
              <a:gd name="connsiteX158" fmla="*/ 270612 w 607336"/>
              <a:gd name="connsiteY158" fmla="*/ 139642 h 605919"/>
              <a:gd name="connsiteX159" fmla="*/ 295774 w 607336"/>
              <a:gd name="connsiteY159" fmla="*/ 120726 h 605919"/>
              <a:gd name="connsiteX160" fmla="*/ 303666 w 607336"/>
              <a:gd name="connsiteY160" fmla="*/ 118130 h 605919"/>
              <a:gd name="connsiteX161" fmla="*/ 311651 w 607336"/>
              <a:gd name="connsiteY161" fmla="*/ 120726 h 605919"/>
              <a:gd name="connsiteX162" fmla="*/ 336813 w 607336"/>
              <a:gd name="connsiteY162" fmla="*/ 139642 h 605919"/>
              <a:gd name="connsiteX163" fmla="*/ 330407 w 607336"/>
              <a:gd name="connsiteY163" fmla="*/ 107467 h 605919"/>
              <a:gd name="connsiteX164" fmla="*/ 333935 w 607336"/>
              <a:gd name="connsiteY164" fmla="*/ 95598 h 605919"/>
              <a:gd name="connsiteX165" fmla="*/ 351019 w 607336"/>
              <a:gd name="connsiteY165" fmla="*/ 78537 h 605919"/>
              <a:gd name="connsiteX166" fmla="*/ 330128 w 607336"/>
              <a:gd name="connsiteY166" fmla="*/ 78537 h 605919"/>
              <a:gd name="connsiteX167" fmla="*/ 318336 w 607336"/>
              <a:gd name="connsiteY167" fmla="*/ 71304 h 605919"/>
              <a:gd name="connsiteX168" fmla="*/ 303666 w 607336"/>
              <a:gd name="connsiteY168" fmla="*/ 0 h 605919"/>
              <a:gd name="connsiteX169" fmla="*/ 315458 w 607336"/>
              <a:gd name="connsiteY169" fmla="*/ 6676 h 605919"/>
              <a:gd name="connsiteX170" fmla="*/ 338206 w 607336"/>
              <a:gd name="connsiteY170" fmla="*/ 52203 h 605919"/>
              <a:gd name="connsiteX171" fmla="*/ 382866 w 607336"/>
              <a:gd name="connsiteY171" fmla="*/ 52203 h 605919"/>
              <a:gd name="connsiteX172" fmla="*/ 395122 w 607336"/>
              <a:gd name="connsiteY172" fmla="*/ 60363 h 605919"/>
              <a:gd name="connsiteX173" fmla="*/ 392244 w 607336"/>
              <a:gd name="connsiteY173" fmla="*/ 74735 h 605919"/>
              <a:gd name="connsiteX174" fmla="*/ 357611 w 607336"/>
              <a:gd name="connsiteY174" fmla="*/ 109229 h 605919"/>
              <a:gd name="connsiteX175" fmla="*/ 369403 w 607336"/>
              <a:gd name="connsiteY175" fmla="*/ 168294 h 605919"/>
              <a:gd name="connsiteX176" fmla="*/ 363461 w 607336"/>
              <a:gd name="connsiteY176" fmla="*/ 182017 h 605919"/>
              <a:gd name="connsiteX177" fmla="*/ 356497 w 607336"/>
              <a:gd name="connsiteY177" fmla="*/ 184057 h 605919"/>
              <a:gd name="connsiteX178" fmla="*/ 348605 w 607336"/>
              <a:gd name="connsiteY178" fmla="*/ 181368 h 605919"/>
              <a:gd name="connsiteX179" fmla="*/ 303666 w 607336"/>
              <a:gd name="connsiteY179" fmla="*/ 147802 h 605919"/>
              <a:gd name="connsiteX180" fmla="*/ 258820 w 607336"/>
              <a:gd name="connsiteY180" fmla="*/ 181368 h 605919"/>
              <a:gd name="connsiteX181" fmla="*/ 243871 w 607336"/>
              <a:gd name="connsiteY181" fmla="*/ 182017 h 605919"/>
              <a:gd name="connsiteX182" fmla="*/ 237929 w 607336"/>
              <a:gd name="connsiteY182" fmla="*/ 168294 h 605919"/>
              <a:gd name="connsiteX183" fmla="*/ 249721 w 607336"/>
              <a:gd name="connsiteY183" fmla="*/ 109229 h 605919"/>
              <a:gd name="connsiteX184" fmla="*/ 215088 w 607336"/>
              <a:gd name="connsiteY184" fmla="*/ 74735 h 605919"/>
              <a:gd name="connsiteX185" fmla="*/ 212210 w 607336"/>
              <a:gd name="connsiteY185" fmla="*/ 60363 h 605919"/>
              <a:gd name="connsiteX186" fmla="*/ 224466 w 607336"/>
              <a:gd name="connsiteY186" fmla="*/ 52203 h 605919"/>
              <a:gd name="connsiteX187" fmla="*/ 269126 w 607336"/>
              <a:gd name="connsiteY187" fmla="*/ 52203 h 605919"/>
              <a:gd name="connsiteX188" fmla="*/ 291874 w 607336"/>
              <a:gd name="connsiteY188" fmla="*/ 6676 h 605919"/>
              <a:gd name="connsiteX189" fmla="*/ 303666 w 607336"/>
              <a:gd name="connsiteY189" fmla="*/ 0 h 605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</a:cxnLst>
            <a:rect l="l" t="t" r="r" b="b"/>
            <a:pathLst>
              <a:path w="607336" h="605919">
                <a:moveTo>
                  <a:pt x="435684" y="463990"/>
                </a:moveTo>
                <a:lnTo>
                  <a:pt x="421104" y="493187"/>
                </a:lnTo>
                <a:cubicBezTo>
                  <a:pt x="418876" y="497637"/>
                  <a:pt x="414326" y="500417"/>
                  <a:pt x="409311" y="500417"/>
                </a:cubicBezTo>
                <a:lnTo>
                  <a:pt x="388325" y="500417"/>
                </a:lnTo>
                <a:lnTo>
                  <a:pt x="405411" y="517472"/>
                </a:lnTo>
                <a:cubicBezTo>
                  <a:pt x="408568" y="520623"/>
                  <a:pt x="409961" y="525072"/>
                  <a:pt x="409033" y="529429"/>
                </a:cubicBezTo>
                <a:lnTo>
                  <a:pt x="402625" y="561499"/>
                </a:lnTo>
                <a:lnTo>
                  <a:pt x="427790" y="542591"/>
                </a:lnTo>
                <a:cubicBezTo>
                  <a:pt x="430112" y="540830"/>
                  <a:pt x="432991" y="539995"/>
                  <a:pt x="435684" y="539995"/>
                </a:cubicBezTo>
                <a:cubicBezTo>
                  <a:pt x="438469" y="539995"/>
                  <a:pt x="441255" y="540830"/>
                  <a:pt x="443670" y="542591"/>
                </a:cubicBezTo>
                <a:lnTo>
                  <a:pt x="468835" y="561499"/>
                </a:lnTo>
                <a:lnTo>
                  <a:pt x="462427" y="529429"/>
                </a:lnTo>
                <a:cubicBezTo>
                  <a:pt x="461499" y="525072"/>
                  <a:pt x="462892" y="520623"/>
                  <a:pt x="466049" y="517472"/>
                </a:cubicBezTo>
                <a:lnTo>
                  <a:pt x="483042" y="500417"/>
                </a:lnTo>
                <a:lnTo>
                  <a:pt x="462149" y="500417"/>
                </a:lnTo>
                <a:cubicBezTo>
                  <a:pt x="457134" y="500417"/>
                  <a:pt x="452584" y="497637"/>
                  <a:pt x="450356" y="493187"/>
                </a:cubicBezTo>
                <a:close/>
                <a:moveTo>
                  <a:pt x="171614" y="463990"/>
                </a:moveTo>
                <a:lnTo>
                  <a:pt x="157040" y="493187"/>
                </a:lnTo>
                <a:cubicBezTo>
                  <a:pt x="154813" y="497637"/>
                  <a:pt x="150171" y="500417"/>
                  <a:pt x="145252" y="500417"/>
                </a:cubicBezTo>
                <a:lnTo>
                  <a:pt x="124273" y="500417"/>
                </a:lnTo>
                <a:lnTo>
                  <a:pt x="141353" y="517472"/>
                </a:lnTo>
                <a:cubicBezTo>
                  <a:pt x="144416" y="520623"/>
                  <a:pt x="145809" y="525072"/>
                  <a:pt x="144973" y="529429"/>
                </a:cubicBezTo>
                <a:lnTo>
                  <a:pt x="138568" y="561499"/>
                </a:lnTo>
                <a:lnTo>
                  <a:pt x="163724" y="542591"/>
                </a:lnTo>
                <a:cubicBezTo>
                  <a:pt x="166044" y="540830"/>
                  <a:pt x="168829" y="539995"/>
                  <a:pt x="171614" y="539995"/>
                </a:cubicBezTo>
                <a:cubicBezTo>
                  <a:pt x="174399" y="539995"/>
                  <a:pt x="177183" y="540830"/>
                  <a:pt x="179504" y="542591"/>
                </a:cubicBezTo>
                <a:lnTo>
                  <a:pt x="204660" y="561499"/>
                </a:lnTo>
                <a:lnTo>
                  <a:pt x="198255" y="529429"/>
                </a:lnTo>
                <a:cubicBezTo>
                  <a:pt x="197419" y="525072"/>
                  <a:pt x="198812" y="520623"/>
                  <a:pt x="201875" y="517472"/>
                </a:cubicBezTo>
                <a:lnTo>
                  <a:pt x="218955" y="500417"/>
                </a:lnTo>
                <a:lnTo>
                  <a:pt x="197976" y="500417"/>
                </a:lnTo>
                <a:cubicBezTo>
                  <a:pt x="193057" y="500417"/>
                  <a:pt x="188415" y="497637"/>
                  <a:pt x="186187" y="493187"/>
                </a:cubicBezTo>
                <a:close/>
                <a:moveTo>
                  <a:pt x="435695" y="421910"/>
                </a:moveTo>
                <a:cubicBezTo>
                  <a:pt x="440490" y="421910"/>
                  <a:pt x="445295" y="424134"/>
                  <a:pt x="447570" y="428583"/>
                </a:cubicBezTo>
                <a:lnTo>
                  <a:pt x="470321" y="474094"/>
                </a:lnTo>
                <a:lnTo>
                  <a:pt x="514986" y="474094"/>
                </a:lnTo>
                <a:cubicBezTo>
                  <a:pt x="520279" y="474094"/>
                  <a:pt x="525108" y="477245"/>
                  <a:pt x="527151" y="482250"/>
                </a:cubicBezTo>
                <a:cubicBezTo>
                  <a:pt x="529194" y="487163"/>
                  <a:pt x="528080" y="492817"/>
                  <a:pt x="524272" y="496617"/>
                </a:cubicBezTo>
                <a:lnTo>
                  <a:pt x="489635" y="531190"/>
                </a:lnTo>
                <a:lnTo>
                  <a:pt x="501429" y="590140"/>
                </a:lnTo>
                <a:cubicBezTo>
                  <a:pt x="502543" y="595516"/>
                  <a:pt x="500222" y="600985"/>
                  <a:pt x="495579" y="603858"/>
                </a:cubicBezTo>
                <a:cubicBezTo>
                  <a:pt x="493443" y="605248"/>
                  <a:pt x="491028" y="605897"/>
                  <a:pt x="488521" y="605897"/>
                </a:cubicBezTo>
                <a:cubicBezTo>
                  <a:pt x="485735" y="605897"/>
                  <a:pt x="482950" y="604970"/>
                  <a:pt x="480628" y="603302"/>
                </a:cubicBezTo>
                <a:lnTo>
                  <a:pt x="435684" y="569656"/>
                </a:lnTo>
                <a:lnTo>
                  <a:pt x="390832" y="603302"/>
                </a:lnTo>
                <a:cubicBezTo>
                  <a:pt x="386375" y="606546"/>
                  <a:pt x="380524" y="606824"/>
                  <a:pt x="375881" y="603858"/>
                </a:cubicBezTo>
                <a:cubicBezTo>
                  <a:pt x="371238" y="600985"/>
                  <a:pt x="368917" y="595516"/>
                  <a:pt x="369938" y="590140"/>
                </a:cubicBezTo>
                <a:lnTo>
                  <a:pt x="381732" y="531190"/>
                </a:lnTo>
                <a:lnTo>
                  <a:pt x="347095" y="496617"/>
                </a:lnTo>
                <a:cubicBezTo>
                  <a:pt x="343380" y="492817"/>
                  <a:pt x="342266" y="487163"/>
                  <a:pt x="344309" y="482250"/>
                </a:cubicBezTo>
                <a:cubicBezTo>
                  <a:pt x="346352" y="477245"/>
                  <a:pt x="351181" y="474094"/>
                  <a:pt x="356474" y="474094"/>
                </a:cubicBezTo>
                <a:lnTo>
                  <a:pt x="401139" y="474094"/>
                </a:lnTo>
                <a:lnTo>
                  <a:pt x="423890" y="428583"/>
                </a:lnTo>
                <a:cubicBezTo>
                  <a:pt x="426119" y="424134"/>
                  <a:pt x="430901" y="421910"/>
                  <a:pt x="435695" y="421910"/>
                </a:cubicBezTo>
                <a:close/>
                <a:moveTo>
                  <a:pt x="171614" y="421910"/>
                </a:moveTo>
                <a:cubicBezTo>
                  <a:pt x="176395" y="421910"/>
                  <a:pt x="181175" y="424134"/>
                  <a:pt x="183403" y="428583"/>
                </a:cubicBezTo>
                <a:lnTo>
                  <a:pt x="206145" y="474094"/>
                </a:lnTo>
                <a:lnTo>
                  <a:pt x="250794" y="474094"/>
                </a:lnTo>
                <a:cubicBezTo>
                  <a:pt x="256178" y="474094"/>
                  <a:pt x="261005" y="477245"/>
                  <a:pt x="262954" y="482250"/>
                </a:cubicBezTo>
                <a:cubicBezTo>
                  <a:pt x="264996" y="487163"/>
                  <a:pt x="263882" y="492817"/>
                  <a:pt x="260169" y="496617"/>
                </a:cubicBezTo>
                <a:lnTo>
                  <a:pt x="225545" y="531190"/>
                </a:lnTo>
                <a:lnTo>
                  <a:pt x="237334" y="590140"/>
                </a:lnTo>
                <a:cubicBezTo>
                  <a:pt x="238448" y="595516"/>
                  <a:pt x="236035" y="600985"/>
                  <a:pt x="231393" y="603858"/>
                </a:cubicBezTo>
                <a:cubicBezTo>
                  <a:pt x="229351" y="605248"/>
                  <a:pt x="226845" y="605897"/>
                  <a:pt x="224431" y="605897"/>
                </a:cubicBezTo>
                <a:cubicBezTo>
                  <a:pt x="221647" y="605897"/>
                  <a:pt x="218862" y="604970"/>
                  <a:pt x="216541" y="603302"/>
                </a:cubicBezTo>
                <a:lnTo>
                  <a:pt x="171614" y="569656"/>
                </a:lnTo>
                <a:lnTo>
                  <a:pt x="126687" y="603302"/>
                </a:lnTo>
                <a:cubicBezTo>
                  <a:pt x="122324" y="606546"/>
                  <a:pt x="116383" y="606824"/>
                  <a:pt x="111742" y="603858"/>
                </a:cubicBezTo>
                <a:cubicBezTo>
                  <a:pt x="107100" y="600985"/>
                  <a:pt x="104780" y="595516"/>
                  <a:pt x="105894" y="590140"/>
                </a:cubicBezTo>
                <a:lnTo>
                  <a:pt x="117683" y="531190"/>
                </a:lnTo>
                <a:lnTo>
                  <a:pt x="83059" y="496617"/>
                </a:lnTo>
                <a:cubicBezTo>
                  <a:pt x="79253" y="492817"/>
                  <a:pt x="78139" y="487163"/>
                  <a:pt x="80181" y="482250"/>
                </a:cubicBezTo>
                <a:cubicBezTo>
                  <a:pt x="82223" y="477245"/>
                  <a:pt x="87050" y="474094"/>
                  <a:pt x="92434" y="474094"/>
                </a:cubicBezTo>
                <a:lnTo>
                  <a:pt x="137083" y="474094"/>
                </a:lnTo>
                <a:lnTo>
                  <a:pt x="159825" y="428583"/>
                </a:lnTo>
                <a:cubicBezTo>
                  <a:pt x="162053" y="424134"/>
                  <a:pt x="166834" y="421910"/>
                  <a:pt x="171614" y="421910"/>
                </a:cubicBezTo>
                <a:close/>
                <a:moveTo>
                  <a:pt x="514950" y="226678"/>
                </a:moveTo>
                <a:lnTo>
                  <a:pt x="500278" y="255875"/>
                </a:lnTo>
                <a:cubicBezTo>
                  <a:pt x="498050" y="260325"/>
                  <a:pt x="493500" y="263105"/>
                  <a:pt x="488485" y="263105"/>
                </a:cubicBezTo>
                <a:lnTo>
                  <a:pt x="467592" y="263105"/>
                </a:lnTo>
                <a:lnTo>
                  <a:pt x="484678" y="280160"/>
                </a:lnTo>
                <a:cubicBezTo>
                  <a:pt x="487742" y="283311"/>
                  <a:pt x="489135" y="287760"/>
                  <a:pt x="488207" y="292117"/>
                </a:cubicBezTo>
                <a:lnTo>
                  <a:pt x="481799" y="324187"/>
                </a:lnTo>
                <a:lnTo>
                  <a:pt x="506964" y="305279"/>
                </a:lnTo>
                <a:cubicBezTo>
                  <a:pt x="509379" y="303518"/>
                  <a:pt x="512165" y="302683"/>
                  <a:pt x="514950" y="302683"/>
                </a:cubicBezTo>
                <a:cubicBezTo>
                  <a:pt x="517736" y="302683"/>
                  <a:pt x="520522" y="303518"/>
                  <a:pt x="522844" y="305279"/>
                </a:cubicBezTo>
                <a:lnTo>
                  <a:pt x="548009" y="324187"/>
                </a:lnTo>
                <a:lnTo>
                  <a:pt x="541601" y="292117"/>
                </a:lnTo>
                <a:cubicBezTo>
                  <a:pt x="540766" y="287760"/>
                  <a:pt x="542066" y="283311"/>
                  <a:pt x="545223" y="280160"/>
                </a:cubicBezTo>
                <a:lnTo>
                  <a:pt x="562309" y="263105"/>
                </a:lnTo>
                <a:lnTo>
                  <a:pt x="541323" y="263105"/>
                </a:lnTo>
                <a:cubicBezTo>
                  <a:pt x="536308" y="263105"/>
                  <a:pt x="531758" y="260325"/>
                  <a:pt x="529530" y="255875"/>
                </a:cubicBezTo>
                <a:close/>
                <a:moveTo>
                  <a:pt x="92440" y="226678"/>
                </a:moveTo>
                <a:lnTo>
                  <a:pt x="77774" y="255875"/>
                </a:lnTo>
                <a:cubicBezTo>
                  <a:pt x="75546" y="260325"/>
                  <a:pt x="70997" y="263105"/>
                  <a:pt x="65985" y="263105"/>
                </a:cubicBezTo>
                <a:lnTo>
                  <a:pt x="45099" y="263105"/>
                </a:lnTo>
                <a:lnTo>
                  <a:pt x="62086" y="280160"/>
                </a:lnTo>
                <a:cubicBezTo>
                  <a:pt x="65242" y="283219"/>
                  <a:pt x="66635" y="287760"/>
                  <a:pt x="65706" y="292024"/>
                </a:cubicBezTo>
                <a:lnTo>
                  <a:pt x="59301" y="324187"/>
                </a:lnTo>
                <a:lnTo>
                  <a:pt x="84457" y="305279"/>
                </a:lnTo>
                <a:cubicBezTo>
                  <a:pt x="86870" y="303518"/>
                  <a:pt x="89655" y="302683"/>
                  <a:pt x="92440" y="302683"/>
                </a:cubicBezTo>
                <a:cubicBezTo>
                  <a:pt x="95225" y="302683"/>
                  <a:pt x="98009" y="303518"/>
                  <a:pt x="100330" y="305279"/>
                </a:cubicBezTo>
                <a:lnTo>
                  <a:pt x="125486" y="324187"/>
                </a:lnTo>
                <a:lnTo>
                  <a:pt x="119081" y="292117"/>
                </a:lnTo>
                <a:cubicBezTo>
                  <a:pt x="118245" y="287760"/>
                  <a:pt x="119545" y="283311"/>
                  <a:pt x="122701" y="280160"/>
                </a:cubicBezTo>
                <a:lnTo>
                  <a:pt x="139781" y="263105"/>
                </a:lnTo>
                <a:lnTo>
                  <a:pt x="118802" y="263105"/>
                </a:lnTo>
                <a:cubicBezTo>
                  <a:pt x="113790" y="263105"/>
                  <a:pt x="109241" y="260325"/>
                  <a:pt x="107013" y="255875"/>
                </a:cubicBezTo>
                <a:close/>
                <a:moveTo>
                  <a:pt x="514938" y="184598"/>
                </a:moveTo>
                <a:cubicBezTo>
                  <a:pt x="519732" y="184598"/>
                  <a:pt x="524515" y="186822"/>
                  <a:pt x="526744" y="191271"/>
                </a:cubicBezTo>
                <a:lnTo>
                  <a:pt x="549495" y="236782"/>
                </a:lnTo>
                <a:lnTo>
                  <a:pt x="594160" y="236782"/>
                </a:lnTo>
                <a:cubicBezTo>
                  <a:pt x="599453" y="236782"/>
                  <a:pt x="604282" y="239933"/>
                  <a:pt x="606325" y="244938"/>
                </a:cubicBezTo>
                <a:cubicBezTo>
                  <a:pt x="608368" y="249851"/>
                  <a:pt x="607254" y="255505"/>
                  <a:pt x="603539" y="259305"/>
                </a:cubicBezTo>
                <a:lnTo>
                  <a:pt x="568902" y="293878"/>
                </a:lnTo>
                <a:lnTo>
                  <a:pt x="580696" y="352828"/>
                </a:lnTo>
                <a:cubicBezTo>
                  <a:pt x="581717" y="358204"/>
                  <a:pt x="579396" y="363673"/>
                  <a:pt x="574753" y="366546"/>
                </a:cubicBezTo>
                <a:cubicBezTo>
                  <a:pt x="572617" y="367936"/>
                  <a:pt x="570202" y="368585"/>
                  <a:pt x="567788" y="368585"/>
                </a:cubicBezTo>
                <a:cubicBezTo>
                  <a:pt x="565002" y="368585"/>
                  <a:pt x="562216" y="367658"/>
                  <a:pt x="559802" y="365990"/>
                </a:cubicBezTo>
                <a:lnTo>
                  <a:pt x="514950" y="332344"/>
                </a:lnTo>
                <a:lnTo>
                  <a:pt x="470006" y="365990"/>
                </a:lnTo>
                <a:cubicBezTo>
                  <a:pt x="465642" y="369234"/>
                  <a:pt x="459698" y="369512"/>
                  <a:pt x="455055" y="366546"/>
                </a:cubicBezTo>
                <a:cubicBezTo>
                  <a:pt x="450412" y="363673"/>
                  <a:pt x="448091" y="358204"/>
                  <a:pt x="449205" y="352828"/>
                </a:cubicBezTo>
                <a:lnTo>
                  <a:pt x="460999" y="293878"/>
                </a:lnTo>
                <a:lnTo>
                  <a:pt x="426362" y="259305"/>
                </a:lnTo>
                <a:cubicBezTo>
                  <a:pt x="422554" y="255505"/>
                  <a:pt x="421440" y="249851"/>
                  <a:pt x="423483" y="244938"/>
                </a:cubicBezTo>
                <a:cubicBezTo>
                  <a:pt x="425526" y="239933"/>
                  <a:pt x="430355" y="236782"/>
                  <a:pt x="435648" y="236782"/>
                </a:cubicBezTo>
                <a:lnTo>
                  <a:pt x="480313" y="236782"/>
                </a:lnTo>
                <a:lnTo>
                  <a:pt x="503064" y="191271"/>
                </a:lnTo>
                <a:cubicBezTo>
                  <a:pt x="505339" y="186822"/>
                  <a:pt x="510145" y="184598"/>
                  <a:pt x="514938" y="184598"/>
                </a:cubicBezTo>
                <a:close/>
                <a:moveTo>
                  <a:pt x="92394" y="184598"/>
                </a:moveTo>
                <a:cubicBezTo>
                  <a:pt x="97174" y="184598"/>
                  <a:pt x="101955" y="186822"/>
                  <a:pt x="104229" y="191271"/>
                </a:cubicBezTo>
                <a:lnTo>
                  <a:pt x="126971" y="236782"/>
                </a:lnTo>
                <a:lnTo>
                  <a:pt x="171620" y="236782"/>
                </a:lnTo>
                <a:cubicBezTo>
                  <a:pt x="176911" y="236782"/>
                  <a:pt x="181738" y="239933"/>
                  <a:pt x="183780" y="244938"/>
                </a:cubicBezTo>
                <a:cubicBezTo>
                  <a:pt x="185822" y="249851"/>
                  <a:pt x="184708" y="255505"/>
                  <a:pt x="180902" y="259305"/>
                </a:cubicBezTo>
                <a:lnTo>
                  <a:pt x="146371" y="293878"/>
                </a:lnTo>
                <a:lnTo>
                  <a:pt x="158160" y="352828"/>
                </a:lnTo>
                <a:cubicBezTo>
                  <a:pt x="159181" y="358204"/>
                  <a:pt x="156861" y="363673"/>
                  <a:pt x="152219" y="366546"/>
                </a:cubicBezTo>
                <a:cubicBezTo>
                  <a:pt x="150084" y="367936"/>
                  <a:pt x="147671" y="368585"/>
                  <a:pt x="145257" y="368585"/>
                </a:cubicBezTo>
                <a:cubicBezTo>
                  <a:pt x="142473" y="368585"/>
                  <a:pt x="139688" y="367658"/>
                  <a:pt x="137274" y="365990"/>
                </a:cubicBezTo>
                <a:lnTo>
                  <a:pt x="92440" y="332344"/>
                </a:lnTo>
                <a:lnTo>
                  <a:pt x="47513" y="365990"/>
                </a:lnTo>
                <a:cubicBezTo>
                  <a:pt x="43150" y="369234"/>
                  <a:pt x="37209" y="369512"/>
                  <a:pt x="32568" y="366546"/>
                </a:cubicBezTo>
                <a:cubicBezTo>
                  <a:pt x="27926" y="363673"/>
                  <a:pt x="25606" y="358204"/>
                  <a:pt x="26627" y="352828"/>
                </a:cubicBezTo>
                <a:lnTo>
                  <a:pt x="38509" y="293878"/>
                </a:lnTo>
                <a:lnTo>
                  <a:pt x="3885" y="259305"/>
                </a:lnTo>
                <a:cubicBezTo>
                  <a:pt x="79" y="255505"/>
                  <a:pt x="-1035" y="249851"/>
                  <a:pt x="1007" y="244938"/>
                </a:cubicBezTo>
                <a:cubicBezTo>
                  <a:pt x="3049" y="239933"/>
                  <a:pt x="7876" y="236782"/>
                  <a:pt x="13167" y="236782"/>
                </a:cubicBezTo>
                <a:lnTo>
                  <a:pt x="57816" y="236782"/>
                </a:lnTo>
                <a:lnTo>
                  <a:pt x="80558" y="191271"/>
                </a:lnTo>
                <a:cubicBezTo>
                  <a:pt x="82833" y="186822"/>
                  <a:pt x="87613" y="184598"/>
                  <a:pt x="92394" y="184598"/>
                </a:cubicBezTo>
                <a:close/>
                <a:moveTo>
                  <a:pt x="303666" y="42096"/>
                </a:moveTo>
                <a:lnTo>
                  <a:pt x="289089" y="71304"/>
                </a:lnTo>
                <a:cubicBezTo>
                  <a:pt x="286860" y="75755"/>
                  <a:pt x="282311" y="78537"/>
                  <a:pt x="277297" y="78537"/>
                </a:cubicBezTo>
                <a:lnTo>
                  <a:pt x="256313" y="78537"/>
                </a:lnTo>
                <a:lnTo>
                  <a:pt x="273397" y="95598"/>
                </a:lnTo>
                <a:cubicBezTo>
                  <a:pt x="276554" y="98658"/>
                  <a:pt x="277854" y="103201"/>
                  <a:pt x="277018" y="107467"/>
                </a:cubicBezTo>
                <a:lnTo>
                  <a:pt x="270612" y="139642"/>
                </a:lnTo>
                <a:lnTo>
                  <a:pt x="295774" y="120726"/>
                </a:lnTo>
                <a:cubicBezTo>
                  <a:pt x="298095" y="118965"/>
                  <a:pt x="300881" y="118130"/>
                  <a:pt x="303666" y="118130"/>
                </a:cubicBezTo>
                <a:cubicBezTo>
                  <a:pt x="306451" y="118130"/>
                  <a:pt x="309237" y="118965"/>
                  <a:pt x="311651" y="120726"/>
                </a:cubicBezTo>
                <a:lnTo>
                  <a:pt x="336813" y="139642"/>
                </a:lnTo>
                <a:lnTo>
                  <a:pt x="330407" y="107467"/>
                </a:lnTo>
                <a:cubicBezTo>
                  <a:pt x="329478" y="103201"/>
                  <a:pt x="330871" y="98751"/>
                  <a:pt x="333935" y="95598"/>
                </a:cubicBezTo>
                <a:lnTo>
                  <a:pt x="351019" y="78537"/>
                </a:lnTo>
                <a:lnTo>
                  <a:pt x="330128" y="78537"/>
                </a:lnTo>
                <a:cubicBezTo>
                  <a:pt x="325114" y="78537"/>
                  <a:pt x="320565" y="75755"/>
                  <a:pt x="318336" y="71304"/>
                </a:cubicBezTo>
                <a:close/>
                <a:moveTo>
                  <a:pt x="303666" y="0"/>
                </a:moveTo>
                <a:cubicBezTo>
                  <a:pt x="308448" y="0"/>
                  <a:pt x="313229" y="2225"/>
                  <a:pt x="315458" y="6676"/>
                </a:cubicBezTo>
                <a:lnTo>
                  <a:pt x="338206" y="52203"/>
                </a:lnTo>
                <a:lnTo>
                  <a:pt x="382866" y="52203"/>
                </a:lnTo>
                <a:cubicBezTo>
                  <a:pt x="388251" y="52203"/>
                  <a:pt x="393080" y="55356"/>
                  <a:pt x="395122" y="60363"/>
                </a:cubicBezTo>
                <a:cubicBezTo>
                  <a:pt x="397165" y="65277"/>
                  <a:pt x="395958" y="70933"/>
                  <a:pt x="392244" y="74735"/>
                </a:cubicBezTo>
                <a:lnTo>
                  <a:pt x="357611" y="109229"/>
                </a:lnTo>
                <a:lnTo>
                  <a:pt x="369403" y="168294"/>
                </a:lnTo>
                <a:cubicBezTo>
                  <a:pt x="370517" y="173579"/>
                  <a:pt x="368196" y="179143"/>
                  <a:pt x="363461" y="182017"/>
                </a:cubicBezTo>
                <a:cubicBezTo>
                  <a:pt x="361418" y="183408"/>
                  <a:pt x="359004" y="184057"/>
                  <a:pt x="356497" y="184057"/>
                </a:cubicBezTo>
                <a:cubicBezTo>
                  <a:pt x="353712" y="184057"/>
                  <a:pt x="350926" y="183130"/>
                  <a:pt x="348605" y="181368"/>
                </a:cubicBezTo>
                <a:lnTo>
                  <a:pt x="303666" y="147802"/>
                </a:lnTo>
                <a:lnTo>
                  <a:pt x="258820" y="181368"/>
                </a:lnTo>
                <a:cubicBezTo>
                  <a:pt x="254363" y="184706"/>
                  <a:pt x="248514" y="184984"/>
                  <a:pt x="243871" y="182017"/>
                </a:cubicBezTo>
                <a:cubicBezTo>
                  <a:pt x="239229" y="179143"/>
                  <a:pt x="236815" y="173672"/>
                  <a:pt x="237929" y="168294"/>
                </a:cubicBezTo>
                <a:lnTo>
                  <a:pt x="249721" y="109229"/>
                </a:lnTo>
                <a:lnTo>
                  <a:pt x="215088" y="74735"/>
                </a:lnTo>
                <a:cubicBezTo>
                  <a:pt x="211374" y="70933"/>
                  <a:pt x="210167" y="65277"/>
                  <a:pt x="212210" y="60363"/>
                </a:cubicBezTo>
                <a:cubicBezTo>
                  <a:pt x="214345" y="55356"/>
                  <a:pt x="219081" y="52203"/>
                  <a:pt x="224466" y="52203"/>
                </a:cubicBezTo>
                <a:lnTo>
                  <a:pt x="269126" y="52203"/>
                </a:lnTo>
                <a:lnTo>
                  <a:pt x="291874" y="6676"/>
                </a:lnTo>
                <a:cubicBezTo>
                  <a:pt x="294103" y="2225"/>
                  <a:pt x="298884" y="0"/>
                  <a:pt x="303666" y="0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 2.0 95 ExtraBold"/>
              <a:cs typeface="+mn-cs"/>
            </a:endParaRPr>
          </a:p>
        </p:txBody>
      </p:sp>
      <p:sp>
        <p:nvSpPr>
          <p:cNvPr id="2" name="PA-任意多边形 68">
            <a:extLst>
              <a:ext uri="{FF2B5EF4-FFF2-40B4-BE49-F238E27FC236}">
                <a16:creationId xmlns:a16="http://schemas.microsoft.com/office/drawing/2014/main" id="{17C688ED-F1E1-99B3-4445-622F0207BA2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1731" y="691237"/>
            <a:ext cx="1526121" cy="6524168"/>
          </a:xfrm>
          <a:custGeom>
            <a:avLst/>
            <a:gdLst>
              <a:gd name="connsiteX0" fmla="*/ 0 w 1526121"/>
              <a:gd name="connsiteY0" fmla="*/ 0 h 6524168"/>
              <a:gd name="connsiteX1" fmla="*/ 528344 w 1526121"/>
              <a:gd name="connsiteY1" fmla="*/ 0 h 6524168"/>
              <a:gd name="connsiteX2" fmla="*/ 558912 w 1526121"/>
              <a:gd name="connsiteY2" fmla="*/ 22043 h 6524168"/>
              <a:gd name="connsiteX3" fmla="*/ 792810 w 1526121"/>
              <a:gd name="connsiteY3" fmla="*/ 279332 h 6524168"/>
              <a:gd name="connsiteX4" fmla="*/ 872724 w 1526121"/>
              <a:gd name="connsiteY4" fmla="*/ 314683 h 6524168"/>
              <a:gd name="connsiteX5" fmla="*/ 1526121 w 1526121"/>
              <a:gd name="connsiteY5" fmla="*/ 314683 h 6524168"/>
              <a:gd name="connsiteX6" fmla="*/ 1526121 w 1526121"/>
              <a:gd name="connsiteY6" fmla="*/ 6524168 h 6524168"/>
              <a:gd name="connsiteX7" fmla="*/ 0 w 1526121"/>
              <a:gd name="connsiteY7" fmla="*/ 6524168 h 6524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6121" h="6524168">
                <a:moveTo>
                  <a:pt x="0" y="0"/>
                </a:moveTo>
                <a:lnTo>
                  <a:pt x="528344" y="0"/>
                </a:lnTo>
                <a:lnTo>
                  <a:pt x="558912" y="22043"/>
                </a:lnTo>
                <a:lnTo>
                  <a:pt x="792810" y="279332"/>
                </a:lnTo>
                <a:cubicBezTo>
                  <a:pt x="813282" y="301851"/>
                  <a:pt x="842291" y="314683"/>
                  <a:pt x="872724" y="314683"/>
                </a:cubicBezTo>
                <a:lnTo>
                  <a:pt x="1526121" y="314683"/>
                </a:lnTo>
                <a:lnTo>
                  <a:pt x="1526121" y="6524168"/>
                </a:lnTo>
                <a:lnTo>
                  <a:pt x="0" y="6524168"/>
                </a:lnTo>
                <a:close/>
              </a:path>
            </a:pathLst>
          </a:custGeom>
          <a:solidFill>
            <a:srgbClr val="082C06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 2.0 95 ExtraBold"/>
              <a:cs typeface="+mn-cs"/>
            </a:endParaRPr>
          </a:p>
        </p:txBody>
      </p:sp>
      <p:grpSp>
        <p:nvGrpSpPr>
          <p:cNvPr id="9" name="PA-组合 4">
            <a:extLst>
              <a:ext uri="{FF2B5EF4-FFF2-40B4-BE49-F238E27FC236}">
                <a16:creationId xmlns:a16="http://schemas.microsoft.com/office/drawing/2014/main" id="{5F4EA410-4AAF-DAF4-5C57-C19FA8DB59C6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-54491" y="935045"/>
            <a:ext cx="1769963" cy="4244498"/>
            <a:chOff x="-21547" y="548758"/>
            <a:chExt cx="1769963" cy="4244498"/>
          </a:xfrm>
        </p:grpSpPr>
        <p:sp>
          <p:nvSpPr>
            <p:cNvPr id="10" name="PA-任意多边形 115">
              <a:extLst>
                <a:ext uri="{FF2B5EF4-FFF2-40B4-BE49-F238E27FC236}">
                  <a16:creationId xmlns:a16="http://schemas.microsoft.com/office/drawing/2014/main" id="{AA198C89-5ECB-CA9F-E8D6-CE0755ABCF2B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80107" y="913879"/>
              <a:ext cx="611547" cy="610850"/>
            </a:xfrm>
            <a:custGeom>
              <a:avLst/>
              <a:gdLst>
                <a:gd name="T0" fmla="*/ 10906 w 12797"/>
                <a:gd name="T1" fmla="*/ 1875 h 12781"/>
                <a:gd name="T2" fmla="*/ 6391 w 12797"/>
                <a:gd name="T3" fmla="*/ 0 h 12781"/>
                <a:gd name="T4" fmla="*/ 1875 w 12797"/>
                <a:gd name="T5" fmla="*/ 1875 h 12781"/>
                <a:gd name="T6" fmla="*/ 1234 w 12797"/>
                <a:gd name="T7" fmla="*/ 2625 h 12781"/>
                <a:gd name="T8" fmla="*/ 0 w 12797"/>
                <a:gd name="T9" fmla="*/ 6391 h 12781"/>
                <a:gd name="T10" fmla="*/ 1875 w 12797"/>
                <a:gd name="T11" fmla="*/ 10906 h 12781"/>
                <a:gd name="T12" fmla="*/ 6391 w 12797"/>
                <a:gd name="T13" fmla="*/ 12781 h 12781"/>
                <a:gd name="T14" fmla="*/ 10906 w 12797"/>
                <a:gd name="T15" fmla="*/ 10906 h 12781"/>
                <a:gd name="T16" fmla="*/ 12781 w 12797"/>
                <a:gd name="T17" fmla="*/ 6391 h 12781"/>
                <a:gd name="T18" fmla="*/ 11219 w 12797"/>
                <a:gd name="T19" fmla="*/ 9484 h 12781"/>
                <a:gd name="T20" fmla="*/ 9906 w 12797"/>
                <a:gd name="T21" fmla="*/ 6719 h 12781"/>
                <a:gd name="T22" fmla="*/ 11219 w 12797"/>
                <a:gd name="T23" fmla="*/ 9484 h 12781"/>
                <a:gd name="T24" fmla="*/ 2891 w 12797"/>
                <a:gd name="T25" fmla="*/ 6734 h 12781"/>
                <a:gd name="T26" fmla="*/ 1578 w 12797"/>
                <a:gd name="T27" fmla="*/ 9500 h 12781"/>
                <a:gd name="T28" fmla="*/ 1609 w 12797"/>
                <a:gd name="T29" fmla="*/ 3250 h 12781"/>
                <a:gd name="T30" fmla="*/ 2891 w 12797"/>
                <a:gd name="T31" fmla="*/ 6063 h 12781"/>
                <a:gd name="T32" fmla="*/ 1609 w 12797"/>
                <a:gd name="T33" fmla="*/ 3250 h 12781"/>
                <a:gd name="T34" fmla="*/ 3563 w 12797"/>
                <a:gd name="T35" fmla="*/ 6063 h 12781"/>
                <a:gd name="T36" fmla="*/ 6063 w 12797"/>
                <a:gd name="T37" fmla="*/ 4203 h 12781"/>
                <a:gd name="T38" fmla="*/ 6063 w 12797"/>
                <a:gd name="T39" fmla="*/ 6734 h 12781"/>
                <a:gd name="T40" fmla="*/ 3813 w 12797"/>
                <a:gd name="T41" fmla="*/ 8750 h 12781"/>
                <a:gd name="T42" fmla="*/ 6063 w 12797"/>
                <a:gd name="T43" fmla="*/ 6734 h 12781"/>
                <a:gd name="T44" fmla="*/ 9234 w 12797"/>
                <a:gd name="T45" fmla="*/ 6734 h 12781"/>
                <a:gd name="T46" fmla="*/ 6734 w 12797"/>
                <a:gd name="T47" fmla="*/ 8516 h 12781"/>
                <a:gd name="T48" fmla="*/ 6734 w 12797"/>
                <a:gd name="T49" fmla="*/ 6063 h 12781"/>
                <a:gd name="T50" fmla="*/ 8969 w 12797"/>
                <a:gd name="T51" fmla="*/ 3969 h 12781"/>
                <a:gd name="T52" fmla="*/ 6734 w 12797"/>
                <a:gd name="T53" fmla="*/ 6063 h 12781"/>
                <a:gd name="T54" fmla="*/ 6734 w 12797"/>
                <a:gd name="T55" fmla="*/ 719 h 12781"/>
                <a:gd name="T56" fmla="*/ 8344 w 12797"/>
                <a:gd name="T57" fmla="*/ 2266 h 12781"/>
                <a:gd name="T58" fmla="*/ 6734 w 12797"/>
                <a:gd name="T59" fmla="*/ 3531 h 12781"/>
                <a:gd name="T60" fmla="*/ 6063 w 12797"/>
                <a:gd name="T61" fmla="*/ 719 h 12781"/>
                <a:gd name="T62" fmla="*/ 4016 w 12797"/>
                <a:gd name="T63" fmla="*/ 3313 h 12781"/>
                <a:gd name="T64" fmla="*/ 5375 w 12797"/>
                <a:gd name="T65" fmla="*/ 1078 h 12781"/>
                <a:gd name="T66" fmla="*/ 6063 w 12797"/>
                <a:gd name="T67" fmla="*/ 12078 h 12781"/>
                <a:gd name="T68" fmla="*/ 4453 w 12797"/>
                <a:gd name="T69" fmla="*/ 10531 h 12781"/>
                <a:gd name="T70" fmla="*/ 6063 w 12797"/>
                <a:gd name="T71" fmla="*/ 9188 h 12781"/>
                <a:gd name="T72" fmla="*/ 6734 w 12797"/>
                <a:gd name="T73" fmla="*/ 12078 h 12781"/>
                <a:gd name="T74" fmla="*/ 8797 w 12797"/>
                <a:gd name="T75" fmla="*/ 9406 h 12781"/>
                <a:gd name="T76" fmla="*/ 7422 w 12797"/>
                <a:gd name="T77" fmla="*/ 11719 h 12781"/>
                <a:gd name="T78" fmla="*/ 9625 w 12797"/>
                <a:gd name="T79" fmla="*/ 3828 h 12781"/>
                <a:gd name="T80" fmla="*/ 12125 w 12797"/>
                <a:gd name="T81" fmla="*/ 6063 h 12781"/>
                <a:gd name="T82" fmla="*/ 10438 w 12797"/>
                <a:gd name="T83" fmla="*/ 2344 h 12781"/>
                <a:gd name="T84" fmla="*/ 9438 w 12797"/>
                <a:gd name="T85" fmla="*/ 3172 h 12781"/>
                <a:gd name="T86" fmla="*/ 8297 w 12797"/>
                <a:gd name="T87" fmla="*/ 1000 h 12781"/>
                <a:gd name="T88" fmla="*/ 4484 w 12797"/>
                <a:gd name="T89" fmla="*/ 1000 h 12781"/>
                <a:gd name="T90" fmla="*/ 3344 w 12797"/>
                <a:gd name="T91" fmla="*/ 3172 h 12781"/>
                <a:gd name="T92" fmla="*/ 2344 w 12797"/>
                <a:gd name="T93" fmla="*/ 2344 h 12781"/>
                <a:gd name="T94" fmla="*/ 2344 w 12797"/>
                <a:gd name="T95" fmla="*/ 10438 h 12781"/>
                <a:gd name="T96" fmla="*/ 3328 w 12797"/>
                <a:gd name="T97" fmla="*/ 9547 h 12781"/>
                <a:gd name="T98" fmla="*/ 4484 w 12797"/>
                <a:gd name="T99" fmla="*/ 11781 h 12781"/>
                <a:gd name="T100" fmla="*/ 8297 w 12797"/>
                <a:gd name="T101" fmla="*/ 11797 h 12781"/>
                <a:gd name="T102" fmla="*/ 9453 w 12797"/>
                <a:gd name="T103" fmla="*/ 9563 h 12781"/>
                <a:gd name="T104" fmla="*/ 10438 w 12797"/>
                <a:gd name="T105" fmla="*/ 10453 h 12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797" h="12781">
                  <a:moveTo>
                    <a:pt x="12281" y="3906"/>
                  </a:moveTo>
                  <a:cubicBezTo>
                    <a:pt x="11953" y="3141"/>
                    <a:pt x="11500" y="2453"/>
                    <a:pt x="10906" y="1875"/>
                  </a:cubicBezTo>
                  <a:cubicBezTo>
                    <a:pt x="10313" y="1281"/>
                    <a:pt x="9641" y="828"/>
                    <a:pt x="8875" y="500"/>
                  </a:cubicBezTo>
                  <a:cubicBezTo>
                    <a:pt x="8094" y="172"/>
                    <a:pt x="7266" y="0"/>
                    <a:pt x="6391" y="0"/>
                  </a:cubicBezTo>
                  <a:cubicBezTo>
                    <a:pt x="5531" y="0"/>
                    <a:pt x="4688" y="172"/>
                    <a:pt x="3906" y="500"/>
                  </a:cubicBezTo>
                  <a:cubicBezTo>
                    <a:pt x="3141" y="828"/>
                    <a:pt x="2453" y="1281"/>
                    <a:pt x="1875" y="1875"/>
                  </a:cubicBezTo>
                  <a:cubicBezTo>
                    <a:pt x="1641" y="2109"/>
                    <a:pt x="1438" y="2344"/>
                    <a:pt x="1250" y="2594"/>
                  </a:cubicBezTo>
                  <a:cubicBezTo>
                    <a:pt x="1250" y="2594"/>
                    <a:pt x="1234" y="2609"/>
                    <a:pt x="1234" y="2625"/>
                  </a:cubicBezTo>
                  <a:cubicBezTo>
                    <a:pt x="938" y="3016"/>
                    <a:pt x="703" y="3453"/>
                    <a:pt x="500" y="3906"/>
                  </a:cubicBezTo>
                  <a:cubicBezTo>
                    <a:pt x="172" y="4688"/>
                    <a:pt x="0" y="5531"/>
                    <a:pt x="0" y="6391"/>
                  </a:cubicBezTo>
                  <a:cubicBezTo>
                    <a:pt x="0" y="7250"/>
                    <a:pt x="172" y="8094"/>
                    <a:pt x="500" y="8875"/>
                  </a:cubicBezTo>
                  <a:cubicBezTo>
                    <a:pt x="828" y="9641"/>
                    <a:pt x="1281" y="10328"/>
                    <a:pt x="1875" y="10906"/>
                  </a:cubicBezTo>
                  <a:cubicBezTo>
                    <a:pt x="2469" y="11484"/>
                    <a:pt x="3141" y="11953"/>
                    <a:pt x="3906" y="12281"/>
                  </a:cubicBezTo>
                  <a:cubicBezTo>
                    <a:pt x="4688" y="12609"/>
                    <a:pt x="5531" y="12781"/>
                    <a:pt x="6391" y="12781"/>
                  </a:cubicBezTo>
                  <a:cubicBezTo>
                    <a:pt x="7250" y="12781"/>
                    <a:pt x="8094" y="12609"/>
                    <a:pt x="8875" y="12281"/>
                  </a:cubicBezTo>
                  <a:cubicBezTo>
                    <a:pt x="9641" y="11953"/>
                    <a:pt x="10328" y="11500"/>
                    <a:pt x="10906" y="10906"/>
                  </a:cubicBezTo>
                  <a:cubicBezTo>
                    <a:pt x="11500" y="10313"/>
                    <a:pt x="11953" y="9641"/>
                    <a:pt x="12281" y="8875"/>
                  </a:cubicBezTo>
                  <a:cubicBezTo>
                    <a:pt x="12609" y="8094"/>
                    <a:pt x="12781" y="7250"/>
                    <a:pt x="12781" y="6391"/>
                  </a:cubicBezTo>
                  <a:cubicBezTo>
                    <a:pt x="12797" y="5531"/>
                    <a:pt x="12625" y="4688"/>
                    <a:pt x="12281" y="3906"/>
                  </a:cubicBezTo>
                  <a:close/>
                  <a:moveTo>
                    <a:pt x="11219" y="9484"/>
                  </a:moveTo>
                  <a:cubicBezTo>
                    <a:pt x="10766" y="9250"/>
                    <a:pt x="10234" y="9047"/>
                    <a:pt x="9641" y="8891"/>
                  </a:cubicBezTo>
                  <a:cubicBezTo>
                    <a:pt x="9797" y="8203"/>
                    <a:pt x="9891" y="7469"/>
                    <a:pt x="9906" y="6719"/>
                  </a:cubicBezTo>
                  <a:lnTo>
                    <a:pt x="12109" y="6719"/>
                  </a:lnTo>
                  <a:cubicBezTo>
                    <a:pt x="12047" y="7719"/>
                    <a:pt x="11734" y="8672"/>
                    <a:pt x="11219" y="9484"/>
                  </a:cubicBezTo>
                  <a:close/>
                  <a:moveTo>
                    <a:pt x="688" y="6734"/>
                  </a:moveTo>
                  <a:lnTo>
                    <a:pt x="2891" y="6734"/>
                  </a:lnTo>
                  <a:cubicBezTo>
                    <a:pt x="2906" y="7484"/>
                    <a:pt x="3000" y="8219"/>
                    <a:pt x="3156" y="8906"/>
                  </a:cubicBezTo>
                  <a:cubicBezTo>
                    <a:pt x="2563" y="9063"/>
                    <a:pt x="2031" y="9266"/>
                    <a:pt x="1578" y="9500"/>
                  </a:cubicBezTo>
                  <a:cubicBezTo>
                    <a:pt x="1047" y="8672"/>
                    <a:pt x="734" y="7719"/>
                    <a:pt x="688" y="6734"/>
                  </a:cubicBezTo>
                  <a:close/>
                  <a:moveTo>
                    <a:pt x="1609" y="3250"/>
                  </a:moveTo>
                  <a:cubicBezTo>
                    <a:pt x="2063" y="3484"/>
                    <a:pt x="2578" y="3672"/>
                    <a:pt x="3172" y="3828"/>
                  </a:cubicBezTo>
                  <a:cubicBezTo>
                    <a:pt x="3000" y="4531"/>
                    <a:pt x="2906" y="5281"/>
                    <a:pt x="2891" y="6063"/>
                  </a:cubicBezTo>
                  <a:lnTo>
                    <a:pt x="688" y="6063"/>
                  </a:lnTo>
                  <a:cubicBezTo>
                    <a:pt x="734" y="5047"/>
                    <a:pt x="1063" y="4078"/>
                    <a:pt x="1609" y="3250"/>
                  </a:cubicBezTo>
                  <a:close/>
                  <a:moveTo>
                    <a:pt x="6063" y="6063"/>
                  </a:moveTo>
                  <a:lnTo>
                    <a:pt x="3563" y="6063"/>
                  </a:lnTo>
                  <a:cubicBezTo>
                    <a:pt x="3578" y="5328"/>
                    <a:pt x="3672" y="4625"/>
                    <a:pt x="3828" y="3969"/>
                  </a:cubicBezTo>
                  <a:cubicBezTo>
                    <a:pt x="4531" y="4109"/>
                    <a:pt x="5281" y="4188"/>
                    <a:pt x="6063" y="4203"/>
                  </a:cubicBezTo>
                  <a:lnTo>
                    <a:pt x="6063" y="6063"/>
                  </a:lnTo>
                  <a:close/>
                  <a:moveTo>
                    <a:pt x="6063" y="6734"/>
                  </a:moveTo>
                  <a:lnTo>
                    <a:pt x="6063" y="8516"/>
                  </a:lnTo>
                  <a:cubicBezTo>
                    <a:pt x="5281" y="8531"/>
                    <a:pt x="4531" y="8609"/>
                    <a:pt x="3813" y="8750"/>
                  </a:cubicBezTo>
                  <a:cubicBezTo>
                    <a:pt x="3672" y="8125"/>
                    <a:pt x="3578" y="7438"/>
                    <a:pt x="3563" y="6734"/>
                  </a:cubicBezTo>
                  <a:lnTo>
                    <a:pt x="6063" y="6734"/>
                  </a:lnTo>
                  <a:close/>
                  <a:moveTo>
                    <a:pt x="6734" y="6734"/>
                  </a:moveTo>
                  <a:lnTo>
                    <a:pt x="9234" y="6734"/>
                  </a:lnTo>
                  <a:cubicBezTo>
                    <a:pt x="9219" y="7438"/>
                    <a:pt x="9125" y="8125"/>
                    <a:pt x="8984" y="8750"/>
                  </a:cubicBezTo>
                  <a:cubicBezTo>
                    <a:pt x="8281" y="8609"/>
                    <a:pt x="7516" y="8531"/>
                    <a:pt x="6734" y="8516"/>
                  </a:cubicBezTo>
                  <a:lnTo>
                    <a:pt x="6734" y="6734"/>
                  </a:lnTo>
                  <a:close/>
                  <a:moveTo>
                    <a:pt x="6734" y="6063"/>
                  </a:moveTo>
                  <a:lnTo>
                    <a:pt x="6734" y="4203"/>
                  </a:lnTo>
                  <a:cubicBezTo>
                    <a:pt x="7516" y="4188"/>
                    <a:pt x="8266" y="4109"/>
                    <a:pt x="8969" y="3969"/>
                  </a:cubicBezTo>
                  <a:cubicBezTo>
                    <a:pt x="9125" y="4625"/>
                    <a:pt x="9219" y="5328"/>
                    <a:pt x="9234" y="6063"/>
                  </a:cubicBezTo>
                  <a:lnTo>
                    <a:pt x="6734" y="6063"/>
                  </a:lnTo>
                  <a:close/>
                  <a:moveTo>
                    <a:pt x="6734" y="3531"/>
                  </a:moveTo>
                  <a:lnTo>
                    <a:pt x="6734" y="719"/>
                  </a:lnTo>
                  <a:cubicBezTo>
                    <a:pt x="6969" y="781"/>
                    <a:pt x="7203" y="891"/>
                    <a:pt x="7422" y="1078"/>
                  </a:cubicBezTo>
                  <a:cubicBezTo>
                    <a:pt x="7766" y="1359"/>
                    <a:pt x="8078" y="1750"/>
                    <a:pt x="8344" y="2266"/>
                  </a:cubicBezTo>
                  <a:cubicBezTo>
                    <a:pt x="8516" y="2594"/>
                    <a:pt x="8656" y="2938"/>
                    <a:pt x="8781" y="3313"/>
                  </a:cubicBezTo>
                  <a:cubicBezTo>
                    <a:pt x="8141" y="3438"/>
                    <a:pt x="7453" y="3516"/>
                    <a:pt x="6734" y="3531"/>
                  </a:cubicBezTo>
                  <a:close/>
                  <a:moveTo>
                    <a:pt x="5375" y="1078"/>
                  </a:moveTo>
                  <a:cubicBezTo>
                    <a:pt x="5594" y="891"/>
                    <a:pt x="5828" y="781"/>
                    <a:pt x="6063" y="719"/>
                  </a:cubicBezTo>
                  <a:lnTo>
                    <a:pt x="6063" y="3531"/>
                  </a:lnTo>
                  <a:cubicBezTo>
                    <a:pt x="5344" y="3516"/>
                    <a:pt x="4656" y="3438"/>
                    <a:pt x="4016" y="3313"/>
                  </a:cubicBezTo>
                  <a:cubicBezTo>
                    <a:pt x="4141" y="2938"/>
                    <a:pt x="4281" y="2578"/>
                    <a:pt x="4453" y="2266"/>
                  </a:cubicBezTo>
                  <a:cubicBezTo>
                    <a:pt x="4719" y="1750"/>
                    <a:pt x="5031" y="1344"/>
                    <a:pt x="5375" y="1078"/>
                  </a:cubicBezTo>
                  <a:close/>
                  <a:moveTo>
                    <a:pt x="6063" y="9188"/>
                  </a:moveTo>
                  <a:lnTo>
                    <a:pt x="6063" y="12078"/>
                  </a:lnTo>
                  <a:cubicBezTo>
                    <a:pt x="5828" y="12016"/>
                    <a:pt x="5594" y="11906"/>
                    <a:pt x="5375" y="11719"/>
                  </a:cubicBezTo>
                  <a:cubicBezTo>
                    <a:pt x="5031" y="11438"/>
                    <a:pt x="4719" y="11047"/>
                    <a:pt x="4453" y="10531"/>
                  </a:cubicBezTo>
                  <a:cubicBezTo>
                    <a:pt x="4281" y="10188"/>
                    <a:pt x="4125" y="9813"/>
                    <a:pt x="4000" y="9406"/>
                  </a:cubicBezTo>
                  <a:cubicBezTo>
                    <a:pt x="4641" y="9281"/>
                    <a:pt x="5344" y="9203"/>
                    <a:pt x="6063" y="9188"/>
                  </a:cubicBezTo>
                  <a:close/>
                  <a:moveTo>
                    <a:pt x="7422" y="11719"/>
                  </a:moveTo>
                  <a:cubicBezTo>
                    <a:pt x="7203" y="11906"/>
                    <a:pt x="6969" y="12016"/>
                    <a:pt x="6734" y="12078"/>
                  </a:cubicBezTo>
                  <a:lnTo>
                    <a:pt x="6734" y="9188"/>
                  </a:lnTo>
                  <a:cubicBezTo>
                    <a:pt x="7453" y="9203"/>
                    <a:pt x="8156" y="9281"/>
                    <a:pt x="8797" y="9406"/>
                  </a:cubicBezTo>
                  <a:cubicBezTo>
                    <a:pt x="8672" y="9813"/>
                    <a:pt x="8516" y="10188"/>
                    <a:pt x="8344" y="10531"/>
                  </a:cubicBezTo>
                  <a:cubicBezTo>
                    <a:pt x="8078" y="11047"/>
                    <a:pt x="7766" y="11438"/>
                    <a:pt x="7422" y="11719"/>
                  </a:cubicBezTo>
                  <a:close/>
                  <a:moveTo>
                    <a:pt x="9906" y="6063"/>
                  </a:moveTo>
                  <a:cubicBezTo>
                    <a:pt x="9891" y="5281"/>
                    <a:pt x="9781" y="4531"/>
                    <a:pt x="9625" y="3828"/>
                  </a:cubicBezTo>
                  <a:cubicBezTo>
                    <a:pt x="10203" y="3672"/>
                    <a:pt x="10734" y="3484"/>
                    <a:pt x="11188" y="3250"/>
                  </a:cubicBezTo>
                  <a:cubicBezTo>
                    <a:pt x="11734" y="4078"/>
                    <a:pt x="12063" y="5047"/>
                    <a:pt x="12125" y="6063"/>
                  </a:cubicBezTo>
                  <a:lnTo>
                    <a:pt x="9906" y="6063"/>
                  </a:lnTo>
                  <a:close/>
                  <a:moveTo>
                    <a:pt x="10438" y="2344"/>
                  </a:moveTo>
                  <a:cubicBezTo>
                    <a:pt x="10547" y="2453"/>
                    <a:pt x="10656" y="2578"/>
                    <a:pt x="10766" y="2703"/>
                  </a:cubicBezTo>
                  <a:cubicBezTo>
                    <a:pt x="10375" y="2891"/>
                    <a:pt x="9938" y="3047"/>
                    <a:pt x="9438" y="3172"/>
                  </a:cubicBezTo>
                  <a:cubicBezTo>
                    <a:pt x="9297" y="2734"/>
                    <a:pt x="9125" y="2328"/>
                    <a:pt x="8938" y="1953"/>
                  </a:cubicBezTo>
                  <a:cubicBezTo>
                    <a:pt x="8750" y="1578"/>
                    <a:pt x="8531" y="1266"/>
                    <a:pt x="8297" y="1000"/>
                  </a:cubicBezTo>
                  <a:cubicBezTo>
                    <a:pt x="9094" y="1281"/>
                    <a:pt x="9828" y="1734"/>
                    <a:pt x="10438" y="2344"/>
                  </a:cubicBezTo>
                  <a:close/>
                  <a:moveTo>
                    <a:pt x="4484" y="1000"/>
                  </a:moveTo>
                  <a:cubicBezTo>
                    <a:pt x="4250" y="1266"/>
                    <a:pt x="4031" y="1594"/>
                    <a:pt x="3844" y="1953"/>
                  </a:cubicBezTo>
                  <a:cubicBezTo>
                    <a:pt x="3656" y="2328"/>
                    <a:pt x="3484" y="2734"/>
                    <a:pt x="3344" y="3172"/>
                  </a:cubicBezTo>
                  <a:cubicBezTo>
                    <a:pt x="2844" y="3047"/>
                    <a:pt x="2406" y="2891"/>
                    <a:pt x="2016" y="2703"/>
                  </a:cubicBezTo>
                  <a:cubicBezTo>
                    <a:pt x="2125" y="2578"/>
                    <a:pt x="2219" y="2469"/>
                    <a:pt x="2344" y="2344"/>
                  </a:cubicBezTo>
                  <a:cubicBezTo>
                    <a:pt x="2969" y="1734"/>
                    <a:pt x="3688" y="1281"/>
                    <a:pt x="4484" y="1000"/>
                  </a:cubicBezTo>
                  <a:close/>
                  <a:moveTo>
                    <a:pt x="2344" y="10438"/>
                  </a:moveTo>
                  <a:cubicBezTo>
                    <a:pt x="2219" y="10313"/>
                    <a:pt x="2094" y="10172"/>
                    <a:pt x="1984" y="10031"/>
                  </a:cubicBezTo>
                  <a:cubicBezTo>
                    <a:pt x="2375" y="9844"/>
                    <a:pt x="2828" y="9672"/>
                    <a:pt x="3328" y="9547"/>
                  </a:cubicBezTo>
                  <a:cubicBezTo>
                    <a:pt x="3469" y="10016"/>
                    <a:pt x="3641" y="10438"/>
                    <a:pt x="3844" y="10828"/>
                  </a:cubicBezTo>
                  <a:cubicBezTo>
                    <a:pt x="4031" y="11203"/>
                    <a:pt x="4250" y="11516"/>
                    <a:pt x="4484" y="11781"/>
                  </a:cubicBezTo>
                  <a:cubicBezTo>
                    <a:pt x="3688" y="11516"/>
                    <a:pt x="2969" y="11063"/>
                    <a:pt x="2344" y="10438"/>
                  </a:cubicBezTo>
                  <a:close/>
                  <a:moveTo>
                    <a:pt x="8297" y="11797"/>
                  </a:moveTo>
                  <a:cubicBezTo>
                    <a:pt x="8531" y="11531"/>
                    <a:pt x="8750" y="11203"/>
                    <a:pt x="8938" y="10844"/>
                  </a:cubicBezTo>
                  <a:cubicBezTo>
                    <a:pt x="9141" y="10453"/>
                    <a:pt x="9313" y="10016"/>
                    <a:pt x="9453" y="9563"/>
                  </a:cubicBezTo>
                  <a:cubicBezTo>
                    <a:pt x="9953" y="9688"/>
                    <a:pt x="10406" y="9859"/>
                    <a:pt x="10797" y="10047"/>
                  </a:cubicBezTo>
                  <a:cubicBezTo>
                    <a:pt x="10688" y="10188"/>
                    <a:pt x="10563" y="10313"/>
                    <a:pt x="10438" y="10453"/>
                  </a:cubicBezTo>
                  <a:cubicBezTo>
                    <a:pt x="9828" y="11063"/>
                    <a:pt x="9094" y="11516"/>
                    <a:pt x="8297" y="11797"/>
                  </a:cubicBezTo>
                  <a:close/>
                </a:path>
              </a:pathLst>
            </a:custGeom>
            <a:gradFill>
              <a:gsLst>
                <a:gs pos="21000">
                  <a:srgbClr val="36EAEE">
                    <a:alpha val="0"/>
                  </a:srgbClr>
                </a:gs>
                <a:gs pos="98000">
                  <a:schemeClr val="accent2">
                    <a:alpha val="40000"/>
                  </a:schemeClr>
                </a:gs>
              </a:gsLst>
              <a:lin ang="1674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cs typeface="+mn-cs"/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6C4AF3AB-93DB-44C2-9E1E-ACC408746622}"/>
                </a:ext>
              </a:extLst>
            </p:cNvPr>
            <p:cNvGrpSpPr/>
            <p:nvPr/>
          </p:nvGrpSpPr>
          <p:grpSpPr>
            <a:xfrm>
              <a:off x="43228" y="2341281"/>
              <a:ext cx="1642594" cy="2451975"/>
              <a:chOff x="43228" y="2263226"/>
              <a:chExt cx="1642594" cy="2451975"/>
            </a:xfrm>
          </p:grpSpPr>
          <p:sp>
            <p:nvSpPr>
              <p:cNvPr id="84" name="PA-文本框 75">
                <a:extLst>
                  <a:ext uri="{FF2B5EF4-FFF2-40B4-BE49-F238E27FC236}">
                    <a16:creationId xmlns:a16="http://schemas.microsoft.com/office/drawing/2014/main" id="{94B24988-EE23-7F6B-B6AA-F2F51263D819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6378" y="2263226"/>
                <a:ext cx="1561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4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接口测试</a:t>
                </a:r>
              </a:p>
            </p:txBody>
          </p:sp>
          <p:cxnSp>
            <p:nvCxnSpPr>
              <p:cNvPr id="85" name="PA-直接连接符 84">
                <a:extLst>
                  <a:ext uri="{FF2B5EF4-FFF2-40B4-BE49-F238E27FC236}">
                    <a16:creationId xmlns:a16="http://schemas.microsoft.com/office/drawing/2014/main" id="{527FAA98-764B-A5ED-58DE-B5475F09FE85}"/>
                  </a:ext>
                </a:extLst>
              </p:cNvPr>
              <p:cNvCxnSpPr/>
              <p:nvPr>
                <p:custDataLst>
                  <p:tags r:id="rId11"/>
                </p:custDataLst>
              </p:nvPr>
            </p:nvCxnSpPr>
            <p:spPr>
              <a:xfrm>
                <a:off x="80963" y="2792797"/>
                <a:ext cx="1404000" cy="0"/>
              </a:xfrm>
              <a:prstGeom prst="line">
                <a:avLst/>
              </a:prstGeom>
              <a:ln w="381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PA-文本框 75">
                <a:extLst>
                  <a:ext uri="{FF2B5EF4-FFF2-40B4-BE49-F238E27FC236}">
                    <a16:creationId xmlns:a16="http://schemas.microsoft.com/office/drawing/2014/main" id="{6771BB06-1519-5157-0AFE-7A5E1C00BE62}"/>
                  </a:ext>
                </a:extLst>
              </p:cNvPr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04724" y="2978477"/>
                <a:ext cx="1404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功能测试</a:t>
                </a:r>
              </a:p>
            </p:txBody>
          </p:sp>
          <p:sp>
            <p:nvSpPr>
              <p:cNvPr id="87" name="PA-文本框 75">
                <a:extLst>
                  <a:ext uri="{FF2B5EF4-FFF2-40B4-BE49-F238E27FC236}">
                    <a16:creationId xmlns:a16="http://schemas.microsoft.com/office/drawing/2014/main" id="{1DAA3017-3DAC-C45C-62A0-F96D9982A1A5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24129" y="3689305"/>
                <a:ext cx="1561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自动化测试</a:t>
                </a:r>
              </a:p>
            </p:txBody>
          </p:sp>
          <p:sp>
            <p:nvSpPr>
              <p:cNvPr id="88" name="PA-文本框 75">
                <a:extLst>
                  <a:ext uri="{FF2B5EF4-FFF2-40B4-BE49-F238E27FC236}">
                    <a16:creationId xmlns:a16="http://schemas.microsoft.com/office/drawing/2014/main" id="{5B95B83D-43D7-2626-F2A6-D1B809438373}"/>
                  </a:ext>
                </a:extLst>
              </p:cNvPr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43228" y="4345869"/>
                <a:ext cx="1561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性能测试</a:t>
                </a:r>
              </a:p>
            </p:txBody>
          </p:sp>
        </p:grpSp>
        <p:cxnSp>
          <p:nvCxnSpPr>
            <p:cNvPr id="33" name="PA-直接连接符 85">
              <a:extLst>
                <a:ext uri="{FF2B5EF4-FFF2-40B4-BE49-F238E27FC236}">
                  <a16:creationId xmlns:a16="http://schemas.microsoft.com/office/drawing/2014/main" id="{6247310B-B4F3-375A-4F1D-CB08A1B02379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>
            <a:xfrm>
              <a:off x="80963" y="3651664"/>
              <a:ext cx="1404000" cy="0"/>
            </a:xfrm>
            <a:prstGeom prst="line">
              <a:avLst/>
            </a:prstGeom>
            <a:ln w="3810">
              <a:solidFill>
                <a:schemeClr val="bg1">
                  <a:lumMod val="85000"/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30A763A3-4D7D-D74E-4344-FE96B22FDA29}"/>
                </a:ext>
              </a:extLst>
            </p:cNvPr>
            <p:cNvGrpSpPr/>
            <p:nvPr/>
          </p:nvGrpSpPr>
          <p:grpSpPr>
            <a:xfrm>
              <a:off x="-21547" y="1538503"/>
              <a:ext cx="1769963" cy="540554"/>
              <a:chOff x="-21547" y="1538503"/>
              <a:chExt cx="1769963" cy="540554"/>
            </a:xfrm>
          </p:grpSpPr>
          <p:cxnSp>
            <p:nvCxnSpPr>
              <p:cNvPr id="67" name="PA-直接连接符 82">
                <a:extLst>
                  <a:ext uri="{FF2B5EF4-FFF2-40B4-BE49-F238E27FC236}">
                    <a16:creationId xmlns:a16="http://schemas.microsoft.com/office/drawing/2014/main" id="{3CEF32D7-CC33-E1A5-8C7C-99FDD5761447}"/>
                  </a:ext>
                </a:extLst>
              </p:cNvPr>
              <p:cNvCxnSpPr/>
              <p:nvPr>
                <p:custDataLst>
                  <p:tags r:id="rId8"/>
                </p:custDataLst>
              </p:nvPr>
            </p:nvCxnSpPr>
            <p:spPr>
              <a:xfrm>
                <a:off x="80963" y="2079057"/>
                <a:ext cx="1404000" cy="0"/>
              </a:xfrm>
              <a:prstGeom prst="line">
                <a:avLst/>
              </a:prstGeom>
              <a:ln w="381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PA-文本框 74">
                <a:extLst>
                  <a:ext uri="{FF2B5EF4-FFF2-40B4-BE49-F238E27FC236}">
                    <a16:creationId xmlns:a16="http://schemas.microsoft.com/office/drawing/2014/main" id="{0922DF2E-BF19-7FE1-AA31-DFF2BFBB1168}"/>
                  </a:ext>
                </a:extLst>
              </p:cNvPr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-21547" y="1538503"/>
                <a:ext cx="1769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单元测试</a:t>
                </a: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56AD2322-90B5-835A-89EB-4D3637178F5E}"/>
                </a:ext>
              </a:extLst>
            </p:cNvPr>
            <p:cNvGrpSpPr/>
            <p:nvPr/>
          </p:nvGrpSpPr>
          <p:grpSpPr>
            <a:xfrm>
              <a:off x="145863" y="548758"/>
              <a:ext cx="217266" cy="173743"/>
              <a:chOff x="850371" y="808754"/>
              <a:chExt cx="341379" cy="272993"/>
            </a:xfrm>
            <a:solidFill>
              <a:schemeClr val="bg1">
                <a:alpha val="90000"/>
              </a:schemeClr>
            </a:solidFill>
          </p:grpSpPr>
          <p:sp>
            <p:nvSpPr>
              <p:cNvPr id="64" name="PA-矩形 111">
                <a:extLst>
                  <a:ext uri="{FF2B5EF4-FFF2-40B4-BE49-F238E27FC236}">
                    <a16:creationId xmlns:a16="http://schemas.microsoft.com/office/drawing/2014/main" id="{8D91FD88-0043-20AC-256B-F94DF9352129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850371" y="808754"/>
                <a:ext cx="341379" cy="452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65" name="PA-矩形 112">
                <a:extLst>
                  <a:ext uri="{FF2B5EF4-FFF2-40B4-BE49-F238E27FC236}">
                    <a16:creationId xmlns:a16="http://schemas.microsoft.com/office/drawing/2014/main" id="{A3BDBE5F-5CBD-061F-1F90-1B4F701C8B5B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850371" y="922624"/>
                <a:ext cx="341379" cy="452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  <p:sp>
            <p:nvSpPr>
              <p:cNvPr id="66" name="PA-矩形 113">
                <a:extLst>
                  <a:ext uri="{FF2B5EF4-FFF2-40B4-BE49-F238E27FC236}">
                    <a16:creationId xmlns:a16="http://schemas.microsoft.com/office/drawing/2014/main" id="{E917345C-6FBC-AB89-89C3-BE4AC582DCCE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850371" y="1036495"/>
                <a:ext cx="341379" cy="452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 2.0 95 ExtraBold"/>
                  <a:cs typeface="+mn-cs"/>
                </a:endParaRPr>
              </a:p>
            </p:txBody>
          </p:sp>
        </p:grpSp>
      </p:grpSp>
      <p:sp>
        <p:nvSpPr>
          <p:cNvPr id="34" name="设计师康帅作品禁止倒卖8">
            <a:extLst>
              <a:ext uri="{FF2B5EF4-FFF2-40B4-BE49-F238E27FC236}">
                <a16:creationId xmlns:a16="http://schemas.microsoft.com/office/drawing/2014/main" id="{D2505156-0BE5-A867-9589-7AEF72579611}"/>
              </a:ext>
            </a:extLst>
          </p:cNvPr>
          <p:cNvSpPr txBox="1"/>
          <p:nvPr/>
        </p:nvSpPr>
        <p:spPr>
          <a:xfrm>
            <a:off x="1752131" y="1205550"/>
            <a:ext cx="3595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spc="100" dirty="0">
                <a:solidFill>
                  <a:srgbClr val="FFC000"/>
                </a:solidFill>
                <a:effectLst>
                  <a:glow rad="127000">
                    <a:schemeClr val="accent1">
                      <a:alpha val="38000"/>
                    </a:schemeClr>
                  </a:glo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</a:rPr>
              <a:t>接口测试工具</a:t>
            </a:r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3A428805-7F11-23D0-03B1-1C414571DE04}"/>
              </a:ext>
            </a:extLst>
          </p:cNvPr>
          <p:cNvGrpSpPr/>
          <p:nvPr/>
        </p:nvGrpSpPr>
        <p:grpSpPr>
          <a:xfrm>
            <a:off x="1993043" y="1924790"/>
            <a:ext cx="9921182" cy="4586948"/>
            <a:chOff x="1854200" y="957852"/>
            <a:chExt cx="8489877" cy="4922249"/>
          </a:xfrm>
          <a:effectLst>
            <a:outerShdw blurRad="254000" algn="ctr" rotWithShape="0">
              <a:srgbClr val="FFFFFF">
                <a:alpha val="70000"/>
              </a:srgbClr>
            </a:outerShdw>
          </a:effectLst>
        </p:grpSpPr>
        <p:sp>
          <p:nvSpPr>
            <p:cNvPr id="75" name="直角三角形 74">
              <a:extLst>
                <a:ext uri="{FF2B5EF4-FFF2-40B4-BE49-F238E27FC236}">
                  <a16:creationId xmlns:a16="http://schemas.microsoft.com/office/drawing/2014/main" id="{65E808F3-232E-1490-6780-2A17CEDC12B5}"/>
                </a:ext>
              </a:extLst>
            </p:cNvPr>
            <p:cNvSpPr/>
            <p:nvPr/>
          </p:nvSpPr>
          <p:spPr>
            <a:xfrm rot="5400000">
              <a:off x="1854200" y="977900"/>
              <a:ext cx="144780" cy="144780"/>
            </a:xfrm>
            <a:prstGeom prst="rtTriangle">
              <a:avLst/>
            </a:prstGeom>
            <a:noFill/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76" name="任意多边形: 形状 75">
              <a:extLst>
                <a:ext uri="{FF2B5EF4-FFF2-40B4-BE49-F238E27FC236}">
                  <a16:creationId xmlns:a16="http://schemas.microsoft.com/office/drawing/2014/main" id="{BFF90994-85CC-C8F6-BA38-5C3F048D5AD3}"/>
                </a:ext>
              </a:extLst>
            </p:cNvPr>
            <p:cNvSpPr/>
            <p:nvPr/>
          </p:nvSpPr>
          <p:spPr>
            <a:xfrm>
              <a:off x="1880341" y="957852"/>
              <a:ext cx="8463736" cy="4922249"/>
            </a:xfrm>
            <a:custGeom>
              <a:avLst/>
              <a:gdLst>
                <a:gd name="connsiteX0" fmla="*/ 240502 w 8483600"/>
                <a:gd name="connsiteY0" fmla="*/ 0 h 4902200"/>
                <a:gd name="connsiteX1" fmla="*/ 3708375 w 8483600"/>
                <a:gd name="connsiteY1" fmla="*/ 0 h 4902200"/>
                <a:gd name="connsiteX2" fmla="*/ 3759729 w 8483600"/>
                <a:gd name="connsiteY2" fmla="*/ 56516 h 4902200"/>
                <a:gd name="connsiteX3" fmla="*/ 4723873 w 8483600"/>
                <a:gd name="connsiteY3" fmla="*/ 56516 h 4902200"/>
                <a:gd name="connsiteX4" fmla="*/ 4775228 w 8483600"/>
                <a:gd name="connsiteY4" fmla="*/ 0 h 4902200"/>
                <a:gd name="connsiteX5" fmla="*/ 8243098 w 8483600"/>
                <a:gd name="connsiteY5" fmla="*/ 0 h 4902200"/>
                <a:gd name="connsiteX6" fmla="*/ 8483600 w 8483600"/>
                <a:gd name="connsiteY6" fmla="*/ 240502 h 4902200"/>
                <a:gd name="connsiteX7" fmla="*/ 8483600 w 8483600"/>
                <a:gd name="connsiteY7" fmla="*/ 2864087 h 4902200"/>
                <a:gd name="connsiteX8" fmla="*/ 8370316 w 8483600"/>
                <a:gd name="connsiteY8" fmla="*/ 2890519 h 4902200"/>
                <a:gd name="connsiteX9" fmla="*/ 8370316 w 8483600"/>
                <a:gd name="connsiteY9" fmla="*/ 3660141 h 4902200"/>
                <a:gd name="connsiteX10" fmla="*/ 8483600 w 8483600"/>
                <a:gd name="connsiteY10" fmla="*/ 3686574 h 4902200"/>
                <a:gd name="connsiteX11" fmla="*/ 8483600 w 8483600"/>
                <a:gd name="connsiteY11" fmla="*/ 4902200 h 4902200"/>
                <a:gd name="connsiteX12" fmla="*/ 5032306 w 8483600"/>
                <a:gd name="connsiteY12" fmla="*/ 4902200 h 4902200"/>
                <a:gd name="connsiteX13" fmla="*/ 4789076 w 8483600"/>
                <a:gd name="connsiteY13" fmla="*/ 4658970 h 4902200"/>
                <a:gd name="connsiteX14" fmla="*/ 3694527 w 8483600"/>
                <a:gd name="connsiteY14" fmla="*/ 4658970 h 4902200"/>
                <a:gd name="connsiteX15" fmla="*/ 3451297 w 8483600"/>
                <a:gd name="connsiteY15" fmla="*/ 4902200 h 4902200"/>
                <a:gd name="connsiteX16" fmla="*/ 0 w 8483600"/>
                <a:gd name="connsiteY16" fmla="*/ 4902200 h 4902200"/>
                <a:gd name="connsiteX17" fmla="*/ 0 w 8483600"/>
                <a:gd name="connsiteY17" fmla="*/ 2147334 h 4902200"/>
                <a:gd name="connsiteX18" fmla="*/ 113284 w 8483600"/>
                <a:gd name="connsiteY18" fmla="*/ 2120901 h 4902200"/>
                <a:gd name="connsiteX19" fmla="*/ 113284 w 8483600"/>
                <a:gd name="connsiteY19" fmla="*/ 1351279 h 4902200"/>
                <a:gd name="connsiteX20" fmla="*/ 0 w 8483600"/>
                <a:gd name="connsiteY20" fmla="*/ 1324847 h 4902200"/>
                <a:gd name="connsiteX21" fmla="*/ 0 w 8483600"/>
                <a:gd name="connsiteY21" fmla="*/ 240502 h 490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483600" h="4902200">
                  <a:moveTo>
                    <a:pt x="240502" y="0"/>
                  </a:moveTo>
                  <a:lnTo>
                    <a:pt x="3708375" y="0"/>
                  </a:lnTo>
                  <a:lnTo>
                    <a:pt x="3759729" y="56516"/>
                  </a:lnTo>
                  <a:lnTo>
                    <a:pt x="4723873" y="56516"/>
                  </a:lnTo>
                  <a:lnTo>
                    <a:pt x="4775228" y="0"/>
                  </a:lnTo>
                  <a:lnTo>
                    <a:pt x="8243098" y="0"/>
                  </a:lnTo>
                  <a:lnTo>
                    <a:pt x="8483600" y="240502"/>
                  </a:lnTo>
                  <a:lnTo>
                    <a:pt x="8483600" y="2864087"/>
                  </a:lnTo>
                  <a:lnTo>
                    <a:pt x="8370316" y="2890519"/>
                  </a:lnTo>
                  <a:lnTo>
                    <a:pt x="8370316" y="3660141"/>
                  </a:lnTo>
                  <a:lnTo>
                    <a:pt x="8483600" y="3686574"/>
                  </a:lnTo>
                  <a:lnTo>
                    <a:pt x="8483600" y="4902200"/>
                  </a:lnTo>
                  <a:lnTo>
                    <a:pt x="5032306" y="4902200"/>
                  </a:lnTo>
                  <a:lnTo>
                    <a:pt x="4789076" y="4658970"/>
                  </a:lnTo>
                  <a:lnTo>
                    <a:pt x="3694527" y="4658970"/>
                  </a:lnTo>
                  <a:lnTo>
                    <a:pt x="3451297" y="4902200"/>
                  </a:lnTo>
                  <a:lnTo>
                    <a:pt x="0" y="4902200"/>
                  </a:lnTo>
                  <a:lnTo>
                    <a:pt x="0" y="2147334"/>
                  </a:lnTo>
                  <a:lnTo>
                    <a:pt x="113284" y="2120901"/>
                  </a:lnTo>
                  <a:lnTo>
                    <a:pt x="113284" y="1351279"/>
                  </a:lnTo>
                  <a:lnTo>
                    <a:pt x="0" y="1324847"/>
                  </a:lnTo>
                  <a:lnTo>
                    <a:pt x="0" y="24050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6FFFF">
                    <a:alpha val="50000"/>
                  </a:srgbClr>
                </a:gs>
                <a:gs pos="48000">
                  <a:srgbClr val="FFFFFF">
                    <a:alpha val="10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-80000" r="50000" b="180000"/>
              </a:path>
              <a:tileRect/>
            </a:gra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77" name="直角三角形 76">
              <a:extLst>
                <a:ext uri="{FF2B5EF4-FFF2-40B4-BE49-F238E27FC236}">
                  <a16:creationId xmlns:a16="http://schemas.microsoft.com/office/drawing/2014/main" id="{A31317F2-F20D-5DA6-F99D-AEEE9D91E108}"/>
                </a:ext>
              </a:extLst>
            </p:cNvPr>
            <p:cNvSpPr/>
            <p:nvPr/>
          </p:nvSpPr>
          <p:spPr>
            <a:xfrm rot="16200000" flipH="1">
              <a:off x="10193020" y="977900"/>
              <a:ext cx="144780" cy="144780"/>
            </a:xfrm>
            <a:prstGeom prst="rtTriangle">
              <a:avLst/>
            </a:prstGeom>
            <a:noFill/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78" name="梯形 77">
              <a:extLst>
                <a:ext uri="{FF2B5EF4-FFF2-40B4-BE49-F238E27FC236}">
                  <a16:creationId xmlns:a16="http://schemas.microsoft.com/office/drawing/2014/main" id="{96988224-624F-5B74-A5E7-1793A6DD503E}"/>
                </a:ext>
              </a:extLst>
            </p:cNvPr>
            <p:cNvSpPr/>
            <p:nvPr/>
          </p:nvSpPr>
          <p:spPr>
            <a:xfrm rot="5400000">
              <a:off x="1521775" y="2680020"/>
              <a:ext cx="732790" cy="67940"/>
            </a:xfrm>
            <a:prstGeom prst="trapezoid">
              <a:avLst>
                <a:gd name="adj" fmla="val 23332"/>
              </a:avLst>
            </a:pr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79" name="梯形 78">
              <a:extLst>
                <a:ext uri="{FF2B5EF4-FFF2-40B4-BE49-F238E27FC236}">
                  <a16:creationId xmlns:a16="http://schemas.microsoft.com/office/drawing/2014/main" id="{B1D2B672-9DC1-65CD-EA53-D401BEB18F0E}"/>
                </a:ext>
              </a:extLst>
            </p:cNvPr>
            <p:cNvSpPr/>
            <p:nvPr/>
          </p:nvSpPr>
          <p:spPr>
            <a:xfrm rot="16200000" flipH="1">
              <a:off x="9937435" y="4217548"/>
              <a:ext cx="732790" cy="67940"/>
            </a:xfrm>
            <a:prstGeom prst="trapezoid">
              <a:avLst>
                <a:gd name="adj" fmla="val 23332"/>
              </a:avLst>
            </a:pr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80" name="任意多边形: 形状 79">
              <a:extLst>
                <a:ext uri="{FF2B5EF4-FFF2-40B4-BE49-F238E27FC236}">
                  <a16:creationId xmlns:a16="http://schemas.microsoft.com/office/drawing/2014/main" id="{485BC705-8DAF-99D0-6646-29D95B4E4C15}"/>
                </a:ext>
              </a:extLst>
            </p:cNvPr>
            <p:cNvSpPr/>
            <p:nvPr/>
          </p:nvSpPr>
          <p:spPr>
            <a:xfrm>
              <a:off x="5374007" y="5680711"/>
              <a:ext cx="1443988" cy="199390"/>
            </a:xfrm>
            <a:custGeom>
              <a:avLst/>
              <a:gdLst>
                <a:gd name="connsiteX0" fmla="*/ 188346 w 1443988"/>
                <a:gd name="connsiteY0" fmla="*/ 0 h 199390"/>
                <a:gd name="connsiteX1" fmla="*/ 1255642 w 1443988"/>
                <a:gd name="connsiteY1" fmla="*/ 0 h 199390"/>
                <a:gd name="connsiteX2" fmla="*/ 1443988 w 1443988"/>
                <a:gd name="connsiteY2" fmla="*/ 199390 h 199390"/>
                <a:gd name="connsiteX3" fmla="*/ 1397375 w 1443988"/>
                <a:gd name="connsiteY3" fmla="*/ 199390 h 199390"/>
                <a:gd name="connsiteX4" fmla="*/ 1232782 w 1443988"/>
                <a:gd name="connsiteY4" fmla="*/ 25146 h 199390"/>
                <a:gd name="connsiteX5" fmla="*/ 211206 w 1443988"/>
                <a:gd name="connsiteY5" fmla="*/ 25146 h 199390"/>
                <a:gd name="connsiteX6" fmla="*/ 46613 w 1443988"/>
                <a:gd name="connsiteY6" fmla="*/ 199390 h 199390"/>
                <a:gd name="connsiteX7" fmla="*/ 0 w 1443988"/>
                <a:gd name="connsiteY7" fmla="*/ 199390 h 199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988" h="199390">
                  <a:moveTo>
                    <a:pt x="188346" y="0"/>
                  </a:moveTo>
                  <a:lnTo>
                    <a:pt x="1255642" y="0"/>
                  </a:lnTo>
                  <a:lnTo>
                    <a:pt x="1443988" y="199390"/>
                  </a:lnTo>
                  <a:lnTo>
                    <a:pt x="1397375" y="199390"/>
                  </a:lnTo>
                  <a:lnTo>
                    <a:pt x="1232782" y="25146"/>
                  </a:lnTo>
                  <a:lnTo>
                    <a:pt x="211206" y="25146"/>
                  </a:lnTo>
                  <a:lnTo>
                    <a:pt x="46613" y="199390"/>
                  </a:lnTo>
                  <a:lnTo>
                    <a:pt x="0" y="199390"/>
                  </a:lnTo>
                  <a:close/>
                </a:path>
              </a:pathLst>
            </a:cu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81" name="梯形 80">
              <a:extLst>
                <a:ext uri="{FF2B5EF4-FFF2-40B4-BE49-F238E27FC236}">
                  <a16:creationId xmlns:a16="http://schemas.microsoft.com/office/drawing/2014/main" id="{E1713001-C9D1-4CEF-D253-C06A71F889F4}"/>
                </a:ext>
              </a:extLst>
            </p:cNvPr>
            <p:cNvSpPr/>
            <p:nvPr/>
          </p:nvSpPr>
          <p:spPr>
            <a:xfrm>
              <a:off x="5505452" y="5760720"/>
              <a:ext cx="1181098" cy="119379"/>
            </a:xfrm>
            <a:prstGeom prst="trapezoid">
              <a:avLst>
                <a:gd name="adj" fmla="val 90868"/>
              </a:avLst>
            </a:prstGeom>
            <a:noFill/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83" name="半闭框 82">
              <a:extLst>
                <a:ext uri="{FF2B5EF4-FFF2-40B4-BE49-F238E27FC236}">
                  <a16:creationId xmlns:a16="http://schemas.microsoft.com/office/drawing/2014/main" id="{DEC19F7A-7AAE-07B6-6F9D-0D95E0CF0BB0}"/>
                </a:ext>
              </a:extLst>
            </p:cNvPr>
            <p:cNvSpPr/>
            <p:nvPr/>
          </p:nvSpPr>
          <p:spPr>
            <a:xfrm rot="16200000">
              <a:off x="1854200" y="5509261"/>
              <a:ext cx="370840" cy="370840"/>
            </a:xfrm>
            <a:prstGeom prst="halfFrame">
              <a:avLst>
                <a:gd name="adj1" fmla="val 12801"/>
                <a:gd name="adj2" fmla="val 12134"/>
              </a:avLst>
            </a:pr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  <p:sp>
          <p:nvSpPr>
            <p:cNvPr id="89" name="半闭框 88">
              <a:extLst>
                <a:ext uri="{FF2B5EF4-FFF2-40B4-BE49-F238E27FC236}">
                  <a16:creationId xmlns:a16="http://schemas.microsoft.com/office/drawing/2014/main" id="{F06F0125-4004-59A0-4E6F-A80B275A0F7A}"/>
                </a:ext>
              </a:extLst>
            </p:cNvPr>
            <p:cNvSpPr/>
            <p:nvPr/>
          </p:nvSpPr>
          <p:spPr>
            <a:xfrm rot="5400000" flipH="1">
              <a:off x="9966960" y="5509261"/>
              <a:ext cx="370840" cy="370840"/>
            </a:xfrm>
            <a:prstGeom prst="halfFrame">
              <a:avLst>
                <a:gd name="adj1" fmla="val 12801"/>
                <a:gd name="adj2" fmla="val 12134"/>
              </a:avLst>
            </a:prstGeom>
            <a:solidFill>
              <a:srgbClr val="64DE50"/>
            </a:solidFill>
            <a:ln w="12700" cap="flat" cmpd="sng" algn="ctr">
              <a:solidFill>
                <a:srgbClr val="64DE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2.0 95 ExtraBold"/>
                <a:ea typeface="思源黑体 CN Bold" panose="020B0800000000000000" pitchFamily="34" charset="-122"/>
                <a:cs typeface="+mn-cs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9F03AF58-7A12-403A-8055-399A350B077E}"/>
              </a:ext>
            </a:extLst>
          </p:cNvPr>
          <p:cNvSpPr txBox="1"/>
          <p:nvPr/>
        </p:nvSpPr>
        <p:spPr>
          <a:xfrm>
            <a:off x="9112474" y="2697111"/>
            <a:ext cx="2905903" cy="43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000" b="1" kern="0" dirty="0"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4"/>
                    </a:gs>
                  </a:gsLst>
                  <a:lin ang="5400000" scaled="1"/>
                </a:gradFill>
                <a:latin typeface="+mn-ea"/>
                <a:ea typeface="+mn-ea"/>
                <a:sym typeface="+mn-lt"/>
              </a:rPr>
              <a:t>开源、免费，</a:t>
            </a:r>
            <a:endParaRPr kumimoji="0" lang="zh-CN" altLang="en-US" sz="2000" b="1" i="0" u="none" strike="noStrike" kern="0" cap="none" spc="100" normalizeH="0" baseline="0" noProof="0" dirty="0">
              <a:ln>
                <a:noFill/>
              </a:ln>
              <a:gradFill flip="none" rotWithShape="1">
                <a:gsLst>
                  <a:gs pos="0">
                    <a:srgbClr val="00FFFC"/>
                  </a:gs>
                  <a:gs pos="100000">
                    <a:srgbClr val="2DA8FE"/>
                  </a:gs>
                </a:gsLst>
                <a:lin ang="16200000" scaled="1"/>
                <a:tileRect/>
              </a:gradFill>
              <a:effectLst>
                <a:glow rad="127000">
                  <a:srgbClr val="0065FF">
                    <a:alpha val="38000"/>
                  </a:srgbClr>
                </a:glow>
              </a:effectLst>
              <a:uLnTx/>
              <a:uFillTx/>
              <a:latin typeface="+mn-ea"/>
              <a:ea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B5B5A28-630A-698E-98F1-DFB25BE512D7}"/>
              </a:ext>
            </a:extLst>
          </p:cNvPr>
          <p:cNvSpPr txBox="1"/>
          <p:nvPr/>
        </p:nvSpPr>
        <p:spPr>
          <a:xfrm>
            <a:off x="8014339" y="5313153"/>
            <a:ext cx="4026761" cy="388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800" b="1" kern="0" dirty="0"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4"/>
                    </a:gs>
                  </a:gsLst>
                  <a:lin ang="5400000" scaled="1"/>
                </a:gradFill>
                <a:latin typeface="+mn-ea"/>
                <a:ea typeface="+mn-ea"/>
                <a:sym typeface="+mn-lt"/>
              </a:rPr>
              <a:t>支持多人团队协作</a:t>
            </a:r>
            <a:endParaRPr kumimoji="0" lang="zh-CN" altLang="en-US" sz="1800" b="1" i="0" u="none" strike="noStrike" kern="0" cap="none" spc="100" normalizeH="0" baseline="0" noProof="0" dirty="0">
              <a:ln>
                <a:noFill/>
              </a:ln>
              <a:gradFill flip="none" rotWithShape="1">
                <a:gsLst>
                  <a:gs pos="0">
                    <a:srgbClr val="00FFFC"/>
                  </a:gs>
                  <a:gs pos="100000">
                    <a:srgbClr val="2DA8FE"/>
                  </a:gs>
                </a:gsLst>
                <a:lin ang="16200000" scaled="1"/>
                <a:tileRect/>
              </a:gradFill>
              <a:effectLst>
                <a:glow rad="127000">
                  <a:srgbClr val="0065FF">
                    <a:alpha val="38000"/>
                  </a:srgbClr>
                </a:glow>
              </a:effectLst>
              <a:uLnTx/>
              <a:uFillTx/>
              <a:latin typeface="+mn-ea"/>
              <a:ea typeface="+mn-ea"/>
              <a:sym typeface="+mn-lt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D6439D2-1FFD-C8C5-43DC-9C6A083385F2}"/>
              </a:ext>
            </a:extLst>
          </p:cNvPr>
          <p:cNvGrpSpPr/>
          <p:nvPr/>
        </p:nvGrpSpPr>
        <p:grpSpPr>
          <a:xfrm>
            <a:off x="8430425" y="3070902"/>
            <a:ext cx="3042426" cy="408399"/>
            <a:chOff x="1072058" y="4700673"/>
            <a:chExt cx="2653929" cy="309655"/>
          </a:xfrm>
        </p:grpSpPr>
        <p:sp>
          <p:nvSpPr>
            <p:cNvPr id="35" name="梯形 34">
              <a:extLst>
                <a:ext uri="{FF2B5EF4-FFF2-40B4-BE49-F238E27FC236}">
                  <a16:creationId xmlns:a16="http://schemas.microsoft.com/office/drawing/2014/main" id="{EAD8A416-47E0-8E44-6BB5-8879E350C949}"/>
                </a:ext>
              </a:extLst>
            </p:cNvPr>
            <p:cNvSpPr/>
            <p:nvPr/>
          </p:nvSpPr>
          <p:spPr>
            <a:xfrm>
              <a:off x="1072058" y="4700673"/>
              <a:ext cx="2622606" cy="193591"/>
            </a:xfrm>
            <a:prstGeom prst="trapezoid">
              <a:avLst>
                <a:gd name="adj" fmla="val 136907"/>
              </a:avLst>
            </a:prstGeom>
            <a:noFill/>
            <a:ln w="12700" cap="flat" cmpd="sng" algn="ctr">
              <a:gradFill>
                <a:gsLst>
                  <a:gs pos="52000">
                    <a:srgbClr val="65E778"/>
                  </a:gs>
                  <a:gs pos="30000">
                    <a:srgbClr val="21D1FF">
                      <a:alpha val="0"/>
                    </a:srgbClr>
                  </a:gs>
                  <a:gs pos="100000">
                    <a:srgbClr val="00E9EE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1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字魂58号-创中黑" panose="00000500000000000000" charset="-122"/>
              </a:endParaRPr>
            </a:p>
          </p:txBody>
        </p:sp>
        <p:sp>
          <p:nvSpPr>
            <p:cNvPr id="37" name="梯形 36">
              <a:extLst>
                <a:ext uri="{FF2B5EF4-FFF2-40B4-BE49-F238E27FC236}">
                  <a16:creationId xmlns:a16="http://schemas.microsoft.com/office/drawing/2014/main" id="{13175F27-0517-78CF-7124-2FEF9169A261}"/>
                </a:ext>
              </a:extLst>
            </p:cNvPr>
            <p:cNvSpPr/>
            <p:nvPr/>
          </p:nvSpPr>
          <p:spPr>
            <a:xfrm>
              <a:off x="1195214" y="4805321"/>
              <a:ext cx="2376294" cy="205007"/>
            </a:xfrm>
            <a:prstGeom prst="trapezoid">
              <a:avLst>
                <a:gd name="adj" fmla="val 116501"/>
              </a:avLst>
            </a:prstGeom>
            <a:gradFill flip="none" rotWithShape="1">
              <a:gsLst>
                <a:gs pos="60000">
                  <a:srgbClr val="65E778">
                    <a:alpha val="0"/>
                  </a:srgbClr>
                </a:gs>
                <a:gs pos="100000">
                  <a:srgbClr val="00E9EE">
                    <a:alpha val="40000"/>
                  </a:srgbClr>
                </a:gs>
              </a:gsLst>
              <a:lin ang="54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1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字魂58号-创中黑" panose="00000500000000000000" charset="-122"/>
              </a:endParaRPr>
            </a:p>
          </p:txBody>
        </p:sp>
        <p:pic>
          <p:nvPicPr>
            <p:cNvPr id="38" name="图片 37" descr="图片包含 电脑, 灯光, 键盘, 黑暗&#10;&#10;描述已自动生成">
              <a:extLst>
                <a:ext uri="{FF2B5EF4-FFF2-40B4-BE49-F238E27FC236}">
                  <a16:creationId xmlns:a16="http://schemas.microsoft.com/office/drawing/2014/main" id="{8DE349F1-1056-2924-C49D-A0AFDFF05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duotone>
                <a:srgbClr val="0F9ED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5703" y="4845498"/>
              <a:ext cx="2400284" cy="104081"/>
            </a:xfrm>
            <a:prstGeom prst="rect">
              <a:avLst/>
            </a:prstGeom>
          </p:spPr>
        </p:pic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55231913-5CBD-1261-60AE-D8D7E566FF4F}"/>
              </a:ext>
            </a:extLst>
          </p:cNvPr>
          <p:cNvGrpSpPr/>
          <p:nvPr/>
        </p:nvGrpSpPr>
        <p:grpSpPr>
          <a:xfrm>
            <a:off x="8511048" y="4510885"/>
            <a:ext cx="3080803" cy="378821"/>
            <a:chOff x="1072058" y="4700673"/>
            <a:chExt cx="2653929" cy="309655"/>
          </a:xfrm>
        </p:grpSpPr>
        <p:sp>
          <p:nvSpPr>
            <p:cNvPr id="47" name="梯形 46">
              <a:extLst>
                <a:ext uri="{FF2B5EF4-FFF2-40B4-BE49-F238E27FC236}">
                  <a16:creationId xmlns:a16="http://schemas.microsoft.com/office/drawing/2014/main" id="{017B57F7-0071-B3C4-5D62-B03DD44E0CDC}"/>
                </a:ext>
              </a:extLst>
            </p:cNvPr>
            <p:cNvSpPr/>
            <p:nvPr/>
          </p:nvSpPr>
          <p:spPr>
            <a:xfrm>
              <a:off x="1072058" y="4700673"/>
              <a:ext cx="2622606" cy="193591"/>
            </a:xfrm>
            <a:prstGeom prst="trapezoid">
              <a:avLst>
                <a:gd name="adj" fmla="val 136907"/>
              </a:avLst>
            </a:prstGeom>
            <a:noFill/>
            <a:ln w="12700" cap="flat" cmpd="sng" algn="ctr">
              <a:gradFill>
                <a:gsLst>
                  <a:gs pos="52000">
                    <a:srgbClr val="65E778"/>
                  </a:gs>
                  <a:gs pos="30000">
                    <a:srgbClr val="21D1FF">
                      <a:alpha val="0"/>
                    </a:srgbClr>
                  </a:gs>
                  <a:gs pos="100000">
                    <a:srgbClr val="00E9EE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1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字魂58号-创中黑" panose="00000500000000000000" charset="-122"/>
              </a:endParaRPr>
            </a:p>
          </p:txBody>
        </p:sp>
        <p:sp>
          <p:nvSpPr>
            <p:cNvPr id="50" name="梯形 49">
              <a:extLst>
                <a:ext uri="{FF2B5EF4-FFF2-40B4-BE49-F238E27FC236}">
                  <a16:creationId xmlns:a16="http://schemas.microsoft.com/office/drawing/2014/main" id="{7F43E8FC-841A-9B40-B0C1-BE809D4950A1}"/>
                </a:ext>
              </a:extLst>
            </p:cNvPr>
            <p:cNvSpPr/>
            <p:nvPr/>
          </p:nvSpPr>
          <p:spPr>
            <a:xfrm>
              <a:off x="1195214" y="4805321"/>
              <a:ext cx="2376294" cy="205007"/>
            </a:xfrm>
            <a:prstGeom prst="trapezoid">
              <a:avLst>
                <a:gd name="adj" fmla="val 116501"/>
              </a:avLst>
            </a:prstGeom>
            <a:gradFill flip="none" rotWithShape="1">
              <a:gsLst>
                <a:gs pos="60000">
                  <a:srgbClr val="65E778">
                    <a:alpha val="0"/>
                  </a:srgbClr>
                </a:gs>
                <a:gs pos="100000">
                  <a:srgbClr val="00E9EE">
                    <a:alpha val="40000"/>
                  </a:srgbClr>
                </a:gs>
              </a:gsLst>
              <a:lin ang="54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1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字魂58号-创中黑" panose="00000500000000000000" charset="-122"/>
              </a:endParaRPr>
            </a:p>
          </p:txBody>
        </p:sp>
        <p:pic>
          <p:nvPicPr>
            <p:cNvPr id="68" name="图片 67" descr="图片包含 电脑, 灯光, 键盘, 黑暗&#10;&#10;描述已自动生成">
              <a:extLst>
                <a:ext uri="{FF2B5EF4-FFF2-40B4-BE49-F238E27FC236}">
                  <a16:creationId xmlns:a16="http://schemas.microsoft.com/office/drawing/2014/main" id="{0D1D6EE2-8379-CF44-D19D-2647E1188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duotone>
                <a:srgbClr val="0F9ED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5703" y="4845498"/>
              <a:ext cx="2400284" cy="104081"/>
            </a:xfrm>
            <a:prstGeom prst="rect">
              <a:avLst/>
            </a:prstGeom>
          </p:spPr>
        </p:pic>
      </p:grpSp>
      <p:pic>
        <p:nvPicPr>
          <p:cNvPr id="30" name="图片 29" descr="文本&#10;&#10;AI 生成的内容可能不正确。">
            <a:extLst>
              <a:ext uri="{FF2B5EF4-FFF2-40B4-BE49-F238E27FC236}">
                <a16:creationId xmlns:a16="http://schemas.microsoft.com/office/drawing/2014/main" id="{DB2A2FB2-965E-E9B0-F3F3-F65D9869A0D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11959" y="2529792"/>
            <a:ext cx="6005900" cy="3376944"/>
          </a:xfrm>
          <a:prstGeom prst="rect">
            <a:avLst/>
          </a:prstGeom>
        </p:spPr>
      </p:pic>
      <p:grpSp>
        <p:nvGrpSpPr>
          <p:cNvPr id="69" name="组合 68">
            <a:extLst>
              <a:ext uri="{FF2B5EF4-FFF2-40B4-BE49-F238E27FC236}">
                <a16:creationId xmlns:a16="http://schemas.microsoft.com/office/drawing/2014/main" id="{E03538C8-377E-CF93-3921-FB95EFF44821}"/>
              </a:ext>
            </a:extLst>
          </p:cNvPr>
          <p:cNvGrpSpPr/>
          <p:nvPr/>
        </p:nvGrpSpPr>
        <p:grpSpPr>
          <a:xfrm>
            <a:off x="8532275" y="5642823"/>
            <a:ext cx="3080803" cy="378821"/>
            <a:chOff x="1072058" y="4700673"/>
            <a:chExt cx="2653929" cy="309655"/>
          </a:xfrm>
        </p:grpSpPr>
        <p:sp>
          <p:nvSpPr>
            <p:cNvPr id="70" name="梯形 69">
              <a:extLst>
                <a:ext uri="{FF2B5EF4-FFF2-40B4-BE49-F238E27FC236}">
                  <a16:creationId xmlns:a16="http://schemas.microsoft.com/office/drawing/2014/main" id="{1A5CB9B6-189E-4945-3803-B06A43A5F4D8}"/>
                </a:ext>
              </a:extLst>
            </p:cNvPr>
            <p:cNvSpPr/>
            <p:nvPr/>
          </p:nvSpPr>
          <p:spPr>
            <a:xfrm>
              <a:off x="1072058" y="4700673"/>
              <a:ext cx="2622606" cy="193591"/>
            </a:xfrm>
            <a:prstGeom prst="trapezoid">
              <a:avLst>
                <a:gd name="adj" fmla="val 136907"/>
              </a:avLst>
            </a:prstGeom>
            <a:noFill/>
            <a:ln w="12700" cap="flat" cmpd="sng" algn="ctr">
              <a:gradFill>
                <a:gsLst>
                  <a:gs pos="52000">
                    <a:srgbClr val="65E778"/>
                  </a:gs>
                  <a:gs pos="30000">
                    <a:srgbClr val="21D1FF">
                      <a:alpha val="0"/>
                    </a:srgbClr>
                  </a:gs>
                  <a:gs pos="100000">
                    <a:srgbClr val="00E9EE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1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字魂58号-创中黑" panose="00000500000000000000" charset="-122"/>
              </a:endParaRPr>
            </a:p>
          </p:txBody>
        </p:sp>
        <p:sp>
          <p:nvSpPr>
            <p:cNvPr id="71" name="梯形 70">
              <a:extLst>
                <a:ext uri="{FF2B5EF4-FFF2-40B4-BE49-F238E27FC236}">
                  <a16:creationId xmlns:a16="http://schemas.microsoft.com/office/drawing/2014/main" id="{EFE07FFF-F63E-BC85-2CFD-AD0AAED3E24B}"/>
                </a:ext>
              </a:extLst>
            </p:cNvPr>
            <p:cNvSpPr/>
            <p:nvPr/>
          </p:nvSpPr>
          <p:spPr>
            <a:xfrm>
              <a:off x="1195214" y="4805321"/>
              <a:ext cx="2376294" cy="205007"/>
            </a:xfrm>
            <a:prstGeom prst="trapezoid">
              <a:avLst>
                <a:gd name="adj" fmla="val 116501"/>
              </a:avLst>
            </a:prstGeom>
            <a:gradFill flip="none" rotWithShape="1">
              <a:gsLst>
                <a:gs pos="60000">
                  <a:srgbClr val="65E778">
                    <a:alpha val="0"/>
                  </a:srgbClr>
                </a:gs>
                <a:gs pos="100000">
                  <a:srgbClr val="00E9EE">
                    <a:alpha val="40000"/>
                  </a:srgbClr>
                </a:gs>
              </a:gsLst>
              <a:lin ang="54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1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字魂58号-创中黑" panose="00000500000000000000" charset="-122"/>
              </a:endParaRPr>
            </a:p>
          </p:txBody>
        </p:sp>
        <p:pic>
          <p:nvPicPr>
            <p:cNvPr id="72" name="图片 71" descr="图片包含 电脑, 灯光, 键盘, 黑暗&#10;&#10;描述已自动生成">
              <a:extLst>
                <a:ext uri="{FF2B5EF4-FFF2-40B4-BE49-F238E27FC236}">
                  <a16:creationId xmlns:a16="http://schemas.microsoft.com/office/drawing/2014/main" id="{8FF81188-5012-E481-A55D-96CB07A45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duotone>
                <a:srgbClr val="0F9ED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5703" y="4845498"/>
              <a:ext cx="2400284" cy="104081"/>
            </a:xfrm>
            <a:prstGeom prst="rect">
              <a:avLst/>
            </a:prstGeom>
          </p:spPr>
        </p:pic>
      </p:grpSp>
      <p:sp>
        <p:nvSpPr>
          <p:cNvPr id="73" name="文本框 72">
            <a:extLst>
              <a:ext uri="{FF2B5EF4-FFF2-40B4-BE49-F238E27FC236}">
                <a16:creationId xmlns:a16="http://schemas.microsoft.com/office/drawing/2014/main" id="{FAACF5B9-4096-59AB-0181-6D0B21DE0F86}"/>
              </a:ext>
            </a:extLst>
          </p:cNvPr>
          <p:cNvSpPr txBox="1"/>
          <p:nvPr/>
        </p:nvSpPr>
        <p:spPr>
          <a:xfrm>
            <a:off x="8616678" y="3618515"/>
            <a:ext cx="2905903" cy="1131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000" b="1" kern="0" dirty="0"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4"/>
                    </a:gs>
                  </a:gsLst>
                  <a:lin ang="5400000" scaled="1"/>
                </a:gradFill>
                <a:latin typeface="+mn-ea"/>
                <a:ea typeface="+mn-ea"/>
                <a:sym typeface="+mn-lt"/>
              </a:rPr>
              <a:t>集“</a:t>
            </a:r>
            <a:r>
              <a:rPr lang="en-US" altLang="zh-CN" sz="2000" b="1" kern="0" dirty="0"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4"/>
                    </a:gs>
                  </a:gsLst>
                  <a:lin ang="5400000" scaled="1"/>
                </a:gradFill>
                <a:latin typeface="+mn-ea"/>
                <a:ea typeface="+mn-ea"/>
                <a:sym typeface="+mn-lt"/>
              </a:rPr>
              <a:t>API </a:t>
            </a:r>
            <a:r>
              <a:rPr lang="zh-CN" altLang="en-US" sz="2000" b="1" kern="0" dirty="0"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4"/>
                    </a:gs>
                  </a:gsLst>
                  <a:lin ang="5400000" scaled="1"/>
                </a:gradFill>
                <a:latin typeface="+mn-ea"/>
                <a:ea typeface="+mn-ea"/>
                <a:sym typeface="+mn-lt"/>
              </a:rPr>
              <a:t>文档、</a:t>
            </a:r>
            <a:r>
              <a:rPr lang="en-US" altLang="zh-CN" sz="2000" b="1" kern="0" dirty="0"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4"/>
                    </a:gs>
                  </a:gsLst>
                  <a:lin ang="5400000" scaled="1"/>
                </a:gradFill>
                <a:latin typeface="+mn-ea"/>
                <a:ea typeface="+mn-ea"/>
                <a:sym typeface="+mn-lt"/>
              </a:rPr>
              <a:t>API </a:t>
            </a:r>
            <a:r>
              <a:rPr lang="zh-CN" altLang="en-US" sz="2000" b="1" kern="0" dirty="0"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4"/>
                    </a:gs>
                  </a:gsLst>
                  <a:lin ang="5400000" scaled="1"/>
                </a:gradFill>
                <a:latin typeface="+mn-ea"/>
                <a:ea typeface="+mn-ea"/>
                <a:sym typeface="+mn-lt"/>
              </a:rPr>
              <a:t>调试、</a:t>
            </a:r>
            <a:r>
              <a:rPr lang="en-US" altLang="zh-CN" sz="2000" b="1" kern="0" dirty="0"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4"/>
                    </a:gs>
                  </a:gsLst>
                  <a:lin ang="5400000" scaled="1"/>
                </a:gradFill>
                <a:latin typeface="+mn-ea"/>
                <a:ea typeface="+mn-ea"/>
                <a:sym typeface="+mn-lt"/>
              </a:rPr>
              <a:t>API Mock</a:t>
            </a:r>
            <a:r>
              <a:rPr lang="zh-CN" altLang="en-US" sz="2000" b="1" kern="0" dirty="0"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4"/>
                    </a:gs>
                  </a:gsLst>
                  <a:lin ang="5400000" scaled="1"/>
                </a:gradFill>
                <a:latin typeface="+mn-ea"/>
                <a:ea typeface="+mn-ea"/>
                <a:sym typeface="+mn-lt"/>
              </a:rPr>
              <a:t>、</a:t>
            </a:r>
            <a:r>
              <a:rPr lang="en-US" altLang="zh-CN" sz="2000" b="1" kern="0" dirty="0"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4"/>
                    </a:gs>
                  </a:gsLst>
                  <a:lin ang="5400000" scaled="1"/>
                </a:gradFill>
                <a:latin typeface="+mn-ea"/>
                <a:ea typeface="+mn-ea"/>
                <a:sym typeface="+mn-lt"/>
              </a:rPr>
              <a:t>API </a:t>
            </a:r>
            <a:r>
              <a:rPr lang="zh-CN" altLang="en-US" sz="2000" b="1" kern="0" dirty="0"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4"/>
                    </a:gs>
                  </a:gsLst>
                  <a:lin ang="5400000" scaled="1"/>
                </a:gradFill>
                <a:latin typeface="+mn-ea"/>
                <a:ea typeface="+mn-ea"/>
                <a:sym typeface="+mn-lt"/>
              </a:rPr>
              <a:t>自动化测试”于一体</a:t>
            </a:r>
            <a:endParaRPr kumimoji="0" lang="zh-CN" altLang="en-US" sz="2000" b="1" i="0" u="none" strike="noStrike" kern="0" cap="none" spc="100" normalizeH="0" baseline="0" noProof="0" dirty="0">
              <a:ln>
                <a:noFill/>
              </a:ln>
              <a:gradFill flip="none" rotWithShape="1">
                <a:gsLst>
                  <a:gs pos="0">
                    <a:srgbClr val="00FFFC"/>
                  </a:gs>
                  <a:gs pos="100000">
                    <a:srgbClr val="2DA8FE"/>
                  </a:gs>
                </a:gsLst>
                <a:lin ang="16200000" scaled="1"/>
                <a:tileRect/>
              </a:gradFill>
              <a:effectLst>
                <a:glow rad="127000">
                  <a:srgbClr val="0065FF">
                    <a:alpha val="38000"/>
                  </a:srgbClr>
                </a:glow>
              </a:effectLst>
              <a:uLnTx/>
              <a:uFillTx/>
              <a:latin typeface="+mn-ea"/>
              <a:ea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4570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F6EDE-D1F6-05BE-0DCD-B908D9130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f1d6d5b732a7b324244013a955941f3a">
            <a:hlinkClick r:id="" action="ppaction://media"/>
            <a:extLst>
              <a:ext uri="{FF2B5EF4-FFF2-40B4-BE49-F238E27FC236}">
                <a16:creationId xmlns:a16="http://schemas.microsoft.com/office/drawing/2014/main" id="{FA755176-94EA-6CD7-A225-6A030B9704C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92075" y="92074"/>
            <a:ext cx="12111832" cy="6899619"/>
          </a:xfrm>
          <a:prstGeom prst="rect">
            <a:avLst/>
          </a:prstGeom>
        </p:spPr>
      </p:pic>
      <p:sp>
        <p:nvSpPr>
          <p:cNvPr id="2145" name="Picture 7-mask+">
            <a:extLst>
              <a:ext uri="{FF2B5EF4-FFF2-40B4-BE49-F238E27FC236}">
                <a16:creationId xmlns:a16="http://schemas.microsoft.com/office/drawing/2014/main" id="{6C0A55A8-5D3F-EC04-0309-F5942BB982F7}"/>
              </a:ext>
            </a:extLst>
          </p:cNvPr>
          <p:cNvSpPr/>
          <p:nvPr/>
        </p:nvSpPr>
        <p:spPr>
          <a:xfrm>
            <a:off x="-7940" y="0"/>
            <a:ext cx="12199940" cy="6877537"/>
          </a:xfrm>
          <a:prstGeom prst="rect">
            <a:avLst/>
          </a:prstGeom>
          <a:gradFill flip="none" rotWithShape="1">
            <a:gsLst>
              <a:gs pos="16000">
                <a:srgbClr val="002629"/>
              </a:gs>
              <a:gs pos="51000">
                <a:srgbClr val="002629">
                  <a:alpha val="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Picture 7-mask">
            <a:extLst>
              <a:ext uri="{FF2B5EF4-FFF2-40B4-BE49-F238E27FC236}">
                <a16:creationId xmlns:a16="http://schemas.microsoft.com/office/drawing/2014/main" id="{DBDC9511-5B3C-7682-D104-7757E5641654}"/>
              </a:ext>
            </a:extLst>
          </p:cNvPr>
          <p:cNvSpPr/>
          <p:nvPr/>
        </p:nvSpPr>
        <p:spPr>
          <a:xfrm>
            <a:off x="0" y="141193"/>
            <a:ext cx="12192000" cy="6736343"/>
          </a:xfrm>
          <a:prstGeom prst="rect">
            <a:avLst/>
          </a:prstGeom>
          <a:gradFill flip="none" rotWithShape="1">
            <a:gsLst>
              <a:gs pos="43000">
                <a:srgbClr val="002629">
                  <a:alpha val="76000"/>
                </a:srgbClr>
              </a:gs>
              <a:gs pos="25000">
                <a:srgbClr val="002629">
                  <a:alpha val="78000"/>
                </a:srgbClr>
              </a:gs>
              <a:gs pos="90000">
                <a:srgbClr val="002629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150" name="图片 2149" descr="黑暗中的灯光&#10;&#10;中度可信度描述已自动生成">
            <a:extLst>
              <a:ext uri="{FF2B5EF4-FFF2-40B4-BE49-F238E27FC236}">
                <a16:creationId xmlns:a16="http://schemas.microsoft.com/office/drawing/2014/main" id="{99A89C80-8375-2766-EF25-82DE31483A1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6"/>
          <a:stretch/>
        </p:blipFill>
        <p:spPr>
          <a:xfrm>
            <a:off x="12251310" y="5908789"/>
            <a:ext cx="5270863" cy="230618"/>
          </a:xfrm>
          <a:custGeom>
            <a:avLst/>
            <a:gdLst>
              <a:gd name="connsiteX0" fmla="*/ 0 w 3795769"/>
              <a:gd name="connsiteY0" fmla="*/ 0 h 575060"/>
              <a:gd name="connsiteX1" fmla="*/ 3795769 w 3795769"/>
              <a:gd name="connsiteY1" fmla="*/ 0 h 575060"/>
              <a:gd name="connsiteX2" fmla="*/ 3795769 w 3795769"/>
              <a:gd name="connsiteY2" fmla="*/ 575060 h 575060"/>
              <a:gd name="connsiteX3" fmla="*/ 0 w 3795769"/>
              <a:gd name="connsiteY3" fmla="*/ 575060 h 575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95769" h="575060">
                <a:moveTo>
                  <a:pt x="0" y="0"/>
                </a:moveTo>
                <a:lnTo>
                  <a:pt x="3795769" y="0"/>
                </a:lnTo>
                <a:lnTo>
                  <a:pt x="3795769" y="575060"/>
                </a:lnTo>
                <a:lnTo>
                  <a:pt x="0" y="575060"/>
                </a:lnTo>
                <a:close/>
              </a:path>
            </a:pathLst>
          </a:custGeom>
        </p:spPr>
      </p:pic>
      <p:pic>
        <p:nvPicPr>
          <p:cNvPr id="2120" name="图片 2119">
            <a:extLst>
              <a:ext uri="{FF2B5EF4-FFF2-40B4-BE49-F238E27FC236}">
                <a16:creationId xmlns:a16="http://schemas.microsoft.com/office/drawing/2014/main" id="{2FA0305B-C100-9FC0-66A6-6126C409BE4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39529"/>
          <a:stretch>
            <a:fillRect/>
          </a:stretch>
        </p:blipFill>
        <p:spPr>
          <a:xfrm flipH="1" flipV="1">
            <a:off x="-2" y="-1"/>
            <a:ext cx="5378826" cy="2223106"/>
          </a:xfrm>
          <a:custGeom>
            <a:avLst/>
            <a:gdLst>
              <a:gd name="connsiteX0" fmla="*/ 0 w 6706290"/>
              <a:gd name="connsiteY0" fmla="*/ 2771755 h 2771755"/>
              <a:gd name="connsiteX1" fmla="*/ 6706290 w 6706290"/>
              <a:gd name="connsiteY1" fmla="*/ 2771755 h 2771755"/>
              <a:gd name="connsiteX2" fmla="*/ 6706290 w 6706290"/>
              <a:gd name="connsiteY2" fmla="*/ 0 h 2771755"/>
              <a:gd name="connsiteX3" fmla="*/ 0 w 6706290"/>
              <a:gd name="connsiteY3" fmla="*/ 0 h 277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06290" h="2771755">
                <a:moveTo>
                  <a:pt x="0" y="2771755"/>
                </a:moveTo>
                <a:lnTo>
                  <a:pt x="6706290" y="2771755"/>
                </a:lnTo>
                <a:lnTo>
                  <a:pt x="6706290" y="0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EAB44C15-31B0-CF7D-79EE-014012D40DB5}"/>
              </a:ext>
            </a:extLst>
          </p:cNvPr>
          <p:cNvGrpSpPr/>
          <p:nvPr/>
        </p:nvGrpSpPr>
        <p:grpSpPr>
          <a:xfrm>
            <a:off x="499459" y="293055"/>
            <a:ext cx="7611239" cy="3787246"/>
            <a:chOff x="15001" y="448653"/>
            <a:chExt cx="7611239" cy="3787246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7CA14C38-E404-87A4-1492-5D1117D1B800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15001" y="544484"/>
              <a:ext cx="2315217" cy="3412601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8480" dirty="0">
                  <a:gradFill>
                    <a:gsLst>
                      <a:gs pos="31000">
                        <a:schemeClr val="bg1"/>
                      </a:gs>
                      <a:gs pos="77000">
                        <a:schemeClr val="accent1">
                          <a:lumMod val="40000"/>
                          <a:lumOff val="60000"/>
                        </a:schemeClr>
                      </a:gs>
                    </a:gsLst>
                    <a:lin ang="2700000" scaled="1"/>
                  </a:gradFill>
                  <a:effectLst>
                    <a:outerShdw blurRad="221637" dist="153441" dir="20820001" algn="t" rotWithShape="0">
                      <a:schemeClr val="tx1">
                        <a:alpha val="40000"/>
                      </a:schemeClr>
                    </a:outerShdw>
                  </a:effectLst>
                  <a:latin typeface="鸿雷行书简体" panose="00000505000000000000" pitchFamily="2" charset="-122"/>
                  <a:ea typeface="鸿雷行书简体" panose="00000505000000000000" pitchFamily="2" charset="-122"/>
                  <a:cs typeface="艾迪鹅演示引擎标题体 Normal" panose="02000600000000000000" pitchFamily="2" charset="-122"/>
                </a:rPr>
                <a:t>栾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E7FBC5B-F743-0523-B201-25205E7D1C11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1744025" y="782587"/>
              <a:ext cx="2314736" cy="3412601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8480" dirty="0">
                  <a:gradFill>
                    <a:gsLst>
                      <a:gs pos="31000">
                        <a:schemeClr val="bg1"/>
                      </a:gs>
                      <a:gs pos="77000">
                        <a:schemeClr val="accent1">
                          <a:lumMod val="40000"/>
                          <a:lumOff val="60000"/>
                        </a:schemeClr>
                      </a:gs>
                    </a:gsLst>
                    <a:lin ang="2700000" scaled="1"/>
                  </a:gradFill>
                  <a:effectLst>
                    <a:outerShdw blurRad="221637" dist="153441" dir="20820001" algn="t" rotWithShape="0">
                      <a:schemeClr val="tx1">
                        <a:alpha val="40000"/>
                      </a:schemeClr>
                    </a:outerShdw>
                  </a:effectLst>
                  <a:latin typeface="鸿雷行书简体" panose="00000505000000000000" pitchFamily="2" charset="-122"/>
                  <a:ea typeface="鸿雷行书简体" panose="00000505000000000000" pitchFamily="2" charset="-122"/>
                  <a:cs typeface="艾迪鹅演示引擎标题体 Normal" panose="02000600000000000000" pitchFamily="2" charset="-122"/>
                </a:rPr>
                <a:t>果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74A3D17F-52DA-5938-B560-98FE46820626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503285" y="448653"/>
              <a:ext cx="2314736" cy="3412601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8480" dirty="0">
                  <a:gradFill>
                    <a:gsLst>
                      <a:gs pos="31000">
                        <a:schemeClr val="bg1"/>
                      </a:gs>
                      <a:gs pos="77000">
                        <a:schemeClr val="accent1">
                          <a:lumMod val="40000"/>
                          <a:lumOff val="60000"/>
                        </a:schemeClr>
                      </a:gs>
                    </a:gsLst>
                    <a:lin ang="2700000" scaled="1"/>
                  </a:gradFill>
                  <a:effectLst>
                    <a:outerShdw blurRad="221637" dist="153441" dir="20820001" algn="t" rotWithShape="0">
                      <a:schemeClr val="tx1">
                        <a:alpha val="40000"/>
                      </a:schemeClr>
                    </a:outerShdw>
                  </a:effectLst>
                  <a:latin typeface="鸿雷行书简体" panose="00000505000000000000" pitchFamily="2" charset="-122"/>
                  <a:ea typeface="鸿雷行书简体" panose="00000505000000000000" pitchFamily="2" charset="-122"/>
                  <a:cs typeface="艾迪鹅演示引擎标题体 Normal" panose="02000600000000000000" pitchFamily="2" charset="-122"/>
                </a:rPr>
                <a:t>智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45291E1-D39F-17E1-0077-75B835D0AA68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5311504" y="823298"/>
              <a:ext cx="2314736" cy="3412601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8480" dirty="0">
                  <a:solidFill>
                    <a:srgbClr val="FFFF00"/>
                  </a:solidFill>
                  <a:effectLst>
                    <a:outerShdw blurRad="221637" dist="153441" dir="20820001" algn="t" rotWithShape="0">
                      <a:schemeClr val="tx1">
                        <a:alpha val="40000"/>
                      </a:schemeClr>
                    </a:outerShdw>
                  </a:effectLst>
                  <a:latin typeface="鸿雷行书简体" panose="00000505000000000000" pitchFamily="2" charset="-122"/>
                  <a:ea typeface="鸿雷行书简体" panose="00000505000000000000" pitchFamily="2" charset="-122"/>
                  <a:cs typeface="艾迪鹅演示引擎标题体 Normal" panose="02000600000000000000" pitchFamily="2" charset="-122"/>
                </a:rPr>
                <a:t>测</a:t>
              </a:r>
            </a:p>
          </p:txBody>
        </p:sp>
      </p:grpSp>
      <p:pic>
        <p:nvPicPr>
          <p:cNvPr id="2215" name="图片 2214" descr="黑暗中的灯光&#10;&#10;描述已自动生成">
            <a:extLst>
              <a:ext uri="{FF2B5EF4-FFF2-40B4-BE49-F238E27FC236}">
                <a16:creationId xmlns:a16="http://schemas.microsoft.com/office/drawing/2014/main" id="{828ED98A-1311-25F1-B764-A020DBDB50E2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99161">
            <a:off x="6888732" y="-566436"/>
            <a:ext cx="1146787" cy="4635620"/>
          </a:xfrm>
          <a:prstGeom prst="rect">
            <a:avLst/>
          </a:prstGeom>
        </p:spPr>
      </p:pic>
      <p:pic>
        <p:nvPicPr>
          <p:cNvPr id="2216" name="图片 2215" descr="黑暗中的灯光&#10;&#10;描述已自动生成">
            <a:extLst>
              <a:ext uri="{FF2B5EF4-FFF2-40B4-BE49-F238E27FC236}">
                <a16:creationId xmlns:a16="http://schemas.microsoft.com/office/drawing/2014/main" id="{727272DC-618F-69BB-996F-E97A888CE96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99161">
            <a:off x="2718674" y="-774494"/>
            <a:ext cx="1284349" cy="5191684"/>
          </a:xfrm>
          <a:prstGeom prst="rect">
            <a:avLst/>
          </a:prstGeom>
        </p:spPr>
      </p:pic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A3255D6B-3184-9551-F343-F5461A3950A7}"/>
              </a:ext>
            </a:extLst>
          </p:cNvPr>
          <p:cNvCxnSpPr>
            <a:cxnSpLocks/>
          </p:cNvCxnSpPr>
          <p:nvPr/>
        </p:nvCxnSpPr>
        <p:spPr>
          <a:xfrm>
            <a:off x="499459" y="4247175"/>
            <a:ext cx="8688667" cy="39803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图片 33" descr="徽标&#10;&#10;AI 生成的内容可能不正确。">
            <a:extLst>
              <a:ext uri="{FF2B5EF4-FFF2-40B4-BE49-F238E27FC236}">
                <a16:creationId xmlns:a16="http://schemas.microsoft.com/office/drawing/2014/main" id="{123E07E0-1434-599C-4B0A-7FA94F0C410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2326" b="94862"/>
          <a:stretch>
            <a:fillRect/>
          </a:stretch>
        </p:blipFill>
        <p:spPr>
          <a:xfrm>
            <a:off x="1462058" y="4379374"/>
            <a:ext cx="6844212" cy="721571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35" name="图片 34" descr="图标&#10;&#10;AI 生成的内容可能不正确。">
            <a:extLst>
              <a:ext uri="{FF2B5EF4-FFF2-40B4-BE49-F238E27FC236}">
                <a16:creationId xmlns:a16="http://schemas.microsoft.com/office/drawing/2014/main" id="{54F8628C-A9E6-B0C7-9C29-F87CBD9756F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292" b="-75961"/>
          <a:stretch>
            <a:fillRect/>
          </a:stretch>
        </p:blipFill>
        <p:spPr>
          <a:xfrm>
            <a:off x="883440" y="3708987"/>
            <a:ext cx="8553879" cy="371769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73222F4B-6AE2-C6D3-A9CB-584FDB69720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39529"/>
          <a:stretch>
            <a:fillRect/>
          </a:stretch>
        </p:blipFill>
        <p:spPr>
          <a:xfrm flipV="1">
            <a:off x="8404693" y="0"/>
            <a:ext cx="3799214" cy="1570241"/>
          </a:xfrm>
          <a:custGeom>
            <a:avLst/>
            <a:gdLst>
              <a:gd name="connsiteX0" fmla="*/ 0 w 6706290"/>
              <a:gd name="connsiteY0" fmla="*/ 2771755 h 2771755"/>
              <a:gd name="connsiteX1" fmla="*/ 6706290 w 6706290"/>
              <a:gd name="connsiteY1" fmla="*/ 2771755 h 2771755"/>
              <a:gd name="connsiteX2" fmla="*/ 6706290 w 6706290"/>
              <a:gd name="connsiteY2" fmla="*/ 0 h 2771755"/>
              <a:gd name="connsiteX3" fmla="*/ 0 w 6706290"/>
              <a:gd name="connsiteY3" fmla="*/ 0 h 277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06290" h="2771755">
                <a:moveTo>
                  <a:pt x="0" y="2771755"/>
                </a:moveTo>
                <a:lnTo>
                  <a:pt x="6706290" y="2771755"/>
                </a:lnTo>
                <a:lnTo>
                  <a:pt x="670629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3" name="图片 2" descr="徽标&#10;&#10;AI 生成的内容可能不正确。">
            <a:extLst>
              <a:ext uri="{FF2B5EF4-FFF2-40B4-BE49-F238E27FC236}">
                <a16:creationId xmlns:a16="http://schemas.microsoft.com/office/drawing/2014/main" id="{08191A2F-A8E6-AB59-9B4A-06B6FBC4AB5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336" y="3392389"/>
            <a:ext cx="6844212" cy="1069581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C962A39-6779-E5FD-382B-D4B4B41EAB77}"/>
              </a:ext>
            </a:extLst>
          </p:cNvPr>
          <p:cNvSpPr txBox="1"/>
          <p:nvPr/>
        </p:nvSpPr>
        <p:spPr>
          <a:xfrm>
            <a:off x="7665621" y="4702697"/>
            <a:ext cx="115416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zh-CN" altLang="en-US" dirty="0">
                <a:gradFill flip="none" rotWithShape="1">
                  <a:gsLst>
                    <a:gs pos="28000">
                      <a:schemeClr val="bg1"/>
                    </a:gs>
                    <a:gs pos="100000">
                      <a:schemeClr val="accent1">
                        <a:lumMod val="40000"/>
                        <a:lumOff val="6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127000" sx="102000" sy="102000" rotWithShape="0">
                    <a:srgbClr val="000000">
                      <a:alpha val="57000"/>
                    </a:srgbClr>
                  </a:outerShdw>
                </a:effectLst>
                <a:latin typeface="+mj-ea"/>
                <a:ea typeface="+mj-ea"/>
              </a:rPr>
              <a:t>孪镜智测团</a:t>
            </a:r>
            <a:endParaRPr lang="en-US" altLang="zh-CN" dirty="0">
              <a:gradFill flip="none" rotWithShape="1">
                <a:gsLst>
                  <a:gs pos="28000">
                    <a:schemeClr val="bg1"/>
                  </a:gs>
                  <a:gs pos="100000">
                    <a:schemeClr val="accent1">
                      <a:lumMod val="40000"/>
                      <a:lumOff val="60000"/>
                    </a:schemeClr>
                  </a:gs>
                </a:gsLst>
                <a:lin ang="5400000" scaled="1"/>
                <a:tileRect/>
              </a:gradFill>
              <a:effectLst>
                <a:outerShdw blurRad="127000" sx="102000" sy="102000" rotWithShape="0">
                  <a:srgbClr val="000000">
                    <a:alpha val="57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1E4BF5CB-7582-D01E-BB25-BD162A0C893C}"/>
              </a:ext>
            </a:extLst>
          </p:cNvPr>
          <p:cNvSpPr/>
          <p:nvPr/>
        </p:nvSpPr>
        <p:spPr>
          <a:xfrm>
            <a:off x="7425834" y="4770230"/>
            <a:ext cx="97813" cy="117105"/>
          </a:xfrm>
          <a:custGeom>
            <a:avLst/>
            <a:gdLst>
              <a:gd name="connsiteX0" fmla="*/ 0 w 867655"/>
              <a:gd name="connsiteY0" fmla="*/ 0 h 1038791"/>
              <a:gd name="connsiteX1" fmla="*/ 398166 w 867655"/>
              <a:gd name="connsiteY1" fmla="*/ 0 h 1038791"/>
              <a:gd name="connsiteX2" fmla="*/ 867655 w 867655"/>
              <a:gd name="connsiteY2" fmla="*/ 519396 h 1038791"/>
              <a:gd name="connsiteX3" fmla="*/ 398166 w 867655"/>
              <a:gd name="connsiteY3" fmla="*/ 1038791 h 1038791"/>
              <a:gd name="connsiteX4" fmla="*/ 0 w 867655"/>
              <a:gd name="connsiteY4" fmla="*/ 1038791 h 1038791"/>
              <a:gd name="connsiteX5" fmla="*/ 469489 w 867655"/>
              <a:gd name="connsiteY5" fmla="*/ 519396 h 1038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7655" h="1038791">
                <a:moveTo>
                  <a:pt x="0" y="0"/>
                </a:moveTo>
                <a:lnTo>
                  <a:pt x="398166" y="0"/>
                </a:lnTo>
                <a:lnTo>
                  <a:pt x="867655" y="519396"/>
                </a:lnTo>
                <a:lnTo>
                  <a:pt x="398166" y="1038791"/>
                </a:lnTo>
                <a:lnTo>
                  <a:pt x="0" y="1038791"/>
                </a:lnTo>
                <a:lnTo>
                  <a:pt x="469489" y="519396"/>
                </a:lnTo>
                <a:close/>
              </a:path>
            </a:pathLst>
          </a:custGeom>
          <a:gradFill flip="none" rotWithShape="1">
            <a:gsLst>
              <a:gs pos="24000">
                <a:schemeClr val="accent1">
                  <a:alpha val="62000"/>
                </a:schemeClr>
              </a:gs>
              <a:gs pos="100000">
                <a:schemeClr val="accent1">
                  <a:alpha val="0"/>
                </a:schemeClr>
              </a:gs>
            </a:gsLst>
            <a:lin ang="10800000" scaled="1"/>
            <a:tileRect/>
          </a:gradFill>
          <a:ln w="8790">
            <a:gradFill>
              <a:gsLst>
                <a:gs pos="100000">
                  <a:schemeClr val="accent1"/>
                </a:gs>
                <a:gs pos="35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6581" tIns="63290" rIns="126581" bIns="63290" rtlCol="0" anchor="ctr">
            <a:noAutofit/>
          </a:bodyPr>
          <a:lstStyle/>
          <a:p>
            <a:pPr algn="ctr"/>
            <a:endParaRPr lang="zh-CN" altLang="en-US" sz="2492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B2A2388-0C64-BC68-1D0A-F5B859129F04}"/>
              </a:ext>
            </a:extLst>
          </p:cNvPr>
          <p:cNvCxnSpPr/>
          <p:nvPr/>
        </p:nvCxnSpPr>
        <p:spPr>
          <a:xfrm flipH="1" flipV="1">
            <a:off x="7402975" y="4783788"/>
            <a:ext cx="45719" cy="46273"/>
          </a:xfrm>
          <a:prstGeom prst="line">
            <a:avLst/>
          </a:prstGeom>
          <a:ln cap="rnd">
            <a:gradFill flip="none" rotWithShape="1">
              <a:gsLst>
                <a:gs pos="28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0DAD1DF-68F0-66D9-F293-D6404B2A5D54}"/>
              </a:ext>
            </a:extLst>
          </p:cNvPr>
          <p:cNvCxnSpPr>
            <a:cxnSpLocks/>
          </p:cNvCxnSpPr>
          <p:nvPr/>
        </p:nvCxnSpPr>
        <p:spPr>
          <a:xfrm flipH="1">
            <a:off x="7402974" y="4829567"/>
            <a:ext cx="45719" cy="46273"/>
          </a:xfrm>
          <a:prstGeom prst="line">
            <a:avLst/>
          </a:prstGeom>
          <a:ln cap="rnd">
            <a:gradFill flip="none" rotWithShape="1">
              <a:gsLst>
                <a:gs pos="28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361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togglePause">
                                          <p:cBhvr>
                                            <p:cTn id="6" dur="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9" dur="4200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10" presetID="2" presetClass="entr" presetSubtype="8" fill="hold" nodeType="withEffect" p14:presetBounceEnd="12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12667">
                                          <p:cBhvr additive="base">
                                            <p:cTn id="12" dur="2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12667">
                                          <p:cBhvr additive="base">
                                            <p:cTn id="13" dur="2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4200"/>
                                </p:stCondLst>
                                <p:childTnLst>
                                  <p:par>
                                    <p:cTn id="19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2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2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4450"/>
                                </p:stCondLst>
                                <p:childTnLst>
                                  <p:par>
                                    <p:cTn id="25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25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8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250" fill="hold"/>
                                            <p:tgtEl>
                                              <p:spTgt spid="22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250" fill="hold"/>
                                            <p:tgtEl>
                                              <p:spTgt spid="22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250" fill="hold"/>
                                            <p:tgtEl>
                                              <p:spTgt spid="22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250" fill="hold"/>
                                            <p:tgtEl>
                                              <p:spTgt spid="22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8" fill="hold">
                                <p:stCondLst>
                                  <p:cond delay="4700"/>
                                </p:stCondLst>
                                <p:childTnLst>
                                  <p:par>
                                    <p:cTn id="39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1" dur="25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2" dur="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4950"/>
                                </p:stCondLst>
                                <p:childTnLst>
                                  <p:par>
                                    <p:cTn id="45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25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8" dur="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0" fill="hold">
                                <p:stCondLst>
                                  <p:cond delay="5200"/>
                                </p:stCondLst>
                                <p:childTnLst>
                                  <p:par>
                                    <p:cTn id="51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25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4" dur="2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2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video>
                  <p:cMediaNode vol="80000">
                    <p:cTn id="56" repeatCount="indefinite" fill="hold" display="0">
                      <p:stCondLst>
                        <p:cond delay="indefinite"/>
                      </p:stCondLst>
                    </p:cTn>
                    <p:tgtEl>
                      <p:spTgt spid="12"/>
                    </p:tgtEl>
                  </p:cMediaNode>
                </p:video>
              </p:childTnLst>
            </p:cTn>
          </p:par>
        </p:tnLst>
        <p:bldLst>
          <p:bldP spid="8" grpId="0"/>
          <p:bldP spid="9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togglePause">
                                          <p:cBhvr>
                                            <p:cTn id="6" dur="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9" dur="250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10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2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2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4200"/>
                                </p:stCondLst>
                                <p:childTnLst>
                                  <p:par>
                                    <p:cTn id="19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2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2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4450"/>
                                </p:stCondLst>
                                <p:childTnLst>
                                  <p:par>
                                    <p:cTn id="25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25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8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250" fill="hold"/>
                                            <p:tgtEl>
                                              <p:spTgt spid="22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250" fill="hold"/>
                                            <p:tgtEl>
                                              <p:spTgt spid="22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250" fill="hold"/>
                                            <p:tgtEl>
                                              <p:spTgt spid="22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250" fill="hold"/>
                                            <p:tgtEl>
                                              <p:spTgt spid="22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8" fill="hold">
                                <p:stCondLst>
                                  <p:cond delay="4700"/>
                                </p:stCondLst>
                                <p:childTnLst>
                                  <p:par>
                                    <p:cTn id="39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1" dur="25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2" dur="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4950"/>
                                </p:stCondLst>
                                <p:childTnLst>
                                  <p:par>
                                    <p:cTn id="45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25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8" dur="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0" fill="hold">
                                <p:stCondLst>
                                  <p:cond delay="5200"/>
                                </p:stCondLst>
                                <p:childTnLst>
                                  <p:par>
                                    <p:cTn id="51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25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4" dur="2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2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video>
                  <p:cMediaNode vol="80000">
                    <p:cTn id="56" repeatCount="indefinite" fill="hold" display="0">
                      <p:stCondLst>
                        <p:cond delay="indefinite"/>
                      </p:stCondLst>
                    </p:cTn>
                    <p:tgtEl>
                      <p:spTgt spid="12"/>
                    </p:tgtEl>
                  </p:cMediaNode>
                </p:video>
              </p:childTnLst>
            </p:cTn>
          </p:par>
        </p:tnLst>
        <p:bldLst>
          <p:bldP spid="8" grpId="0"/>
          <p:bldP spid="9" grpId="0" animBg="1"/>
        </p:bldLst>
      </p:timing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SHADOWSIZE" val="10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SHADOWSIZE" val="10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SHADOWSIZE" val="10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SHADOWSIZE" val="10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SHADOWSIZE" val="10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SHADOWSIZE" val="10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SHADOWSIZE" val="10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SHADOWSIZE" val="100"/>
</p:tagLst>
</file>

<file path=ppt/theme/theme1.xml><?xml version="1.0" encoding="utf-8"?>
<a:theme xmlns:a="http://schemas.openxmlformats.org/drawingml/2006/main" name="Office 主题​​">
  <a:themeElements>
    <a:clrScheme name="自定义 48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AA16"/>
      </a:accent1>
      <a:accent2>
        <a:srgbClr val="64DE50"/>
      </a:accent2>
      <a:accent3>
        <a:srgbClr val="19FF7C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80">
      <a:majorFont>
        <a:latin typeface="阿里巴巴普惠体 2.0 95 ExtraBold"/>
        <a:ea typeface="阿里巴巴普惠体 2.0 95 ExtraBold"/>
        <a:cs typeface=""/>
      </a:majorFont>
      <a:minorFont>
        <a:latin typeface="阿里巴巴普惠体 2.0 95 ExtraBold"/>
        <a:ea typeface="阿里巴巴普惠体 2.0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accent2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17198</TotalTime>
  <Words>240</Words>
  <Application>Microsoft Office PowerPoint</Application>
  <PresentationFormat>宽屏</PresentationFormat>
  <Paragraphs>111</Paragraphs>
  <Slides>9</Slides>
  <Notes>3</Notes>
  <HiddenSlides>0</HiddenSlides>
  <MMClips>2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053-上首逸飞体</vt:lpstr>
      <vt:lpstr>Gotham</vt:lpstr>
      <vt:lpstr>阿里巴巴普惠体 2.0 95 ExtraBold</vt:lpstr>
      <vt:lpstr>等线</vt:lpstr>
      <vt:lpstr>鸿雷行书简体</vt:lpstr>
      <vt:lpstr>思源黑体 CN Bold</vt:lpstr>
      <vt:lpstr>思源黑体 CN Normal</vt:lpstr>
      <vt:lpstr>思源宋体 CN Heavy</vt:lpstr>
      <vt:lpstr>微软雅黑</vt:lpstr>
      <vt:lpstr>Arial</vt:lpstr>
      <vt:lpstr>Roboto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仁发 涂</dc:creator>
  <cp:lastModifiedBy>cx s</cp:lastModifiedBy>
  <cp:revision>166</cp:revision>
  <dcterms:created xsi:type="dcterms:W3CDTF">2023-11-13T03:16:53Z</dcterms:created>
  <dcterms:modified xsi:type="dcterms:W3CDTF">2026-01-13T16:17:25Z</dcterms:modified>
</cp:coreProperties>
</file>